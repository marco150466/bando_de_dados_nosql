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73" r:id="rId17"/>
    <p:sldId id="274" r:id="rId18"/>
    <p:sldId id="275" r:id="rId19"/>
    <p:sldId id="276" r:id="rId20"/>
  </p:sldIdLst>
  <p:sldSz cx="12192000" cy="6858000"/>
  <p:notesSz cx="6669088" cy="9926638"/>
  <p:embeddedFontLs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Montserrat Black" panose="00000A00000000000000" pitchFamily="2" charset="0"/>
      <p:bold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89938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77607" y="0"/>
            <a:ext cx="2889938" cy="4980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8584"/>
            <a:ext cx="2889938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77607" y="9428584"/>
            <a:ext cx="2889938" cy="4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1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2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3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" name="Google Shape;1310;p4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721ED1CC-9F88-FBD7-4B86-D67EAA7C6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BF7AFC95-4579-0B51-AC3C-4745042633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7D4C70B1-39ED-4882-DC76-8095634629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991785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9FEFDFA8-F510-98B3-FEAB-0E2FD9941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78CCBAA0-4742-A2BB-E927-63D564D36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86A4C7DF-4748-E11C-08AB-0ADA497CE7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59159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967E8CE9-10C3-CEFE-2A49-CF03EDE0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AF5759D0-12FF-B2FB-348B-8867D49FE0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8EFD0A14-DA61-4428-2BAE-B5F3B4C451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0976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A09D2E81-8BBF-BE4D-B865-AAB7528D7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81485D14-9AEA-D3E4-B3D1-26E6E4160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33F1C72F-A029-4C80-8EE6-8CD276A0DF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812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10DCB18C-4C12-1F69-5F71-4E6414A3D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8CAD7874-C8E7-411B-7C93-3276A52EC0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7FCB30EE-00A9-643A-5918-5A84939949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33237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E84890A2-00A3-A259-2F46-D601C6BF5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74713236-F820-EE28-CF21-134AF860B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1A5720E8-7749-74BD-9193-ABE812E5FD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350487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6269F9D4-F258-0054-56C2-488DF4C9A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F3433E0A-70BB-02F1-F766-76FAAE037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7E07987D-36CD-EC05-7661-6EBC3DF32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36664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E1F76AD2-22B3-F9DB-711E-3C08A6364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F08432B9-AD89-9B50-B6A5-E725347F7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6048DF06-B053-E7DE-E354-82939B647E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85371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AB991873-0C58-043D-3961-2E079209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D85FC161-F984-D803-1D24-9E6EAE9A76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75F5BF49-AB11-C367-5F74-198CFBE4DB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594184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1">
          <a:extLst>
            <a:ext uri="{FF2B5EF4-FFF2-40B4-BE49-F238E27FC236}">
              <a16:creationId xmlns:a16="http://schemas.microsoft.com/office/drawing/2014/main" id="{E4B6E9AB-D65E-D313-6961-FD8A3D36B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5:notes">
            <a:extLst>
              <a:ext uri="{FF2B5EF4-FFF2-40B4-BE49-F238E27FC236}">
                <a16:creationId xmlns:a16="http://schemas.microsoft.com/office/drawing/2014/main" id="{EB6734F5-DECF-5552-791A-0DD423250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3" name="Google Shape;1413;p5:notes">
            <a:extLst>
              <a:ext uri="{FF2B5EF4-FFF2-40B4-BE49-F238E27FC236}">
                <a16:creationId xmlns:a16="http://schemas.microsoft.com/office/drawing/2014/main" id="{BE1296EA-748D-368F-A772-A35C946098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59775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6" name="Google Shape;1506;p18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7" name="Google Shape;150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4" name="Google Shape;1514;p19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5" name="Google Shape;151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0" name="Google Shape;1520;p20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1" name="Google Shape;152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2" name="Google Shape;1622;p21:notes"/>
          <p:cNvSpPr txBox="1">
            <a:spLocks noGrp="1"/>
          </p:cNvSpPr>
          <p:nvPr>
            <p:ph type="body" idx="1"/>
          </p:nvPr>
        </p:nvSpPr>
        <p:spPr>
          <a:xfrm>
            <a:off x="666909" y="4777194"/>
            <a:ext cx="5335270" cy="390861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3" name="Google Shape;162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41425"/>
            <a:ext cx="5954712" cy="33496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9.png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AZUL">
  <p:cSld name="02 AZUL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0 BRANCO">
  <p:cSld name="00 BRANC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CONTEÚDO - SESI SENAI">
  <p:cSld name="02 CONTEÚDO - SESI SENAI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11451780" y="6620366"/>
            <a:ext cx="665655" cy="237634"/>
          </a:xfrm>
          <a:custGeom>
            <a:avLst/>
            <a:gdLst/>
            <a:ahLst/>
            <a:cxnLst/>
            <a:rect l="l" t="t" r="r" b="b"/>
            <a:pathLst>
              <a:path w="665655" h="237634" extrusionOk="0">
                <a:moveTo>
                  <a:pt x="102772" y="0"/>
                </a:moveTo>
                <a:lnTo>
                  <a:pt x="612012" y="0"/>
                </a:lnTo>
                <a:cubicBezTo>
                  <a:pt x="645730" y="0"/>
                  <a:pt x="670803" y="19021"/>
                  <a:pt x="664751" y="58792"/>
                </a:cubicBezTo>
                <a:lnTo>
                  <a:pt x="663887" y="58792"/>
                </a:lnTo>
                <a:lnTo>
                  <a:pt x="632487" y="237634"/>
                </a:lnTo>
                <a:lnTo>
                  <a:pt x="0" y="237634"/>
                </a:lnTo>
                <a:lnTo>
                  <a:pt x="31876" y="58792"/>
                </a:lnTo>
                <a:cubicBezTo>
                  <a:pt x="37928" y="25073"/>
                  <a:pt x="69053" y="0"/>
                  <a:pt x="102772" y="0"/>
                </a:cubicBezTo>
                <a:close/>
              </a:path>
            </a:pathLst>
          </a:custGeom>
          <a:solidFill>
            <a:srgbClr val="0095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11451780" y="6620366"/>
            <a:ext cx="665655" cy="23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5CAA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7" name="Google Shape;17;p4"/>
          <p:cNvGrpSpPr/>
          <p:nvPr/>
        </p:nvGrpSpPr>
        <p:grpSpPr>
          <a:xfrm>
            <a:off x="0" y="1"/>
            <a:ext cx="420900" cy="2322824"/>
            <a:chOff x="0" y="0"/>
            <a:chExt cx="1242481" cy="6856889"/>
          </a:xfrm>
        </p:grpSpPr>
        <p:sp>
          <p:nvSpPr>
            <p:cNvPr id="18" name="Google Shape;18;p4"/>
            <p:cNvSpPr/>
            <p:nvPr/>
          </p:nvSpPr>
          <p:spPr>
            <a:xfrm>
              <a:off x="0" y="0"/>
              <a:ext cx="1242481" cy="1352390"/>
            </a:xfrm>
            <a:custGeom>
              <a:avLst/>
              <a:gdLst/>
              <a:ahLst/>
              <a:cxnLst/>
              <a:rect l="l" t="t" r="r" b="b"/>
              <a:pathLst>
                <a:path w="1242481" h="1352390" extrusionOk="0">
                  <a:moveTo>
                    <a:pt x="0" y="0"/>
                  </a:moveTo>
                  <a:lnTo>
                    <a:pt x="1242481" y="0"/>
                  </a:lnTo>
                  <a:lnTo>
                    <a:pt x="1104962" y="816732"/>
                  </a:lnTo>
                  <a:lnTo>
                    <a:pt x="0" y="1352390"/>
                  </a:lnTo>
                  <a:close/>
                </a:path>
              </a:pathLst>
            </a:custGeom>
            <a:solidFill>
              <a:srgbClr val="4088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4"/>
            <p:cNvSpPr/>
            <p:nvPr/>
          </p:nvSpPr>
          <p:spPr>
            <a:xfrm>
              <a:off x="1" y="1633462"/>
              <a:ext cx="967570" cy="5223427"/>
            </a:xfrm>
            <a:custGeom>
              <a:avLst/>
              <a:gdLst/>
              <a:ahLst/>
              <a:cxnLst/>
              <a:rect l="l" t="t" r="r" b="b"/>
              <a:pathLst>
                <a:path w="967570" h="5223427" extrusionOk="0">
                  <a:moveTo>
                    <a:pt x="967570" y="0"/>
                  </a:moveTo>
                  <a:lnTo>
                    <a:pt x="65000" y="5223427"/>
                  </a:lnTo>
                  <a:lnTo>
                    <a:pt x="0" y="5223427"/>
                  </a:lnTo>
                  <a:lnTo>
                    <a:pt x="0" y="466952"/>
                  </a:lnTo>
                  <a:close/>
                </a:path>
              </a:pathLst>
            </a:custGeom>
            <a:solidFill>
              <a:srgbClr val="1F44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" name="Google Shape;20;p4"/>
          <p:cNvGrpSpPr/>
          <p:nvPr/>
        </p:nvGrpSpPr>
        <p:grpSpPr>
          <a:xfrm>
            <a:off x="11199556" y="185263"/>
            <a:ext cx="732746" cy="200804"/>
            <a:chOff x="9991449" y="185263"/>
            <a:chExt cx="732746" cy="200804"/>
          </a:xfrm>
        </p:grpSpPr>
        <p:grpSp>
          <p:nvGrpSpPr>
            <p:cNvPr id="21" name="Google Shape;21;p4"/>
            <p:cNvGrpSpPr/>
            <p:nvPr/>
          </p:nvGrpSpPr>
          <p:grpSpPr>
            <a:xfrm>
              <a:off x="9991449" y="185263"/>
              <a:ext cx="630372" cy="200804"/>
              <a:chOff x="9991449" y="185263"/>
              <a:chExt cx="630372" cy="200804"/>
            </a:xfrm>
          </p:grpSpPr>
          <p:sp>
            <p:nvSpPr>
              <p:cNvPr id="22" name="Google Shape;22;p4"/>
              <p:cNvSpPr/>
              <p:nvPr/>
            </p:nvSpPr>
            <p:spPr>
              <a:xfrm>
                <a:off x="9991449" y="185263"/>
                <a:ext cx="149126" cy="200804"/>
              </a:xfrm>
              <a:custGeom>
                <a:avLst/>
                <a:gdLst/>
                <a:ahLst/>
                <a:cxnLst/>
                <a:rect l="l" t="t" r="r" b="b"/>
                <a:pathLst>
                  <a:path w="149126" h="200804" extrusionOk="0">
                    <a:moveTo>
                      <a:pt x="149080" y="11581"/>
                    </a:moveTo>
                    <a:lnTo>
                      <a:pt x="143636" y="44526"/>
                    </a:lnTo>
                    <a:cubicBezTo>
                      <a:pt x="143128" y="47433"/>
                      <a:pt x="141144" y="49509"/>
                      <a:pt x="138422" y="49509"/>
                    </a:cubicBezTo>
                    <a:lnTo>
                      <a:pt x="137914" y="49509"/>
                    </a:lnTo>
                    <a:cubicBezTo>
                      <a:pt x="127994" y="48725"/>
                      <a:pt x="100033" y="46095"/>
                      <a:pt x="82176" y="46095"/>
                    </a:cubicBezTo>
                    <a:cubicBezTo>
                      <a:pt x="75255" y="46095"/>
                      <a:pt x="68057" y="48448"/>
                      <a:pt x="68057" y="57168"/>
                    </a:cubicBezTo>
                    <a:cubicBezTo>
                      <a:pt x="68057" y="60860"/>
                      <a:pt x="70549" y="63213"/>
                      <a:pt x="78947" y="68519"/>
                    </a:cubicBezTo>
                    <a:lnTo>
                      <a:pt x="109169" y="87483"/>
                    </a:lnTo>
                    <a:cubicBezTo>
                      <a:pt x="126979" y="98557"/>
                      <a:pt x="133946" y="113045"/>
                      <a:pt x="133946" y="131501"/>
                    </a:cubicBezTo>
                    <a:cubicBezTo>
                      <a:pt x="133946" y="180779"/>
                      <a:pt x="95050" y="200804"/>
                      <a:pt x="52969" y="200804"/>
                    </a:cubicBezTo>
                    <a:cubicBezTo>
                      <a:pt x="32668" y="200804"/>
                      <a:pt x="16795" y="197897"/>
                      <a:pt x="4199" y="193975"/>
                    </a:cubicBezTo>
                    <a:cubicBezTo>
                      <a:pt x="1984" y="193191"/>
                      <a:pt x="0" y="191853"/>
                      <a:pt x="0" y="189500"/>
                    </a:cubicBezTo>
                    <a:lnTo>
                      <a:pt x="0" y="188715"/>
                    </a:lnTo>
                    <a:lnTo>
                      <a:pt x="5214" y="156325"/>
                    </a:lnTo>
                    <a:cubicBezTo>
                      <a:pt x="5721" y="153418"/>
                      <a:pt x="7936" y="151065"/>
                      <a:pt x="10889" y="151065"/>
                    </a:cubicBezTo>
                    <a:lnTo>
                      <a:pt x="11397" y="151065"/>
                    </a:lnTo>
                    <a:cubicBezTo>
                      <a:pt x="21548" y="152126"/>
                      <a:pt x="47802" y="155033"/>
                      <a:pt x="60952" y="155033"/>
                    </a:cubicBezTo>
                    <a:cubicBezTo>
                      <a:pt x="70872" y="155033"/>
                      <a:pt x="79039" y="151341"/>
                      <a:pt x="79039" y="139483"/>
                    </a:cubicBezTo>
                    <a:cubicBezTo>
                      <a:pt x="79039" y="135515"/>
                      <a:pt x="76547" y="132654"/>
                      <a:pt x="69396" y="127625"/>
                    </a:cubicBezTo>
                    <a:lnTo>
                      <a:pt x="37466" y="105247"/>
                    </a:lnTo>
                    <a:cubicBezTo>
                      <a:pt x="23116" y="95234"/>
                      <a:pt x="16149" y="78116"/>
                      <a:pt x="16149" y="61782"/>
                    </a:cubicBezTo>
                    <a:cubicBezTo>
                      <a:pt x="16103" y="14211"/>
                      <a:pt x="51032" y="0"/>
                      <a:pt x="90389" y="0"/>
                    </a:cubicBezTo>
                    <a:cubicBezTo>
                      <a:pt x="109953" y="0"/>
                      <a:pt x="135700" y="3414"/>
                      <a:pt x="145389" y="6598"/>
                    </a:cubicBezTo>
                    <a:cubicBezTo>
                      <a:pt x="147373" y="7383"/>
                      <a:pt x="149127" y="8444"/>
                      <a:pt x="149127" y="10797"/>
                    </a:cubicBezTo>
                    <a:lnTo>
                      <a:pt x="149127" y="11581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4"/>
              <p:cNvSpPr/>
              <p:nvPr/>
            </p:nvSpPr>
            <p:spPr>
              <a:xfrm>
                <a:off x="10147173" y="185263"/>
                <a:ext cx="140544" cy="200804"/>
              </a:xfrm>
              <a:custGeom>
                <a:avLst/>
                <a:gdLst/>
                <a:ahLst/>
                <a:cxnLst/>
                <a:rect l="l" t="t" r="r" b="b"/>
                <a:pathLst>
                  <a:path w="140544" h="200804" extrusionOk="0">
                    <a:moveTo>
                      <a:pt x="140498" y="8444"/>
                    </a:moveTo>
                    <a:lnTo>
                      <a:pt x="135284" y="40604"/>
                    </a:lnTo>
                    <a:cubicBezTo>
                      <a:pt x="134777" y="43511"/>
                      <a:pt x="132054" y="45864"/>
                      <a:pt x="129332" y="45864"/>
                    </a:cubicBezTo>
                    <a:lnTo>
                      <a:pt x="79316" y="45864"/>
                    </a:lnTo>
                    <a:cubicBezTo>
                      <a:pt x="70411" y="45864"/>
                      <a:pt x="66950" y="49048"/>
                      <a:pt x="65197" y="59060"/>
                    </a:cubicBezTo>
                    <a:lnTo>
                      <a:pt x="61967" y="78301"/>
                    </a:lnTo>
                    <a:lnTo>
                      <a:pt x="122873" y="78301"/>
                    </a:lnTo>
                    <a:cubicBezTo>
                      <a:pt x="125364" y="78301"/>
                      <a:pt x="127071" y="80146"/>
                      <a:pt x="127071" y="82776"/>
                    </a:cubicBezTo>
                    <a:lnTo>
                      <a:pt x="127071" y="83561"/>
                    </a:lnTo>
                    <a:lnTo>
                      <a:pt x="121857" y="114660"/>
                    </a:lnTo>
                    <a:cubicBezTo>
                      <a:pt x="121350" y="117566"/>
                      <a:pt x="118904" y="119920"/>
                      <a:pt x="116182" y="119920"/>
                    </a:cubicBezTo>
                    <a:lnTo>
                      <a:pt x="55276" y="119920"/>
                    </a:lnTo>
                    <a:lnTo>
                      <a:pt x="51539" y="141790"/>
                    </a:lnTo>
                    <a:cubicBezTo>
                      <a:pt x="51308" y="143913"/>
                      <a:pt x="51032" y="145482"/>
                      <a:pt x="51032" y="147050"/>
                    </a:cubicBezTo>
                    <a:cubicBezTo>
                      <a:pt x="51032" y="153095"/>
                      <a:pt x="53985" y="154940"/>
                      <a:pt x="61182" y="154940"/>
                    </a:cubicBezTo>
                    <a:lnTo>
                      <a:pt x="111199" y="154940"/>
                    </a:lnTo>
                    <a:cubicBezTo>
                      <a:pt x="113691" y="154940"/>
                      <a:pt x="115398" y="156786"/>
                      <a:pt x="115398" y="159416"/>
                    </a:cubicBezTo>
                    <a:lnTo>
                      <a:pt x="115398" y="160200"/>
                    </a:lnTo>
                    <a:lnTo>
                      <a:pt x="109953" y="192361"/>
                    </a:lnTo>
                    <a:cubicBezTo>
                      <a:pt x="109446" y="195544"/>
                      <a:pt x="107462" y="197113"/>
                      <a:pt x="104232" y="197621"/>
                    </a:cubicBezTo>
                    <a:cubicBezTo>
                      <a:pt x="94588" y="198959"/>
                      <a:pt x="79454" y="200804"/>
                      <a:pt x="55461" y="200804"/>
                    </a:cubicBezTo>
                    <a:cubicBezTo>
                      <a:pt x="26485" y="200804"/>
                      <a:pt x="0" y="189730"/>
                      <a:pt x="0" y="155217"/>
                    </a:cubicBezTo>
                    <a:cubicBezTo>
                      <a:pt x="0" y="151018"/>
                      <a:pt x="508" y="146543"/>
                      <a:pt x="1246" y="141790"/>
                    </a:cubicBezTo>
                    <a:lnTo>
                      <a:pt x="14857" y="59060"/>
                    </a:lnTo>
                    <a:cubicBezTo>
                      <a:pt x="23578" y="5814"/>
                      <a:pt x="53339" y="0"/>
                      <a:pt x="88267" y="0"/>
                    </a:cubicBezTo>
                    <a:cubicBezTo>
                      <a:pt x="112306" y="0"/>
                      <a:pt x="127394" y="1846"/>
                      <a:pt x="136576" y="3138"/>
                    </a:cubicBezTo>
                    <a:cubicBezTo>
                      <a:pt x="139299" y="3414"/>
                      <a:pt x="140544" y="4706"/>
                      <a:pt x="140544" y="7336"/>
                    </a:cubicBezTo>
                    <a:lnTo>
                      <a:pt x="140544" y="8398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4"/>
              <p:cNvSpPr/>
              <p:nvPr/>
            </p:nvSpPr>
            <p:spPr>
              <a:xfrm>
                <a:off x="10286749" y="187846"/>
                <a:ext cx="183086" cy="195821"/>
              </a:xfrm>
              <a:custGeom>
                <a:avLst/>
                <a:gdLst/>
                <a:ahLst/>
                <a:cxnLst/>
                <a:rect l="l" t="t" r="r" b="b"/>
                <a:pathLst>
                  <a:path w="183086" h="195821" extrusionOk="0">
                    <a:moveTo>
                      <a:pt x="182994" y="5306"/>
                    </a:moveTo>
                    <a:lnTo>
                      <a:pt x="153279" y="186085"/>
                    </a:lnTo>
                    <a:cubicBezTo>
                      <a:pt x="152310" y="191345"/>
                      <a:pt x="147327" y="195821"/>
                      <a:pt x="142390" y="195821"/>
                    </a:cubicBezTo>
                    <a:lnTo>
                      <a:pt x="111660" y="195821"/>
                    </a:lnTo>
                    <a:cubicBezTo>
                      <a:pt x="107185" y="195821"/>
                      <a:pt x="104462" y="193699"/>
                      <a:pt x="102478" y="188715"/>
                    </a:cubicBezTo>
                    <a:lnTo>
                      <a:pt x="65843" y="100448"/>
                    </a:lnTo>
                    <a:cubicBezTo>
                      <a:pt x="65104" y="98603"/>
                      <a:pt x="64366" y="98326"/>
                      <a:pt x="63628" y="98326"/>
                    </a:cubicBezTo>
                    <a:cubicBezTo>
                      <a:pt x="62890" y="98326"/>
                      <a:pt x="62382" y="98833"/>
                      <a:pt x="62151" y="100679"/>
                    </a:cubicBezTo>
                    <a:lnTo>
                      <a:pt x="47294" y="190515"/>
                    </a:lnTo>
                    <a:cubicBezTo>
                      <a:pt x="46787" y="193422"/>
                      <a:pt x="44064" y="195775"/>
                      <a:pt x="41342" y="195775"/>
                    </a:cubicBezTo>
                    <a:lnTo>
                      <a:pt x="4199" y="195775"/>
                    </a:lnTo>
                    <a:cubicBezTo>
                      <a:pt x="1707" y="195775"/>
                      <a:pt x="0" y="193929"/>
                      <a:pt x="0" y="191299"/>
                    </a:cubicBezTo>
                    <a:lnTo>
                      <a:pt x="0" y="190515"/>
                    </a:lnTo>
                    <a:lnTo>
                      <a:pt x="29715" y="9736"/>
                    </a:lnTo>
                    <a:cubicBezTo>
                      <a:pt x="30684" y="4476"/>
                      <a:pt x="35667" y="0"/>
                      <a:pt x="40604" y="0"/>
                    </a:cubicBezTo>
                    <a:lnTo>
                      <a:pt x="70826" y="0"/>
                    </a:lnTo>
                    <a:cubicBezTo>
                      <a:pt x="75532" y="0"/>
                      <a:pt x="77516" y="3184"/>
                      <a:pt x="79500" y="7659"/>
                    </a:cubicBezTo>
                    <a:lnTo>
                      <a:pt x="117151" y="98557"/>
                    </a:lnTo>
                    <a:cubicBezTo>
                      <a:pt x="117889" y="100402"/>
                      <a:pt x="118120" y="100910"/>
                      <a:pt x="118904" y="100910"/>
                    </a:cubicBezTo>
                    <a:cubicBezTo>
                      <a:pt x="119689" y="100910"/>
                      <a:pt x="120381" y="100633"/>
                      <a:pt x="120658" y="98557"/>
                    </a:cubicBezTo>
                    <a:lnTo>
                      <a:pt x="136023" y="5260"/>
                    </a:lnTo>
                    <a:cubicBezTo>
                      <a:pt x="136530" y="2353"/>
                      <a:pt x="139252" y="0"/>
                      <a:pt x="141975" y="0"/>
                    </a:cubicBezTo>
                    <a:lnTo>
                      <a:pt x="179118" y="0"/>
                    </a:lnTo>
                    <a:cubicBezTo>
                      <a:pt x="181610" y="0"/>
                      <a:pt x="183086" y="1846"/>
                      <a:pt x="183086" y="4199"/>
                    </a:cubicBezTo>
                    <a:lnTo>
                      <a:pt x="183086" y="5260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4"/>
              <p:cNvSpPr/>
              <p:nvPr/>
            </p:nvSpPr>
            <p:spPr>
              <a:xfrm>
                <a:off x="10459822" y="185539"/>
                <a:ext cx="161999" cy="198174"/>
              </a:xfrm>
              <a:custGeom>
                <a:avLst/>
                <a:gdLst/>
                <a:ahLst/>
                <a:cxnLst/>
                <a:rect l="l" t="t" r="r" b="b"/>
                <a:pathLst>
                  <a:path w="161999" h="198174" extrusionOk="0">
                    <a:moveTo>
                      <a:pt x="157293" y="198128"/>
                    </a:moveTo>
                    <a:lnTo>
                      <a:pt x="115167" y="198128"/>
                    </a:lnTo>
                    <a:cubicBezTo>
                      <a:pt x="112675" y="198128"/>
                      <a:pt x="110968" y="195775"/>
                      <a:pt x="110968" y="193145"/>
                    </a:cubicBezTo>
                    <a:lnTo>
                      <a:pt x="110230" y="156509"/>
                    </a:lnTo>
                    <a:lnTo>
                      <a:pt x="66119" y="156509"/>
                    </a:lnTo>
                    <a:lnTo>
                      <a:pt x="53016" y="193145"/>
                    </a:lnTo>
                    <a:cubicBezTo>
                      <a:pt x="52047" y="195775"/>
                      <a:pt x="49786" y="198128"/>
                      <a:pt x="47294" y="198128"/>
                    </a:cubicBezTo>
                    <a:lnTo>
                      <a:pt x="3461" y="198128"/>
                    </a:lnTo>
                    <a:cubicBezTo>
                      <a:pt x="1246" y="198128"/>
                      <a:pt x="0" y="196790"/>
                      <a:pt x="0" y="194714"/>
                    </a:cubicBezTo>
                    <a:cubicBezTo>
                      <a:pt x="0" y="194206"/>
                      <a:pt x="231" y="193376"/>
                      <a:pt x="508" y="192591"/>
                    </a:cubicBezTo>
                    <a:lnTo>
                      <a:pt x="60444" y="31330"/>
                    </a:lnTo>
                    <a:cubicBezTo>
                      <a:pt x="70088" y="5260"/>
                      <a:pt x="89651" y="0"/>
                      <a:pt x="113183" y="0"/>
                    </a:cubicBezTo>
                    <a:cubicBezTo>
                      <a:pt x="136715" y="0"/>
                      <a:pt x="154525" y="5260"/>
                      <a:pt x="155540" y="31376"/>
                    </a:cubicBezTo>
                    <a:lnTo>
                      <a:pt x="162000" y="192637"/>
                    </a:lnTo>
                    <a:lnTo>
                      <a:pt x="162000" y="192914"/>
                    </a:lnTo>
                    <a:cubicBezTo>
                      <a:pt x="162000" y="195821"/>
                      <a:pt x="160016" y="198174"/>
                      <a:pt x="157293" y="198174"/>
                    </a:cubicBezTo>
                    <a:close/>
                    <a:moveTo>
                      <a:pt x="108984" y="47433"/>
                    </a:moveTo>
                    <a:cubicBezTo>
                      <a:pt x="108984" y="45079"/>
                      <a:pt x="108984" y="43741"/>
                      <a:pt x="106769" y="43741"/>
                    </a:cubicBezTo>
                    <a:cubicBezTo>
                      <a:pt x="104555" y="43741"/>
                      <a:pt x="104278" y="45079"/>
                      <a:pt x="103540" y="47433"/>
                    </a:cubicBezTo>
                    <a:lnTo>
                      <a:pt x="80239" y="114383"/>
                    </a:lnTo>
                    <a:lnTo>
                      <a:pt x="109953" y="114383"/>
                    </a:lnTo>
                    <a:lnTo>
                      <a:pt x="108984" y="47433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6" name="Google Shape;26;p4"/>
            <p:cNvSpPr/>
            <p:nvPr/>
          </p:nvSpPr>
          <p:spPr>
            <a:xfrm>
              <a:off x="10642764" y="229014"/>
              <a:ext cx="75224" cy="154653"/>
            </a:xfrm>
            <a:custGeom>
              <a:avLst/>
              <a:gdLst/>
              <a:ahLst/>
              <a:cxnLst/>
              <a:rect l="l" t="t" r="r" b="b"/>
              <a:pathLst>
                <a:path w="75224" h="154653" extrusionOk="0">
                  <a:moveTo>
                    <a:pt x="21231" y="27490"/>
                  </a:moveTo>
                  <a:cubicBezTo>
                    <a:pt x="20585" y="27813"/>
                    <a:pt x="20123" y="28459"/>
                    <a:pt x="19985" y="29197"/>
                  </a:cubicBezTo>
                  <a:lnTo>
                    <a:pt x="98" y="149394"/>
                  </a:lnTo>
                  <a:cubicBezTo>
                    <a:pt x="-409" y="152024"/>
                    <a:pt x="1067" y="154654"/>
                    <a:pt x="4066" y="154654"/>
                  </a:cubicBezTo>
                  <a:lnTo>
                    <a:pt x="44670" y="154654"/>
                  </a:lnTo>
                  <a:cubicBezTo>
                    <a:pt x="48361" y="154654"/>
                    <a:pt x="50115" y="152300"/>
                    <a:pt x="50622" y="149394"/>
                  </a:cubicBezTo>
                  <a:lnTo>
                    <a:pt x="75215" y="867"/>
                  </a:lnTo>
                  <a:cubicBezTo>
                    <a:pt x="75308" y="267"/>
                    <a:pt x="74662" y="-194"/>
                    <a:pt x="74154" y="82"/>
                  </a:cubicBezTo>
                  <a:lnTo>
                    <a:pt x="21277" y="2749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10666763" y="187893"/>
              <a:ext cx="57432" cy="46279"/>
            </a:xfrm>
            <a:custGeom>
              <a:avLst/>
              <a:gdLst/>
              <a:ahLst/>
              <a:cxnLst/>
              <a:rect l="l" t="t" r="r" b="b"/>
              <a:pathLst>
                <a:path w="57432" h="46279" extrusionOk="0">
                  <a:moveTo>
                    <a:pt x="53108" y="0"/>
                  </a:moveTo>
                  <a:lnTo>
                    <a:pt x="12504" y="0"/>
                  </a:lnTo>
                  <a:cubicBezTo>
                    <a:pt x="9782" y="0"/>
                    <a:pt x="7290" y="2122"/>
                    <a:pt x="6829" y="4983"/>
                  </a:cubicBezTo>
                  <a:lnTo>
                    <a:pt x="0" y="46279"/>
                  </a:lnTo>
                  <a:lnTo>
                    <a:pt x="51539" y="20625"/>
                  </a:lnTo>
                  <a:cubicBezTo>
                    <a:pt x="53754" y="19518"/>
                    <a:pt x="55323" y="17441"/>
                    <a:pt x="55692" y="14996"/>
                  </a:cubicBezTo>
                  <a:lnTo>
                    <a:pt x="57353" y="4983"/>
                  </a:lnTo>
                  <a:cubicBezTo>
                    <a:pt x="57860" y="1569"/>
                    <a:pt x="55876" y="0"/>
                    <a:pt x="53154" y="0"/>
                  </a:cubicBezTo>
                  <a:close/>
                </a:path>
              </a:pathLst>
            </a:custGeom>
            <a:solidFill>
              <a:srgbClr val="F156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" name="Google Shape;28;p4"/>
          <p:cNvGrpSpPr/>
          <p:nvPr/>
        </p:nvGrpSpPr>
        <p:grpSpPr>
          <a:xfrm>
            <a:off x="10586057" y="184687"/>
            <a:ext cx="548498" cy="204045"/>
            <a:chOff x="8606116" y="211834"/>
            <a:chExt cx="1114302" cy="414528"/>
          </a:xfrm>
        </p:grpSpPr>
        <p:sp>
          <p:nvSpPr>
            <p:cNvPr id="29" name="Google Shape;29;p4"/>
            <p:cNvSpPr/>
            <p:nvPr/>
          </p:nvSpPr>
          <p:spPr>
            <a:xfrm>
              <a:off x="8606116" y="211834"/>
              <a:ext cx="307847" cy="414528"/>
            </a:xfrm>
            <a:custGeom>
              <a:avLst/>
              <a:gdLst/>
              <a:ahLst/>
              <a:cxnLst/>
              <a:rect l="l" t="t" r="r" b="b"/>
              <a:pathLst>
                <a:path w="307847" h="414528" extrusionOk="0">
                  <a:moveTo>
                    <a:pt x="307753" y="23908"/>
                  </a:moveTo>
                  <a:lnTo>
                    <a:pt x="296513" y="91916"/>
                  </a:lnTo>
                  <a:cubicBezTo>
                    <a:pt x="295466" y="97917"/>
                    <a:pt x="291370" y="102203"/>
                    <a:pt x="285750" y="102203"/>
                  </a:cubicBezTo>
                  <a:lnTo>
                    <a:pt x="284702" y="102203"/>
                  </a:lnTo>
                  <a:cubicBezTo>
                    <a:pt x="264224" y="100584"/>
                    <a:pt x="206502" y="95155"/>
                    <a:pt x="169640" y="95155"/>
                  </a:cubicBezTo>
                  <a:cubicBezTo>
                    <a:pt x="155353" y="95155"/>
                    <a:pt x="140494" y="100013"/>
                    <a:pt x="140494" y="118015"/>
                  </a:cubicBezTo>
                  <a:cubicBezTo>
                    <a:pt x="140494" y="125635"/>
                    <a:pt x="145637" y="130493"/>
                    <a:pt x="162973" y="141446"/>
                  </a:cubicBezTo>
                  <a:lnTo>
                    <a:pt x="225362" y="180594"/>
                  </a:lnTo>
                  <a:cubicBezTo>
                    <a:pt x="262128" y="203454"/>
                    <a:pt x="276511" y="233363"/>
                    <a:pt x="276511" y="271463"/>
                  </a:cubicBezTo>
                  <a:cubicBezTo>
                    <a:pt x="276511" y="373190"/>
                    <a:pt x="196215" y="414528"/>
                    <a:pt x="109347" y="414528"/>
                  </a:cubicBezTo>
                  <a:cubicBezTo>
                    <a:pt x="67437" y="414528"/>
                    <a:pt x="34671" y="408527"/>
                    <a:pt x="8668" y="400431"/>
                  </a:cubicBezTo>
                  <a:cubicBezTo>
                    <a:pt x="4096" y="398812"/>
                    <a:pt x="0" y="396050"/>
                    <a:pt x="0" y="391192"/>
                  </a:cubicBezTo>
                  <a:lnTo>
                    <a:pt x="0" y="389573"/>
                  </a:lnTo>
                  <a:lnTo>
                    <a:pt x="10763" y="322707"/>
                  </a:lnTo>
                  <a:cubicBezTo>
                    <a:pt x="11811" y="316706"/>
                    <a:pt x="16383" y="311849"/>
                    <a:pt x="22479" y="311849"/>
                  </a:cubicBezTo>
                  <a:lnTo>
                    <a:pt x="23527" y="311849"/>
                  </a:lnTo>
                  <a:cubicBezTo>
                    <a:pt x="44482" y="314039"/>
                    <a:pt x="98679" y="320040"/>
                    <a:pt x="125825" y="320040"/>
                  </a:cubicBezTo>
                  <a:cubicBezTo>
                    <a:pt x="146304" y="320040"/>
                    <a:pt x="163163" y="312420"/>
                    <a:pt x="163163" y="287941"/>
                  </a:cubicBezTo>
                  <a:cubicBezTo>
                    <a:pt x="163163" y="279749"/>
                    <a:pt x="158020" y="273844"/>
                    <a:pt x="143256" y="263462"/>
                  </a:cubicBezTo>
                  <a:lnTo>
                    <a:pt x="77343" y="217265"/>
                  </a:lnTo>
                  <a:cubicBezTo>
                    <a:pt x="47720" y="196596"/>
                    <a:pt x="33338" y="161258"/>
                    <a:pt x="33338" y="127540"/>
                  </a:cubicBezTo>
                  <a:cubicBezTo>
                    <a:pt x="33242" y="29337"/>
                    <a:pt x="105347" y="0"/>
                    <a:pt x="186595" y="0"/>
                  </a:cubicBezTo>
                  <a:cubicBezTo>
                    <a:pt x="226981" y="0"/>
                    <a:pt x="280130" y="7049"/>
                    <a:pt x="300133" y="13621"/>
                  </a:cubicBezTo>
                  <a:cubicBezTo>
                    <a:pt x="304229" y="15240"/>
                    <a:pt x="307848" y="17431"/>
                    <a:pt x="307848" y="22289"/>
                  </a:cubicBezTo>
                  <a:lnTo>
                    <a:pt x="307848" y="2390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>
              <a:off x="9227050" y="212119"/>
              <a:ext cx="307943" cy="414242"/>
            </a:xfrm>
            <a:custGeom>
              <a:avLst/>
              <a:gdLst/>
              <a:ahLst/>
              <a:cxnLst/>
              <a:rect l="l" t="t" r="r" b="b"/>
              <a:pathLst>
                <a:path w="307943" h="414242" extrusionOk="0">
                  <a:moveTo>
                    <a:pt x="307753" y="23622"/>
                  </a:moveTo>
                  <a:lnTo>
                    <a:pt x="296513" y="91631"/>
                  </a:lnTo>
                  <a:cubicBezTo>
                    <a:pt x="295465" y="97631"/>
                    <a:pt x="291370" y="101917"/>
                    <a:pt x="285750" y="101917"/>
                  </a:cubicBezTo>
                  <a:lnTo>
                    <a:pt x="284702" y="101917"/>
                  </a:lnTo>
                  <a:cubicBezTo>
                    <a:pt x="264223" y="100298"/>
                    <a:pt x="206502" y="94869"/>
                    <a:pt x="169640" y="94869"/>
                  </a:cubicBezTo>
                  <a:cubicBezTo>
                    <a:pt x="155353" y="94869"/>
                    <a:pt x="140494" y="99727"/>
                    <a:pt x="140494" y="117729"/>
                  </a:cubicBezTo>
                  <a:cubicBezTo>
                    <a:pt x="140494" y="125349"/>
                    <a:pt x="145637" y="130207"/>
                    <a:pt x="162973" y="141161"/>
                  </a:cubicBezTo>
                  <a:lnTo>
                    <a:pt x="225361" y="180308"/>
                  </a:lnTo>
                  <a:cubicBezTo>
                    <a:pt x="262128" y="203168"/>
                    <a:pt x="276511" y="233077"/>
                    <a:pt x="276511" y="271177"/>
                  </a:cubicBezTo>
                  <a:cubicBezTo>
                    <a:pt x="276511" y="372904"/>
                    <a:pt x="196215" y="414242"/>
                    <a:pt x="109347" y="414242"/>
                  </a:cubicBezTo>
                  <a:cubicBezTo>
                    <a:pt x="67437" y="414242"/>
                    <a:pt x="34671" y="408242"/>
                    <a:pt x="8668" y="400145"/>
                  </a:cubicBezTo>
                  <a:cubicBezTo>
                    <a:pt x="4096" y="398526"/>
                    <a:pt x="0" y="395764"/>
                    <a:pt x="0" y="390906"/>
                  </a:cubicBezTo>
                  <a:lnTo>
                    <a:pt x="0" y="389287"/>
                  </a:lnTo>
                  <a:lnTo>
                    <a:pt x="10763" y="322421"/>
                  </a:lnTo>
                  <a:cubicBezTo>
                    <a:pt x="11811" y="316421"/>
                    <a:pt x="16383" y="311563"/>
                    <a:pt x="22479" y="311563"/>
                  </a:cubicBezTo>
                  <a:lnTo>
                    <a:pt x="23527" y="311563"/>
                  </a:lnTo>
                  <a:cubicBezTo>
                    <a:pt x="44482" y="313754"/>
                    <a:pt x="98679" y="319754"/>
                    <a:pt x="125825" y="319754"/>
                  </a:cubicBezTo>
                  <a:cubicBezTo>
                    <a:pt x="146304" y="319754"/>
                    <a:pt x="163163" y="312134"/>
                    <a:pt x="163163" y="287655"/>
                  </a:cubicBezTo>
                  <a:cubicBezTo>
                    <a:pt x="163163" y="279464"/>
                    <a:pt x="158020" y="273558"/>
                    <a:pt x="143256" y="263176"/>
                  </a:cubicBezTo>
                  <a:lnTo>
                    <a:pt x="77343" y="216980"/>
                  </a:lnTo>
                  <a:cubicBezTo>
                    <a:pt x="47720" y="196310"/>
                    <a:pt x="33338" y="160973"/>
                    <a:pt x="33338" y="127254"/>
                  </a:cubicBezTo>
                  <a:cubicBezTo>
                    <a:pt x="33338" y="29337"/>
                    <a:pt x="105442" y="0"/>
                    <a:pt x="186690" y="0"/>
                  </a:cubicBezTo>
                  <a:cubicBezTo>
                    <a:pt x="227076" y="0"/>
                    <a:pt x="280225" y="7049"/>
                    <a:pt x="300228" y="13621"/>
                  </a:cubicBezTo>
                  <a:cubicBezTo>
                    <a:pt x="304324" y="15240"/>
                    <a:pt x="307943" y="17431"/>
                    <a:pt x="307943" y="22288"/>
                  </a:cubicBezTo>
                  <a:lnTo>
                    <a:pt x="307943" y="2390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8927584" y="211834"/>
              <a:ext cx="290131" cy="414528"/>
            </a:xfrm>
            <a:custGeom>
              <a:avLst/>
              <a:gdLst/>
              <a:ahLst/>
              <a:cxnLst/>
              <a:rect l="l" t="t" r="r" b="b"/>
              <a:pathLst>
                <a:path w="290131" h="414528" extrusionOk="0">
                  <a:moveTo>
                    <a:pt x="290036" y="17431"/>
                  </a:moveTo>
                  <a:lnTo>
                    <a:pt x="279273" y="83820"/>
                  </a:lnTo>
                  <a:cubicBezTo>
                    <a:pt x="278225" y="89821"/>
                    <a:pt x="272606" y="94678"/>
                    <a:pt x="266986" y="94678"/>
                  </a:cubicBezTo>
                  <a:lnTo>
                    <a:pt x="163735" y="94678"/>
                  </a:lnTo>
                  <a:cubicBezTo>
                    <a:pt x="145351" y="94678"/>
                    <a:pt x="138208" y="101251"/>
                    <a:pt x="134588" y="121920"/>
                  </a:cubicBezTo>
                  <a:lnTo>
                    <a:pt x="127921" y="161639"/>
                  </a:lnTo>
                  <a:lnTo>
                    <a:pt x="253651" y="161639"/>
                  </a:lnTo>
                  <a:cubicBezTo>
                    <a:pt x="258794" y="161639"/>
                    <a:pt x="262319" y="165449"/>
                    <a:pt x="262319" y="170879"/>
                  </a:cubicBezTo>
                  <a:lnTo>
                    <a:pt x="262319" y="172498"/>
                  </a:lnTo>
                  <a:lnTo>
                    <a:pt x="251555" y="236696"/>
                  </a:lnTo>
                  <a:cubicBezTo>
                    <a:pt x="250508" y="242697"/>
                    <a:pt x="245459" y="247555"/>
                    <a:pt x="239840" y="247555"/>
                  </a:cubicBezTo>
                  <a:lnTo>
                    <a:pt x="114109" y="247555"/>
                  </a:lnTo>
                  <a:lnTo>
                    <a:pt x="106394" y="292703"/>
                  </a:lnTo>
                  <a:cubicBezTo>
                    <a:pt x="105918" y="297085"/>
                    <a:pt x="105347" y="300323"/>
                    <a:pt x="105347" y="303562"/>
                  </a:cubicBezTo>
                  <a:cubicBezTo>
                    <a:pt x="105347" y="316040"/>
                    <a:pt x="111443" y="319850"/>
                    <a:pt x="126301" y="319850"/>
                  </a:cubicBezTo>
                  <a:lnTo>
                    <a:pt x="229552" y="319850"/>
                  </a:lnTo>
                  <a:cubicBezTo>
                    <a:pt x="234696" y="319850"/>
                    <a:pt x="238220" y="323660"/>
                    <a:pt x="238220" y="329089"/>
                  </a:cubicBezTo>
                  <a:lnTo>
                    <a:pt x="238220" y="330708"/>
                  </a:lnTo>
                  <a:lnTo>
                    <a:pt x="226981" y="397097"/>
                  </a:lnTo>
                  <a:cubicBezTo>
                    <a:pt x="225933" y="403670"/>
                    <a:pt x="221837" y="406908"/>
                    <a:pt x="215170" y="407956"/>
                  </a:cubicBezTo>
                  <a:cubicBezTo>
                    <a:pt x="195263" y="410718"/>
                    <a:pt x="164021" y="414528"/>
                    <a:pt x="114491" y="414528"/>
                  </a:cubicBezTo>
                  <a:cubicBezTo>
                    <a:pt x="54674" y="414528"/>
                    <a:pt x="0" y="391668"/>
                    <a:pt x="0" y="320421"/>
                  </a:cubicBezTo>
                  <a:cubicBezTo>
                    <a:pt x="0" y="311753"/>
                    <a:pt x="1048" y="302514"/>
                    <a:pt x="2572" y="292703"/>
                  </a:cubicBezTo>
                  <a:lnTo>
                    <a:pt x="30671" y="121920"/>
                  </a:lnTo>
                  <a:cubicBezTo>
                    <a:pt x="48673" y="12002"/>
                    <a:pt x="110109" y="0"/>
                    <a:pt x="182213" y="0"/>
                  </a:cubicBezTo>
                  <a:cubicBezTo>
                    <a:pt x="231839" y="0"/>
                    <a:pt x="262985" y="3810"/>
                    <a:pt x="281940" y="6477"/>
                  </a:cubicBezTo>
                  <a:cubicBezTo>
                    <a:pt x="287560" y="7049"/>
                    <a:pt x="290132" y="9716"/>
                    <a:pt x="290132" y="15145"/>
                  </a:cubicBezTo>
                  <a:lnTo>
                    <a:pt x="290132" y="1733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2" name="Google Shape;32;p4"/>
            <p:cNvGrpSpPr/>
            <p:nvPr/>
          </p:nvGrpSpPr>
          <p:grpSpPr>
            <a:xfrm>
              <a:off x="9552316" y="217263"/>
              <a:ext cx="168102" cy="404145"/>
              <a:chOff x="9552316" y="217263"/>
              <a:chExt cx="168102" cy="404145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9552316" y="302151"/>
                <a:ext cx="155288" cy="319257"/>
              </a:xfrm>
              <a:custGeom>
                <a:avLst/>
                <a:gdLst/>
                <a:ahLst/>
                <a:cxnLst/>
                <a:rect l="l" t="t" r="r" b="b"/>
                <a:pathLst>
                  <a:path w="155288" h="319257" extrusionOk="0">
                    <a:moveTo>
                      <a:pt x="43828" y="56749"/>
                    </a:moveTo>
                    <a:cubicBezTo>
                      <a:pt x="42494" y="57415"/>
                      <a:pt x="41542" y="58749"/>
                      <a:pt x="41256" y="60273"/>
                    </a:cubicBezTo>
                    <a:lnTo>
                      <a:pt x="203" y="308399"/>
                    </a:lnTo>
                    <a:cubicBezTo>
                      <a:pt x="-845" y="313828"/>
                      <a:pt x="2203" y="319258"/>
                      <a:pt x="8395" y="319258"/>
                    </a:cubicBezTo>
                    <a:lnTo>
                      <a:pt x="92215" y="319258"/>
                    </a:lnTo>
                    <a:cubicBezTo>
                      <a:pt x="99835" y="319258"/>
                      <a:pt x="103454" y="314400"/>
                      <a:pt x="104502" y="308399"/>
                    </a:cubicBezTo>
                    <a:lnTo>
                      <a:pt x="155270" y="1789"/>
                    </a:lnTo>
                    <a:cubicBezTo>
                      <a:pt x="155461" y="551"/>
                      <a:pt x="154127" y="-401"/>
                      <a:pt x="153079" y="170"/>
                    </a:cubicBezTo>
                    <a:lnTo>
                      <a:pt x="43923" y="56749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9601859" y="217263"/>
                <a:ext cx="118559" cy="95535"/>
              </a:xfrm>
              <a:custGeom>
                <a:avLst/>
                <a:gdLst/>
                <a:ahLst/>
                <a:cxnLst/>
                <a:rect l="l" t="t" r="r" b="b"/>
                <a:pathLst>
                  <a:path w="118559" h="95535" extrusionOk="0">
                    <a:moveTo>
                      <a:pt x="109633" y="0"/>
                    </a:moveTo>
                    <a:lnTo>
                      <a:pt x="25813" y="0"/>
                    </a:lnTo>
                    <a:cubicBezTo>
                      <a:pt x="20193" y="0"/>
                      <a:pt x="15050" y="4382"/>
                      <a:pt x="14097" y="10287"/>
                    </a:cubicBezTo>
                    <a:lnTo>
                      <a:pt x="0" y="95536"/>
                    </a:lnTo>
                    <a:lnTo>
                      <a:pt x="106394" y="42577"/>
                    </a:lnTo>
                    <a:cubicBezTo>
                      <a:pt x="110966" y="40291"/>
                      <a:pt x="114205" y="36005"/>
                      <a:pt x="114967" y="30956"/>
                    </a:cubicBezTo>
                    <a:lnTo>
                      <a:pt x="118396" y="10287"/>
                    </a:lnTo>
                    <a:cubicBezTo>
                      <a:pt x="119444" y="3239"/>
                      <a:pt x="115348" y="0"/>
                      <a:pt x="109728" y="0"/>
                    </a:cubicBezTo>
                    <a:close/>
                  </a:path>
                </a:pathLst>
              </a:custGeom>
              <a:solidFill>
                <a:srgbClr val="50B8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TITULO">
  <p:cSld name="01 TITULO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1" y="3036585"/>
            <a:ext cx="12191998" cy="7848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84675" y="2414594"/>
            <a:ext cx="1893121" cy="42764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5"/>
          <p:cNvGrpSpPr/>
          <p:nvPr/>
        </p:nvGrpSpPr>
        <p:grpSpPr>
          <a:xfrm>
            <a:off x="806450" y="5962195"/>
            <a:ext cx="959687" cy="659349"/>
            <a:chOff x="10618476" y="5819821"/>
            <a:chExt cx="1448425" cy="995135"/>
          </a:xfrm>
        </p:grpSpPr>
        <p:sp>
          <p:nvSpPr>
            <p:cNvPr id="40" name="Google Shape;40;p5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5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5" name="Google Shape;7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6205" y="133350"/>
            <a:ext cx="1606455" cy="6648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" name="Google Shape;76;p5"/>
          <p:cNvGrpSpPr/>
          <p:nvPr/>
        </p:nvGrpSpPr>
        <p:grpSpPr>
          <a:xfrm rot="10800000">
            <a:off x="10903216" y="283108"/>
            <a:ext cx="959687" cy="659349"/>
            <a:chOff x="10618476" y="5819821"/>
            <a:chExt cx="1448425" cy="995135"/>
          </a:xfrm>
        </p:grpSpPr>
        <p:sp>
          <p:nvSpPr>
            <p:cNvPr id="77" name="Google Shape;77;p5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2" name="Google Shape;112;p5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13" name="Google Shape;113;p5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ÍTULO PRINCIPAL">
  <p:cSld name="7_TÍTULO PRINCIPAL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p6"/>
          <p:cNvGrpSpPr/>
          <p:nvPr/>
        </p:nvGrpSpPr>
        <p:grpSpPr>
          <a:xfrm>
            <a:off x="-19050" y="0"/>
            <a:ext cx="4958785" cy="6858002"/>
            <a:chOff x="0" y="0"/>
            <a:chExt cx="4958785" cy="6858002"/>
          </a:xfrm>
        </p:grpSpPr>
        <p:sp>
          <p:nvSpPr>
            <p:cNvPr id="120" name="Google Shape;120;p6"/>
            <p:cNvSpPr/>
            <p:nvPr/>
          </p:nvSpPr>
          <p:spPr>
            <a:xfrm>
              <a:off x="0" y="0"/>
              <a:ext cx="4958785" cy="4444972"/>
            </a:xfrm>
            <a:custGeom>
              <a:avLst/>
              <a:gdLst/>
              <a:ahLst/>
              <a:cxnLst/>
              <a:rect l="l" t="t" r="r" b="b"/>
              <a:pathLst>
                <a:path w="1366932" h="1225295" extrusionOk="0">
                  <a:moveTo>
                    <a:pt x="0" y="1225296"/>
                  </a:moveTo>
                  <a:lnTo>
                    <a:pt x="0" y="0"/>
                  </a:lnTo>
                  <a:lnTo>
                    <a:pt x="1366933" y="0"/>
                  </a:lnTo>
                  <a:lnTo>
                    <a:pt x="1263777" y="612648"/>
                  </a:lnTo>
                  <a:lnTo>
                    <a:pt x="0" y="1225296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>
                  <a:alpha val="49803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0" y="3053993"/>
              <a:ext cx="4419605" cy="3804009"/>
            </a:xfrm>
            <a:custGeom>
              <a:avLst/>
              <a:gdLst/>
              <a:ahLst/>
              <a:cxnLst/>
              <a:rect l="l" t="t" r="r" b="b"/>
              <a:pathLst>
                <a:path w="4419605" h="3804009" extrusionOk="0">
                  <a:moveTo>
                    <a:pt x="4419605" y="0"/>
                  </a:moveTo>
                  <a:lnTo>
                    <a:pt x="3762300" y="3804009"/>
                  </a:lnTo>
                  <a:lnTo>
                    <a:pt x="0" y="3804009"/>
                  </a:lnTo>
                  <a:lnTo>
                    <a:pt x="0" y="2132913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>
                  <a:alpha val="49803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2" name="Google Shape;12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6734" y="3429000"/>
            <a:ext cx="1446602" cy="3267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3" name="Google Shape;123;p6"/>
          <p:cNvGrpSpPr/>
          <p:nvPr/>
        </p:nvGrpSpPr>
        <p:grpSpPr>
          <a:xfrm>
            <a:off x="238621" y="5962195"/>
            <a:ext cx="959687" cy="659349"/>
            <a:chOff x="10618476" y="5819821"/>
            <a:chExt cx="1448425" cy="995135"/>
          </a:xfrm>
        </p:grpSpPr>
        <p:sp>
          <p:nvSpPr>
            <p:cNvPr id="124" name="Google Shape;124;p6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6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6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6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6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6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6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6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6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6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6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6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6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6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6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6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6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6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6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6"/>
          <p:cNvSpPr txBox="1">
            <a:spLocks noGrp="1"/>
          </p:cNvSpPr>
          <p:nvPr>
            <p:ph type="body" idx="1"/>
          </p:nvPr>
        </p:nvSpPr>
        <p:spPr>
          <a:xfrm>
            <a:off x="5191125" y="2950119"/>
            <a:ext cx="6171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60" name="Google Shape;160;p6"/>
          <p:cNvGrpSpPr/>
          <p:nvPr/>
        </p:nvGrpSpPr>
        <p:grpSpPr>
          <a:xfrm>
            <a:off x="10221486" y="250078"/>
            <a:ext cx="1751850" cy="259201"/>
            <a:chOff x="432228" y="907213"/>
            <a:chExt cx="2801656" cy="414528"/>
          </a:xfrm>
        </p:grpSpPr>
        <p:grpSp>
          <p:nvGrpSpPr>
            <p:cNvPr id="161" name="Google Shape;161;p6"/>
            <p:cNvGrpSpPr/>
            <p:nvPr/>
          </p:nvGrpSpPr>
          <p:grpSpPr>
            <a:xfrm>
              <a:off x="432228" y="907213"/>
              <a:ext cx="1114302" cy="414528"/>
              <a:chOff x="432228" y="907213"/>
              <a:chExt cx="1114302" cy="414528"/>
            </a:xfrm>
          </p:grpSpPr>
          <p:sp>
            <p:nvSpPr>
              <p:cNvPr id="162" name="Google Shape;162;p6"/>
              <p:cNvSpPr/>
              <p:nvPr/>
            </p:nvSpPr>
            <p:spPr>
              <a:xfrm>
                <a:off x="432228" y="907213"/>
                <a:ext cx="307847" cy="414527"/>
              </a:xfrm>
              <a:custGeom>
                <a:avLst/>
                <a:gdLst/>
                <a:ahLst/>
                <a:cxnLst/>
                <a:rect l="l" t="t" r="r" b="b"/>
                <a:pathLst>
                  <a:path w="307847" h="414527" extrusionOk="0">
                    <a:moveTo>
                      <a:pt x="307753" y="23908"/>
                    </a:moveTo>
                    <a:lnTo>
                      <a:pt x="296513" y="91916"/>
                    </a:lnTo>
                    <a:cubicBezTo>
                      <a:pt x="295466" y="97917"/>
                      <a:pt x="291370" y="102203"/>
                      <a:pt x="285750" y="102203"/>
                    </a:cubicBezTo>
                    <a:lnTo>
                      <a:pt x="284702" y="102203"/>
                    </a:lnTo>
                    <a:cubicBezTo>
                      <a:pt x="264224" y="100584"/>
                      <a:pt x="206502" y="95155"/>
                      <a:pt x="169640" y="95155"/>
                    </a:cubicBezTo>
                    <a:cubicBezTo>
                      <a:pt x="155353" y="95155"/>
                      <a:pt x="140494" y="100013"/>
                      <a:pt x="140494" y="118015"/>
                    </a:cubicBezTo>
                    <a:cubicBezTo>
                      <a:pt x="140494" y="125635"/>
                      <a:pt x="145637" y="130493"/>
                      <a:pt x="162973" y="141446"/>
                    </a:cubicBezTo>
                    <a:lnTo>
                      <a:pt x="225362" y="180594"/>
                    </a:lnTo>
                    <a:cubicBezTo>
                      <a:pt x="262128" y="203454"/>
                      <a:pt x="276511" y="233363"/>
                      <a:pt x="276511" y="271463"/>
                    </a:cubicBezTo>
                    <a:cubicBezTo>
                      <a:pt x="276511" y="373190"/>
                      <a:pt x="196215" y="414528"/>
                      <a:pt x="109347" y="414528"/>
                    </a:cubicBezTo>
                    <a:cubicBezTo>
                      <a:pt x="67437" y="414528"/>
                      <a:pt x="34671" y="408527"/>
                      <a:pt x="8668" y="400431"/>
                    </a:cubicBezTo>
                    <a:cubicBezTo>
                      <a:pt x="4096" y="398812"/>
                      <a:pt x="0" y="396050"/>
                      <a:pt x="0" y="391192"/>
                    </a:cubicBezTo>
                    <a:lnTo>
                      <a:pt x="0" y="389573"/>
                    </a:lnTo>
                    <a:lnTo>
                      <a:pt x="10763" y="322707"/>
                    </a:lnTo>
                    <a:cubicBezTo>
                      <a:pt x="11811" y="316706"/>
                      <a:pt x="16383" y="311849"/>
                      <a:pt x="22479" y="311849"/>
                    </a:cubicBezTo>
                    <a:lnTo>
                      <a:pt x="23527" y="311849"/>
                    </a:lnTo>
                    <a:cubicBezTo>
                      <a:pt x="44482" y="314039"/>
                      <a:pt x="98679" y="320040"/>
                      <a:pt x="125825" y="320040"/>
                    </a:cubicBezTo>
                    <a:cubicBezTo>
                      <a:pt x="146304" y="320040"/>
                      <a:pt x="163163" y="312420"/>
                      <a:pt x="163163" y="287941"/>
                    </a:cubicBezTo>
                    <a:cubicBezTo>
                      <a:pt x="163163" y="279749"/>
                      <a:pt x="158020" y="273844"/>
                      <a:pt x="143256" y="263462"/>
                    </a:cubicBezTo>
                    <a:lnTo>
                      <a:pt x="77343" y="217265"/>
                    </a:lnTo>
                    <a:cubicBezTo>
                      <a:pt x="47720" y="196596"/>
                      <a:pt x="33338" y="161258"/>
                      <a:pt x="33338" y="127540"/>
                    </a:cubicBezTo>
                    <a:cubicBezTo>
                      <a:pt x="33242" y="29337"/>
                      <a:pt x="105347" y="0"/>
                      <a:pt x="186595" y="0"/>
                    </a:cubicBezTo>
                    <a:cubicBezTo>
                      <a:pt x="226981" y="0"/>
                      <a:pt x="280130" y="7049"/>
                      <a:pt x="300133" y="13621"/>
                    </a:cubicBezTo>
                    <a:cubicBezTo>
                      <a:pt x="304229" y="15240"/>
                      <a:pt x="307848" y="17431"/>
                      <a:pt x="307848" y="22289"/>
                    </a:cubicBezTo>
                    <a:lnTo>
                      <a:pt x="307848" y="2390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6"/>
              <p:cNvSpPr/>
              <p:nvPr/>
            </p:nvSpPr>
            <p:spPr>
              <a:xfrm>
                <a:off x="1053162" y="907499"/>
                <a:ext cx="307943" cy="414242"/>
              </a:xfrm>
              <a:custGeom>
                <a:avLst/>
                <a:gdLst/>
                <a:ahLst/>
                <a:cxnLst/>
                <a:rect l="l" t="t" r="r" b="b"/>
                <a:pathLst>
                  <a:path w="307943" h="414242" extrusionOk="0">
                    <a:moveTo>
                      <a:pt x="307753" y="23622"/>
                    </a:moveTo>
                    <a:lnTo>
                      <a:pt x="296513" y="91631"/>
                    </a:lnTo>
                    <a:cubicBezTo>
                      <a:pt x="295465" y="97631"/>
                      <a:pt x="291370" y="101918"/>
                      <a:pt x="285750" y="101918"/>
                    </a:cubicBezTo>
                    <a:lnTo>
                      <a:pt x="284702" y="101918"/>
                    </a:lnTo>
                    <a:cubicBezTo>
                      <a:pt x="264223" y="100298"/>
                      <a:pt x="206502" y="94869"/>
                      <a:pt x="169640" y="94869"/>
                    </a:cubicBezTo>
                    <a:cubicBezTo>
                      <a:pt x="155353" y="94869"/>
                      <a:pt x="140494" y="99727"/>
                      <a:pt x="140494" y="117729"/>
                    </a:cubicBezTo>
                    <a:cubicBezTo>
                      <a:pt x="140494" y="125349"/>
                      <a:pt x="145637" y="130207"/>
                      <a:pt x="162973" y="141161"/>
                    </a:cubicBezTo>
                    <a:lnTo>
                      <a:pt x="225361" y="180308"/>
                    </a:lnTo>
                    <a:cubicBezTo>
                      <a:pt x="262128" y="203168"/>
                      <a:pt x="276511" y="233077"/>
                      <a:pt x="276511" y="271177"/>
                    </a:cubicBezTo>
                    <a:cubicBezTo>
                      <a:pt x="276511" y="372904"/>
                      <a:pt x="196215" y="414242"/>
                      <a:pt x="109347" y="414242"/>
                    </a:cubicBezTo>
                    <a:cubicBezTo>
                      <a:pt x="67437" y="414242"/>
                      <a:pt x="34671" y="408242"/>
                      <a:pt x="8668" y="400145"/>
                    </a:cubicBezTo>
                    <a:cubicBezTo>
                      <a:pt x="4096" y="398526"/>
                      <a:pt x="0" y="395764"/>
                      <a:pt x="0" y="390906"/>
                    </a:cubicBezTo>
                    <a:lnTo>
                      <a:pt x="0" y="389287"/>
                    </a:lnTo>
                    <a:lnTo>
                      <a:pt x="10763" y="322421"/>
                    </a:lnTo>
                    <a:cubicBezTo>
                      <a:pt x="11811" y="316421"/>
                      <a:pt x="16383" y="311563"/>
                      <a:pt x="22479" y="311563"/>
                    </a:cubicBezTo>
                    <a:lnTo>
                      <a:pt x="23527" y="311563"/>
                    </a:lnTo>
                    <a:cubicBezTo>
                      <a:pt x="44482" y="313754"/>
                      <a:pt x="98679" y="319754"/>
                      <a:pt x="125825" y="319754"/>
                    </a:cubicBezTo>
                    <a:cubicBezTo>
                      <a:pt x="146304" y="319754"/>
                      <a:pt x="163163" y="312134"/>
                      <a:pt x="163163" y="287655"/>
                    </a:cubicBezTo>
                    <a:cubicBezTo>
                      <a:pt x="163163" y="279464"/>
                      <a:pt x="158020" y="273558"/>
                      <a:pt x="143256" y="263176"/>
                    </a:cubicBezTo>
                    <a:lnTo>
                      <a:pt x="77343" y="216980"/>
                    </a:lnTo>
                    <a:cubicBezTo>
                      <a:pt x="47720" y="196310"/>
                      <a:pt x="33338" y="160973"/>
                      <a:pt x="33338" y="127254"/>
                    </a:cubicBezTo>
                    <a:cubicBezTo>
                      <a:pt x="33338" y="29337"/>
                      <a:pt x="105442" y="0"/>
                      <a:pt x="186690" y="0"/>
                    </a:cubicBezTo>
                    <a:cubicBezTo>
                      <a:pt x="227076" y="0"/>
                      <a:pt x="280225" y="7049"/>
                      <a:pt x="300228" y="13621"/>
                    </a:cubicBezTo>
                    <a:cubicBezTo>
                      <a:pt x="304324" y="15240"/>
                      <a:pt x="307943" y="17431"/>
                      <a:pt x="307943" y="22289"/>
                    </a:cubicBezTo>
                    <a:lnTo>
                      <a:pt x="307943" y="2390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6"/>
              <p:cNvSpPr/>
              <p:nvPr/>
            </p:nvSpPr>
            <p:spPr>
              <a:xfrm>
                <a:off x="753696" y="907308"/>
                <a:ext cx="290036" cy="414432"/>
              </a:xfrm>
              <a:custGeom>
                <a:avLst/>
                <a:gdLst/>
                <a:ahLst/>
                <a:cxnLst/>
                <a:rect l="l" t="t" r="r" b="b"/>
                <a:pathLst>
                  <a:path w="290036" h="414432" extrusionOk="0">
                    <a:moveTo>
                      <a:pt x="290036" y="17336"/>
                    </a:moveTo>
                    <a:lnTo>
                      <a:pt x="279273" y="83725"/>
                    </a:lnTo>
                    <a:cubicBezTo>
                      <a:pt x="278225" y="89726"/>
                      <a:pt x="272606" y="94583"/>
                      <a:pt x="266986" y="94583"/>
                    </a:cubicBezTo>
                    <a:lnTo>
                      <a:pt x="163735" y="94583"/>
                    </a:lnTo>
                    <a:cubicBezTo>
                      <a:pt x="145351" y="94583"/>
                      <a:pt x="138208" y="101156"/>
                      <a:pt x="134588" y="121825"/>
                    </a:cubicBezTo>
                    <a:lnTo>
                      <a:pt x="127921" y="161544"/>
                    </a:lnTo>
                    <a:lnTo>
                      <a:pt x="253651" y="161544"/>
                    </a:lnTo>
                    <a:cubicBezTo>
                      <a:pt x="258794" y="161544"/>
                      <a:pt x="262319" y="165354"/>
                      <a:pt x="262319" y="170783"/>
                    </a:cubicBezTo>
                    <a:lnTo>
                      <a:pt x="262319" y="172403"/>
                    </a:lnTo>
                    <a:lnTo>
                      <a:pt x="251555" y="236601"/>
                    </a:lnTo>
                    <a:cubicBezTo>
                      <a:pt x="250508" y="242602"/>
                      <a:pt x="245459" y="247460"/>
                      <a:pt x="239840" y="247460"/>
                    </a:cubicBezTo>
                    <a:lnTo>
                      <a:pt x="114109" y="247460"/>
                    </a:lnTo>
                    <a:lnTo>
                      <a:pt x="106394" y="292608"/>
                    </a:lnTo>
                    <a:cubicBezTo>
                      <a:pt x="105918" y="296990"/>
                      <a:pt x="105347" y="300228"/>
                      <a:pt x="105347" y="303466"/>
                    </a:cubicBezTo>
                    <a:cubicBezTo>
                      <a:pt x="105347" y="315944"/>
                      <a:pt x="111443" y="319754"/>
                      <a:pt x="126301" y="319754"/>
                    </a:cubicBezTo>
                    <a:lnTo>
                      <a:pt x="229552" y="319754"/>
                    </a:lnTo>
                    <a:cubicBezTo>
                      <a:pt x="234696" y="319754"/>
                      <a:pt x="238220" y="323564"/>
                      <a:pt x="238220" y="328994"/>
                    </a:cubicBezTo>
                    <a:lnTo>
                      <a:pt x="238220" y="330613"/>
                    </a:lnTo>
                    <a:lnTo>
                      <a:pt x="226981" y="397002"/>
                    </a:lnTo>
                    <a:cubicBezTo>
                      <a:pt x="225933" y="403574"/>
                      <a:pt x="221837" y="406813"/>
                      <a:pt x="215170" y="407861"/>
                    </a:cubicBezTo>
                    <a:cubicBezTo>
                      <a:pt x="195263" y="410623"/>
                      <a:pt x="164021" y="414433"/>
                      <a:pt x="114491" y="414433"/>
                    </a:cubicBezTo>
                    <a:cubicBezTo>
                      <a:pt x="54674" y="414433"/>
                      <a:pt x="0" y="391573"/>
                      <a:pt x="0" y="320326"/>
                    </a:cubicBezTo>
                    <a:cubicBezTo>
                      <a:pt x="0" y="311658"/>
                      <a:pt x="1048" y="302419"/>
                      <a:pt x="2572" y="292608"/>
                    </a:cubicBezTo>
                    <a:lnTo>
                      <a:pt x="30671" y="121825"/>
                    </a:lnTo>
                    <a:cubicBezTo>
                      <a:pt x="48577" y="11906"/>
                      <a:pt x="109919" y="0"/>
                      <a:pt x="182023" y="0"/>
                    </a:cubicBezTo>
                    <a:cubicBezTo>
                      <a:pt x="231648" y="0"/>
                      <a:pt x="262795" y="3810"/>
                      <a:pt x="281750" y="6477"/>
                    </a:cubicBezTo>
                    <a:cubicBezTo>
                      <a:pt x="287369" y="7049"/>
                      <a:pt x="289941" y="9716"/>
                      <a:pt x="289941" y="15145"/>
                    </a:cubicBezTo>
                    <a:lnTo>
                      <a:pt x="289941" y="1733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5" name="Google Shape;165;p6"/>
              <p:cNvGrpSpPr/>
              <p:nvPr/>
            </p:nvGrpSpPr>
            <p:grpSpPr>
              <a:xfrm>
                <a:off x="1378428" y="912642"/>
                <a:ext cx="168102" cy="404145"/>
                <a:chOff x="1378428" y="912642"/>
                <a:chExt cx="168102" cy="404145"/>
              </a:xfrm>
            </p:grpSpPr>
            <p:sp>
              <p:nvSpPr>
                <p:cNvPr id="166" name="Google Shape;166;p6"/>
                <p:cNvSpPr/>
                <p:nvPr/>
              </p:nvSpPr>
              <p:spPr>
                <a:xfrm>
                  <a:off x="1378428" y="997530"/>
                  <a:ext cx="155288" cy="3192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88" h="319257" extrusionOk="0">
                      <a:moveTo>
                        <a:pt x="43828" y="56749"/>
                      </a:moveTo>
                      <a:cubicBezTo>
                        <a:pt x="42494" y="57415"/>
                        <a:pt x="41542" y="58749"/>
                        <a:pt x="41256" y="60273"/>
                      </a:cubicBezTo>
                      <a:lnTo>
                        <a:pt x="203" y="308399"/>
                      </a:lnTo>
                      <a:cubicBezTo>
                        <a:pt x="-845" y="313828"/>
                        <a:pt x="2203" y="319258"/>
                        <a:pt x="8395" y="319258"/>
                      </a:cubicBezTo>
                      <a:lnTo>
                        <a:pt x="92215" y="319258"/>
                      </a:lnTo>
                      <a:cubicBezTo>
                        <a:pt x="99835" y="319258"/>
                        <a:pt x="103454" y="314400"/>
                        <a:pt x="104502" y="308399"/>
                      </a:cubicBezTo>
                      <a:lnTo>
                        <a:pt x="155270" y="1789"/>
                      </a:lnTo>
                      <a:cubicBezTo>
                        <a:pt x="155461" y="551"/>
                        <a:pt x="154127" y="-401"/>
                        <a:pt x="153079" y="170"/>
                      </a:cubicBezTo>
                      <a:lnTo>
                        <a:pt x="43923" y="5674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6"/>
                <p:cNvSpPr/>
                <p:nvPr/>
              </p:nvSpPr>
              <p:spPr>
                <a:xfrm>
                  <a:off x="1427971" y="912642"/>
                  <a:ext cx="118559" cy="955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559" h="95535" extrusionOk="0">
                      <a:moveTo>
                        <a:pt x="109633" y="0"/>
                      </a:moveTo>
                      <a:lnTo>
                        <a:pt x="25813" y="0"/>
                      </a:lnTo>
                      <a:cubicBezTo>
                        <a:pt x="20193" y="0"/>
                        <a:pt x="15050" y="4382"/>
                        <a:pt x="14097" y="10287"/>
                      </a:cubicBezTo>
                      <a:lnTo>
                        <a:pt x="0" y="95536"/>
                      </a:lnTo>
                      <a:lnTo>
                        <a:pt x="106394" y="42577"/>
                      </a:lnTo>
                      <a:cubicBezTo>
                        <a:pt x="110966" y="40291"/>
                        <a:pt x="114205" y="36005"/>
                        <a:pt x="114967" y="30956"/>
                      </a:cubicBezTo>
                      <a:lnTo>
                        <a:pt x="118396" y="10287"/>
                      </a:lnTo>
                      <a:cubicBezTo>
                        <a:pt x="119444" y="3239"/>
                        <a:pt x="115348" y="0"/>
                        <a:pt x="10972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8" name="Google Shape;168;p6"/>
            <p:cNvGrpSpPr/>
            <p:nvPr/>
          </p:nvGrpSpPr>
          <p:grpSpPr>
            <a:xfrm>
              <a:off x="1721246" y="907308"/>
              <a:ext cx="1512638" cy="414433"/>
              <a:chOff x="1721246" y="907308"/>
              <a:chExt cx="1512638" cy="414433"/>
            </a:xfrm>
          </p:grpSpPr>
          <p:grpSp>
            <p:nvGrpSpPr>
              <p:cNvPr id="169" name="Google Shape;169;p6"/>
              <p:cNvGrpSpPr/>
              <p:nvPr/>
            </p:nvGrpSpPr>
            <p:grpSpPr>
              <a:xfrm>
                <a:off x="1721246" y="907308"/>
                <a:ext cx="1301209" cy="414433"/>
                <a:chOff x="1721246" y="907308"/>
                <a:chExt cx="1301209" cy="414433"/>
              </a:xfrm>
            </p:grpSpPr>
            <p:sp>
              <p:nvSpPr>
                <p:cNvPr id="170" name="Google Shape;170;p6"/>
                <p:cNvSpPr/>
                <p:nvPr/>
              </p:nvSpPr>
              <p:spPr>
                <a:xfrm>
                  <a:off x="1721246" y="907499"/>
                  <a:ext cx="307943" cy="4142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943" h="414242" extrusionOk="0">
                      <a:moveTo>
                        <a:pt x="307753" y="23622"/>
                      </a:moveTo>
                      <a:lnTo>
                        <a:pt x="296513" y="91631"/>
                      </a:lnTo>
                      <a:cubicBezTo>
                        <a:pt x="295466" y="97631"/>
                        <a:pt x="291370" y="101918"/>
                        <a:pt x="285750" y="101918"/>
                      </a:cubicBezTo>
                      <a:lnTo>
                        <a:pt x="284702" y="101918"/>
                      </a:lnTo>
                      <a:cubicBezTo>
                        <a:pt x="264224" y="100298"/>
                        <a:pt x="206502" y="94869"/>
                        <a:pt x="169640" y="94869"/>
                      </a:cubicBezTo>
                      <a:cubicBezTo>
                        <a:pt x="155353" y="94869"/>
                        <a:pt x="140494" y="99727"/>
                        <a:pt x="140494" y="117729"/>
                      </a:cubicBezTo>
                      <a:cubicBezTo>
                        <a:pt x="140494" y="125349"/>
                        <a:pt x="145637" y="130207"/>
                        <a:pt x="162973" y="141161"/>
                      </a:cubicBezTo>
                      <a:lnTo>
                        <a:pt x="225362" y="180308"/>
                      </a:lnTo>
                      <a:cubicBezTo>
                        <a:pt x="262128" y="203168"/>
                        <a:pt x="276511" y="233077"/>
                        <a:pt x="276511" y="271177"/>
                      </a:cubicBezTo>
                      <a:cubicBezTo>
                        <a:pt x="276511" y="372904"/>
                        <a:pt x="196215" y="414242"/>
                        <a:pt x="109347" y="414242"/>
                      </a:cubicBezTo>
                      <a:cubicBezTo>
                        <a:pt x="67437" y="414242"/>
                        <a:pt x="34671" y="408242"/>
                        <a:pt x="8668" y="400145"/>
                      </a:cubicBezTo>
                      <a:cubicBezTo>
                        <a:pt x="4096" y="398526"/>
                        <a:pt x="0" y="395764"/>
                        <a:pt x="0" y="390906"/>
                      </a:cubicBezTo>
                      <a:lnTo>
                        <a:pt x="0" y="389287"/>
                      </a:lnTo>
                      <a:lnTo>
                        <a:pt x="10763" y="322421"/>
                      </a:lnTo>
                      <a:cubicBezTo>
                        <a:pt x="11811" y="316421"/>
                        <a:pt x="16383" y="311563"/>
                        <a:pt x="22479" y="311563"/>
                      </a:cubicBezTo>
                      <a:lnTo>
                        <a:pt x="23527" y="311563"/>
                      </a:lnTo>
                      <a:cubicBezTo>
                        <a:pt x="44482" y="313754"/>
                        <a:pt x="98679" y="319754"/>
                        <a:pt x="125825" y="319754"/>
                      </a:cubicBezTo>
                      <a:cubicBezTo>
                        <a:pt x="146304" y="319754"/>
                        <a:pt x="163163" y="312134"/>
                        <a:pt x="163163" y="287655"/>
                      </a:cubicBezTo>
                      <a:cubicBezTo>
                        <a:pt x="163163" y="279464"/>
                        <a:pt x="158020" y="273558"/>
                        <a:pt x="143256" y="263176"/>
                      </a:cubicBezTo>
                      <a:lnTo>
                        <a:pt x="77343" y="216980"/>
                      </a:lnTo>
                      <a:cubicBezTo>
                        <a:pt x="47720" y="196310"/>
                        <a:pt x="33338" y="160973"/>
                        <a:pt x="33338" y="127254"/>
                      </a:cubicBezTo>
                      <a:cubicBezTo>
                        <a:pt x="33338" y="29337"/>
                        <a:pt x="105442" y="0"/>
                        <a:pt x="186690" y="0"/>
                      </a:cubicBezTo>
                      <a:cubicBezTo>
                        <a:pt x="227076" y="0"/>
                        <a:pt x="280225" y="7049"/>
                        <a:pt x="300228" y="13621"/>
                      </a:cubicBezTo>
                      <a:cubicBezTo>
                        <a:pt x="304324" y="15240"/>
                        <a:pt x="307943" y="17431"/>
                        <a:pt x="307943" y="22289"/>
                      </a:cubicBezTo>
                      <a:lnTo>
                        <a:pt x="307943" y="2390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6"/>
                <p:cNvSpPr/>
                <p:nvPr/>
              </p:nvSpPr>
              <p:spPr>
                <a:xfrm>
                  <a:off x="2042715" y="907308"/>
                  <a:ext cx="290036" cy="4144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036" h="414432" extrusionOk="0">
                      <a:moveTo>
                        <a:pt x="290036" y="17336"/>
                      </a:moveTo>
                      <a:lnTo>
                        <a:pt x="279273" y="83725"/>
                      </a:lnTo>
                      <a:cubicBezTo>
                        <a:pt x="278225" y="89726"/>
                        <a:pt x="272605" y="94583"/>
                        <a:pt x="266986" y="94583"/>
                      </a:cubicBezTo>
                      <a:lnTo>
                        <a:pt x="163735" y="94583"/>
                      </a:lnTo>
                      <a:cubicBezTo>
                        <a:pt x="145351" y="94583"/>
                        <a:pt x="138208" y="101156"/>
                        <a:pt x="134588" y="121825"/>
                      </a:cubicBezTo>
                      <a:lnTo>
                        <a:pt x="127921" y="161544"/>
                      </a:lnTo>
                      <a:lnTo>
                        <a:pt x="253651" y="161544"/>
                      </a:lnTo>
                      <a:cubicBezTo>
                        <a:pt x="258794" y="161544"/>
                        <a:pt x="262318" y="165354"/>
                        <a:pt x="262318" y="170783"/>
                      </a:cubicBezTo>
                      <a:lnTo>
                        <a:pt x="262318" y="172403"/>
                      </a:lnTo>
                      <a:lnTo>
                        <a:pt x="251555" y="236601"/>
                      </a:lnTo>
                      <a:cubicBezTo>
                        <a:pt x="250508" y="242602"/>
                        <a:pt x="245459" y="247460"/>
                        <a:pt x="239839" y="247460"/>
                      </a:cubicBezTo>
                      <a:lnTo>
                        <a:pt x="114109" y="247460"/>
                      </a:lnTo>
                      <a:lnTo>
                        <a:pt x="106394" y="292608"/>
                      </a:lnTo>
                      <a:cubicBezTo>
                        <a:pt x="105918" y="296990"/>
                        <a:pt x="105346" y="300228"/>
                        <a:pt x="105346" y="303466"/>
                      </a:cubicBezTo>
                      <a:cubicBezTo>
                        <a:pt x="105346" y="315944"/>
                        <a:pt x="111442" y="319754"/>
                        <a:pt x="126301" y="319754"/>
                      </a:cubicBezTo>
                      <a:lnTo>
                        <a:pt x="229552" y="319754"/>
                      </a:lnTo>
                      <a:cubicBezTo>
                        <a:pt x="234696" y="319754"/>
                        <a:pt x="238220" y="323564"/>
                        <a:pt x="238220" y="328994"/>
                      </a:cubicBezTo>
                      <a:lnTo>
                        <a:pt x="238220" y="330613"/>
                      </a:lnTo>
                      <a:lnTo>
                        <a:pt x="226981" y="397002"/>
                      </a:lnTo>
                      <a:cubicBezTo>
                        <a:pt x="225933" y="403574"/>
                        <a:pt x="221837" y="406813"/>
                        <a:pt x="215170" y="407861"/>
                      </a:cubicBezTo>
                      <a:cubicBezTo>
                        <a:pt x="195263" y="410623"/>
                        <a:pt x="164021" y="414433"/>
                        <a:pt x="114491" y="414433"/>
                      </a:cubicBezTo>
                      <a:cubicBezTo>
                        <a:pt x="54674" y="414433"/>
                        <a:pt x="0" y="391573"/>
                        <a:pt x="0" y="320326"/>
                      </a:cubicBezTo>
                      <a:cubicBezTo>
                        <a:pt x="0" y="311658"/>
                        <a:pt x="1048" y="302419"/>
                        <a:pt x="2572" y="292608"/>
                      </a:cubicBezTo>
                      <a:lnTo>
                        <a:pt x="30671" y="121825"/>
                      </a:lnTo>
                      <a:cubicBezTo>
                        <a:pt x="48577" y="11906"/>
                        <a:pt x="109918" y="0"/>
                        <a:pt x="182023" y="0"/>
                      </a:cubicBezTo>
                      <a:cubicBezTo>
                        <a:pt x="231648" y="0"/>
                        <a:pt x="262795" y="3810"/>
                        <a:pt x="281750" y="6477"/>
                      </a:cubicBezTo>
                      <a:cubicBezTo>
                        <a:pt x="287369" y="7049"/>
                        <a:pt x="289941" y="9716"/>
                        <a:pt x="289941" y="15145"/>
                      </a:cubicBezTo>
                      <a:lnTo>
                        <a:pt x="289941" y="1733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2" name="Google Shape;172;p6"/>
                <p:cNvSpPr/>
                <p:nvPr/>
              </p:nvSpPr>
              <p:spPr>
                <a:xfrm>
                  <a:off x="2330751" y="912547"/>
                  <a:ext cx="377951" cy="404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7951" h="404240" extrusionOk="0">
                      <a:moveTo>
                        <a:pt x="377761" y="10954"/>
                      </a:moveTo>
                      <a:lnTo>
                        <a:pt x="316420" y="384143"/>
                      </a:lnTo>
                      <a:cubicBezTo>
                        <a:pt x="314420" y="395002"/>
                        <a:pt x="304133" y="404241"/>
                        <a:pt x="293941" y="404241"/>
                      </a:cubicBezTo>
                      <a:lnTo>
                        <a:pt x="230505" y="404241"/>
                      </a:lnTo>
                      <a:cubicBezTo>
                        <a:pt x="221266" y="404241"/>
                        <a:pt x="215646" y="399860"/>
                        <a:pt x="211550" y="389573"/>
                      </a:cubicBezTo>
                      <a:lnTo>
                        <a:pt x="135922" y="207359"/>
                      </a:lnTo>
                      <a:cubicBezTo>
                        <a:pt x="134398" y="203549"/>
                        <a:pt x="132874" y="202978"/>
                        <a:pt x="131350" y="202978"/>
                      </a:cubicBezTo>
                      <a:cubicBezTo>
                        <a:pt x="129826" y="202978"/>
                        <a:pt x="128778" y="204026"/>
                        <a:pt x="128302" y="207836"/>
                      </a:cubicBezTo>
                      <a:lnTo>
                        <a:pt x="97631" y="393287"/>
                      </a:lnTo>
                      <a:cubicBezTo>
                        <a:pt x="96583" y="399288"/>
                        <a:pt x="90964" y="404146"/>
                        <a:pt x="85344" y="404146"/>
                      </a:cubicBezTo>
                      <a:lnTo>
                        <a:pt x="8668" y="404146"/>
                      </a:lnTo>
                      <a:cubicBezTo>
                        <a:pt x="3524" y="404146"/>
                        <a:pt x="0" y="400336"/>
                        <a:pt x="0" y="394907"/>
                      </a:cubicBezTo>
                      <a:lnTo>
                        <a:pt x="0" y="393287"/>
                      </a:lnTo>
                      <a:lnTo>
                        <a:pt x="61341" y="20098"/>
                      </a:lnTo>
                      <a:cubicBezTo>
                        <a:pt x="63341" y="9239"/>
                        <a:pt x="73628" y="0"/>
                        <a:pt x="83820" y="0"/>
                      </a:cubicBezTo>
                      <a:lnTo>
                        <a:pt x="146209" y="0"/>
                      </a:lnTo>
                      <a:cubicBezTo>
                        <a:pt x="155924" y="0"/>
                        <a:pt x="160020" y="6572"/>
                        <a:pt x="164116" y="15812"/>
                      </a:cubicBezTo>
                      <a:lnTo>
                        <a:pt x="241840" y="203454"/>
                      </a:lnTo>
                      <a:cubicBezTo>
                        <a:pt x="243364" y="207264"/>
                        <a:pt x="243840" y="208312"/>
                        <a:pt x="245459" y="208312"/>
                      </a:cubicBezTo>
                      <a:cubicBezTo>
                        <a:pt x="247078" y="208312"/>
                        <a:pt x="248507" y="207740"/>
                        <a:pt x="249079" y="203454"/>
                      </a:cubicBezTo>
                      <a:lnTo>
                        <a:pt x="280797" y="10859"/>
                      </a:lnTo>
                      <a:cubicBezTo>
                        <a:pt x="281845" y="4858"/>
                        <a:pt x="287464" y="0"/>
                        <a:pt x="293084" y="0"/>
                      </a:cubicBezTo>
                      <a:lnTo>
                        <a:pt x="369760" y="0"/>
                      </a:lnTo>
                      <a:cubicBezTo>
                        <a:pt x="374904" y="0"/>
                        <a:pt x="377952" y="3810"/>
                        <a:pt x="377952" y="8668"/>
                      </a:cubicBezTo>
                      <a:lnTo>
                        <a:pt x="377952" y="10859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3" name="Google Shape;173;p6"/>
                <p:cNvSpPr/>
                <p:nvPr/>
              </p:nvSpPr>
              <p:spPr>
                <a:xfrm>
                  <a:off x="2688033" y="907689"/>
                  <a:ext cx="334422" cy="409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4422" h="409098" extrusionOk="0">
                      <a:moveTo>
                        <a:pt x="324707" y="409099"/>
                      </a:moveTo>
                      <a:lnTo>
                        <a:pt x="237744" y="409099"/>
                      </a:lnTo>
                      <a:cubicBezTo>
                        <a:pt x="232600" y="409099"/>
                        <a:pt x="229076" y="404241"/>
                        <a:pt x="229076" y="398812"/>
                      </a:cubicBezTo>
                      <a:lnTo>
                        <a:pt x="227552" y="323183"/>
                      </a:lnTo>
                      <a:lnTo>
                        <a:pt x="136493" y="323183"/>
                      </a:lnTo>
                      <a:lnTo>
                        <a:pt x="109442" y="398812"/>
                      </a:lnTo>
                      <a:cubicBezTo>
                        <a:pt x="107442" y="404241"/>
                        <a:pt x="102775" y="409099"/>
                        <a:pt x="97631" y="409099"/>
                      </a:cubicBezTo>
                      <a:lnTo>
                        <a:pt x="7144" y="409099"/>
                      </a:lnTo>
                      <a:cubicBezTo>
                        <a:pt x="2572" y="409099"/>
                        <a:pt x="0" y="406337"/>
                        <a:pt x="0" y="402050"/>
                      </a:cubicBezTo>
                      <a:cubicBezTo>
                        <a:pt x="0" y="401003"/>
                        <a:pt x="476" y="399288"/>
                        <a:pt x="1048" y="397669"/>
                      </a:cubicBezTo>
                      <a:lnTo>
                        <a:pt x="124777" y="64770"/>
                      </a:lnTo>
                      <a:cubicBezTo>
                        <a:pt x="144685" y="10954"/>
                        <a:pt x="185071" y="0"/>
                        <a:pt x="233648" y="0"/>
                      </a:cubicBezTo>
                      <a:cubicBezTo>
                        <a:pt x="282226" y="0"/>
                        <a:pt x="318992" y="10859"/>
                        <a:pt x="321088" y="64770"/>
                      </a:cubicBezTo>
                      <a:lnTo>
                        <a:pt x="334423" y="397669"/>
                      </a:lnTo>
                      <a:lnTo>
                        <a:pt x="334423" y="398240"/>
                      </a:lnTo>
                      <a:cubicBezTo>
                        <a:pt x="334423" y="404241"/>
                        <a:pt x="330327" y="409099"/>
                        <a:pt x="324707" y="409099"/>
                      </a:cubicBezTo>
                      <a:close/>
                      <a:moveTo>
                        <a:pt x="225076" y="98012"/>
                      </a:moveTo>
                      <a:cubicBezTo>
                        <a:pt x="225076" y="93155"/>
                        <a:pt x="225076" y="90392"/>
                        <a:pt x="220504" y="90392"/>
                      </a:cubicBezTo>
                      <a:cubicBezTo>
                        <a:pt x="215932" y="90392"/>
                        <a:pt x="215360" y="93155"/>
                        <a:pt x="213836" y="98012"/>
                      </a:cubicBezTo>
                      <a:lnTo>
                        <a:pt x="165735" y="236220"/>
                      </a:lnTo>
                      <a:lnTo>
                        <a:pt x="227076" y="236220"/>
                      </a:lnTo>
                      <a:lnTo>
                        <a:pt x="225076" y="9801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74" name="Google Shape;174;p6"/>
              <p:cNvSpPr/>
              <p:nvPr/>
            </p:nvSpPr>
            <p:spPr>
              <a:xfrm>
                <a:off x="3065782" y="997530"/>
                <a:ext cx="155288" cy="319257"/>
              </a:xfrm>
              <a:custGeom>
                <a:avLst/>
                <a:gdLst/>
                <a:ahLst/>
                <a:cxnLst/>
                <a:rect l="l" t="t" r="r" b="b"/>
                <a:pathLst>
                  <a:path w="155288" h="319257" extrusionOk="0">
                    <a:moveTo>
                      <a:pt x="43827" y="56749"/>
                    </a:moveTo>
                    <a:cubicBezTo>
                      <a:pt x="42494" y="57415"/>
                      <a:pt x="41542" y="58749"/>
                      <a:pt x="41256" y="60273"/>
                    </a:cubicBezTo>
                    <a:lnTo>
                      <a:pt x="203" y="308399"/>
                    </a:lnTo>
                    <a:cubicBezTo>
                      <a:pt x="-845" y="313828"/>
                      <a:pt x="2203" y="319258"/>
                      <a:pt x="8394" y="319258"/>
                    </a:cubicBezTo>
                    <a:lnTo>
                      <a:pt x="92215" y="319258"/>
                    </a:lnTo>
                    <a:cubicBezTo>
                      <a:pt x="99835" y="319258"/>
                      <a:pt x="103454" y="314400"/>
                      <a:pt x="104502" y="308399"/>
                    </a:cubicBezTo>
                    <a:lnTo>
                      <a:pt x="155270" y="1789"/>
                    </a:lnTo>
                    <a:cubicBezTo>
                      <a:pt x="155461" y="551"/>
                      <a:pt x="154127" y="-401"/>
                      <a:pt x="153079" y="170"/>
                    </a:cubicBezTo>
                    <a:lnTo>
                      <a:pt x="43923" y="5674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3115325" y="912642"/>
                <a:ext cx="118559" cy="95535"/>
              </a:xfrm>
              <a:custGeom>
                <a:avLst/>
                <a:gdLst/>
                <a:ahLst/>
                <a:cxnLst/>
                <a:rect l="l" t="t" r="r" b="b"/>
                <a:pathLst>
                  <a:path w="118559" h="95535" extrusionOk="0">
                    <a:moveTo>
                      <a:pt x="109633" y="0"/>
                    </a:moveTo>
                    <a:lnTo>
                      <a:pt x="25813" y="0"/>
                    </a:lnTo>
                    <a:cubicBezTo>
                      <a:pt x="20193" y="0"/>
                      <a:pt x="15049" y="4382"/>
                      <a:pt x="14097" y="10287"/>
                    </a:cubicBezTo>
                    <a:lnTo>
                      <a:pt x="0" y="95536"/>
                    </a:lnTo>
                    <a:lnTo>
                      <a:pt x="106394" y="42577"/>
                    </a:lnTo>
                    <a:cubicBezTo>
                      <a:pt x="110966" y="40291"/>
                      <a:pt x="114205" y="36005"/>
                      <a:pt x="114967" y="30956"/>
                    </a:cubicBezTo>
                    <a:lnTo>
                      <a:pt x="118396" y="10287"/>
                    </a:lnTo>
                    <a:cubicBezTo>
                      <a:pt x="119444" y="3239"/>
                      <a:pt x="115348" y="0"/>
                      <a:pt x="10972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76" name="Google Shape;176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8630" y="1269502"/>
            <a:ext cx="2948902" cy="7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6444" cy="310262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6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79" name="Google Shape;179;p6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6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1A4B9F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PRINCIPAL">
  <p:cSld name="TÍTULO PRINCIPAL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7"/>
          <p:cNvGrpSpPr/>
          <p:nvPr/>
        </p:nvGrpSpPr>
        <p:grpSpPr>
          <a:xfrm>
            <a:off x="0" y="0"/>
            <a:ext cx="4958785" cy="6858002"/>
            <a:chOff x="0" y="0"/>
            <a:chExt cx="4958785" cy="6858002"/>
          </a:xfrm>
        </p:grpSpPr>
        <p:sp>
          <p:nvSpPr>
            <p:cNvPr id="186" name="Google Shape;186;p7"/>
            <p:cNvSpPr/>
            <p:nvPr/>
          </p:nvSpPr>
          <p:spPr>
            <a:xfrm>
              <a:off x="0" y="0"/>
              <a:ext cx="4958785" cy="4444972"/>
            </a:xfrm>
            <a:custGeom>
              <a:avLst/>
              <a:gdLst/>
              <a:ahLst/>
              <a:cxnLst/>
              <a:rect l="l" t="t" r="r" b="b"/>
              <a:pathLst>
                <a:path w="1366932" h="1225295" extrusionOk="0">
                  <a:moveTo>
                    <a:pt x="0" y="1225296"/>
                  </a:moveTo>
                  <a:lnTo>
                    <a:pt x="0" y="0"/>
                  </a:lnTo>
                  <a:lnTo>
                    <a:pt x="1366933" y="0"/>
                  </a:lnTo>
                  <a:lnTo>
                    <a:pt x="1263777" y="612648"/>
                  </a:lnTo>
                  <a:lnTo>
                    <a:pt x="0" y="1225296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7"/>
            <p:cNvSpPr/>
            <p:nvPr/>
          </p:nvSpPr>
          <p:spPr>
            <a:xfrm>
              <a:off x="0" y="3053993"/>
              <a:ext cx="4419605" cy="3804009"/>
            </a:xfrm>
            <a:custGeom>
              <a:avLst/>
              <a:gdLst/>
              <a:ahLst/>
              <a:cxnLst/>
              <a:rect l="l" t="t" r="r" b="b"/>
              <a:pathLst>
                <a:path w="4419605" h="3804009" extrusionOk="0">
                  <a:moveTo>
                    <a:pt x="4419605" y="0"/>
                  </a:moveTo>
                  <a:lnTo>
                    <a:pt x="3762300" y="3804009"/>
                  </a:lnTo>
                  <a:lnTo>
                    <a:pt x="0" y="3804009"/>
                  </a:lnTo>
                  <a:lnTo>
                    <a:pt x="0" y="2132913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>
                  <a:alpha val="49803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8" name="Google Shape;188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6734" y="3429000"/>
            <a:ext cx="1446602" cy="3267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9" name="Google Shape;189;p7"/>
          <p:cNvGrpSpPr/>
          <p:nvPr/>
        </p:nvGrpSpPr>
        <p:grpSpPr>
          <a:xfrm>
            <a:off x="238621" y="5962195"/>
            <a:ext cx="959687" cy="659349"/>
            <a:chOff x="10618476" y="5819821"/>
            <a:chExt cx="1448425" cy="995135"/>
          </a:xfrm>
        </p:grpSpPr>
        <p:sp>
          <p:nvSpPr>
            <p:cNvPr id="190" name="Google Shape;190;p7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7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7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7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7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7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7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7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7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7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7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7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7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7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7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7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7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7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7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7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7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7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7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7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7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7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" name="Google Shape;225;p7"/>
          <p:cNvGrpSpPr/>
          <p:nvPr/>
        </p:nvGrpSpPr>
        <p:grpSpPr>
          <a:xfrm>
            <a:off x="2182292" y="6691087"/>
            <a:ext cx="7827417" cy="166914"/>
            <a:chOff x="2182292" y="6691087"/>
            <a:chExt cx="7827417" cy="166914"/>
          </a:xfrm>
        </p:grpSpPr>
        <p:sp>
          <p:nvSpPr>
            <p:cNvPr id="226" name="Google Shape;226;p7"/>
            <p:cNvSpPr/>
            <p:nvPr/>
          </p:nvSpPr>
          <p:spPr>
            <a:xfrm>
              <a:off x="218229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1A4B9F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7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7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7"/>
            <p:cNvSpPr/>
            <p:nvPr/>
          </p:nvSpPr>
          <p:spPr>
            <a:xfrm>
              <a:off x="8258667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7"/>
          <p:cNvSpPr txBox="1">
            <a:spLocks noGrp="1"/>
          </p:cNvSpPr>
          <p:nvPr>
            <p:ph type="body" idx="1"/>
          </p:nvPr>
        </p:nvSpPr>
        <p:spPr>
          <a:xfrm>
            <a:off x="5191125" y="2950119"/>
            <a:ext cx="6171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1" name="Google Shape;23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6691" y="1234359"/>
            <a:ext cx="3425401" cy="715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2" name="Google Shape;232;p7"/>
          <p:cNvGrpSpPr/>
          <p:nvPr/>
        </p:nvGrpSpPr>
        <p:grpSpPr>
          <a:xfrm>
            <a:off x="10727460" y="260794"/>
            <a:ext cx="1141737" cy="259906"/>
            <a:chOff x="400956" y="940905"/>
            <a:chExt cx="3864654" cy="879753"/>
          </a:xfrm>
        </p:grpSpPr>
        <p:sp>
          <p:nvSpPr>
            <p:cNvPr id="233" name="Google Shape;233;p7"/>
            <p:cNvSpPr/>
            <p:nvPr/>
          </p:nvSpPr>
          <p:spPr>
            <a:xfrm>
              <a:off x="2496945" y="951344"/>
              <a:ext cx="271817" cy="226864"/>
            </a:xfrm>
            <a:custGeom>
              <a:avLst/>
              <a:gdLst/>
              <a:ahLst/>
              <a:cxnLst/>
              <a:rect l="l" t="t" r="r" b="b"/>
              <a:pathLst>
                <a:path w="271817" h="226864" extrusionOk="0">
                  <a:moveTo>
                    <a:pt x="271435" y="22084"/>
                  </a:moveTo>
                  <a:cubicBezTo>
                    <a:pt x="273844" y="7228"/>
                    <a:pt x="264609" y="0"/>
                    <a:pt x="251760" y="0"/>
                  </a:cubicBezTo>
                  <a:lnTo>
                    <a:pt x="62639" y="0"/>
                  </a:lnTo>
                  <a:cubicBezTo>
                    <a:pt x="49790" y="0"/>
                    <a:pt x="38547" y="9235"/>
                    <a:pt x="36138" y="22084"/>
                  </a:cubicBezTo>
                  <a:lnTo>
                    <a:pt x="0" y="226865"/>
                  </a:lnTo>
                  <a:lnTo>
                    <a:pt x="256578" y="106807"/>
                  </a:lnTo>
                  <a:lnTo>
                    <a:pt x="271435" y="2208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2389680" y="1149700"/>
              <a:ext cx="347782" cy="658911"/>
            </a:xfrm>
            <a:custGeom>
              <a:avLst/>
              <a:gdLst/>
              <a:ahLst/>
              <a:cxnLst/>
              <a:rect l="l" t="t" r="r" b="b"/>
              <a:pathLst>
                <a:path w="347782" h="658911" extrusionOk="0">
                  <a:moveTo>
                    <a:pt x="91204" y="120459"/>
                  </a:moveTo>
                  <a:lnTo>
                    <a:pt x="458" y="636024"/>
                  </a:lnTo>
                  <a:cubicBezTo>
                    <a:pt x="-1951" y="647669"/>
                    <a:pt x="5276" y="658912"/>
                    <a:pt x="18929" y="658912"/>
                  </a:cubicBezTo>
                  <a:lnTo>
                    <a:pt x="208049" y="658912"/>
                  </a:lnTo>
                  <a:cubicBezTo>
                    <a:pt x="225315" y="658912"/>
                    <a:pt x="233346" y="648472"/>
                    <a:pt x="235755" y="636024"/>
                  </a:cubicBezTo>
                  <a:lnTo>
                    <a:pt x="347782" y="0"/>
                  </a:lnTo>
                  <a:lnTo>
                    <a:pt x="91204" y="12005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7"/>
            <p:cNvSpPr/>
            <p:nvPr/>
          </p:nvSpPr>
          <p:spPr>
            <a:xfrm>
              <a:off x="400956" y="940905"/>
              <a:ext cx="694246" cy="879351"/>
            </a:xfrm>
            <a:custGeom>
              <a:avLst/>
              <a:gdLst/>
              <a:ahLst/>
              <a:cxnLst/>
              <a:rect l="l" t="t" r="r" b="b"/>
              <a:pathLst>
                <a:path w="694246" h="879351" extrusionOk="0">
                  <a:moveTo>
                    <a:pt x="694246" y="50593"/>
                  </a:moveTo>
                  <a:lnTo>
                    <a:pt x="668950" y="194742"/>
                  </a:lnTo>
                  <a:cubicBezTo>
                    <a:pt x="666541" y="207591"/>
                    <a:pt x="657305" y="216425"/>
                    <a:pt x="644858" y="216425"/>
                  </a:cubicBezTo>
                  <a:lnTo>
                    <a:pt x="642449" y="216425"/>
                  </a:lnTo>
                  <a:cubicBezTo>
                    <a:pt x="596273" y="212811"/>
                    <a:pt x="465775" y="201568"/>
                    <a:pt x="383060" y="201568"/>
                  </a:cubicBezTo>
                  <a:cubicBezTo>
                    <a:pt x="350938" y="201568"/>
                    <a:pt x="317209" y="212008"/>
                    <a:pt x="317209" y="250153"/>
                  </a:cubicBezTo>
                  <a:cubicBezTo>
                    <a:pt x="317209" y="266215"/>
                    <a:pt x="328853" y="276654"/>
                    <a:pt x="367802" y="299943"/>
                  </a:cubicBezTo>
                  <a:lnTo>
                    <a:pt x="508739" y="383060"/>
                  </a:lnTo>
                  <a:cubicBezTo>
                    <a:pt x="591856" y="431645"/>
                    <a:pt x="623978" y="495087"/>
                    <a:pt x="623978" y="575795"/>
                  </a:cubicBezTo>
                  <a:cubicBezTo>
                    <a:pt x="623978" y="791417"/>
                    <a:pt x="442888" y="879352"/>
                    <a:pt x="246941" y="879352"/>
                  </a:cubicBezTo>
                  <a:cubicBezTo>
                    <a:pt x="152180" y="879352"/>
                    <a:pt x="78298" y="866503"/>
                    <a:pt x="19675" y="849237"/>
                  </a:cubicBezTo>
                  <a:cubicBezTo>
                    <a:pt x="9235" y="845623"/>
                    <a:pt x="0" y="840002"/>
                    <a:pt x="0" y="829562"/>
                  </a:cubicBezTo>
                  <a:lnTo>
                    <a:pt x="0" y="825948"/>
                  </a:lnTo>
                  <a:lnTo>
                    <a:pt x="24092" y="684208"/>
                  </a:lnTo>
                  <a:cubicBezTo>
                    <a:pt x="26501" y="671359"/>
                    <a:pt x="36941" y="661321"/>
                    <a:pt x="50593" y="661321"/>
                  </a:cubicBezTo>
                  <a:lnTo>
                    <a:pt x="53002" y="661321"/>
                  </a:lnTo>
                  <a:cubicBezTo>
                    <a:pt x="100383" y="665738"/>
                    <a:pt x="222448" y="678586"/>
                    <a:pt x="283882" y="678586"/>
                  </a:cubicBezTo>
                  <a:cubicBezTo>
                    <a:pt x="330058" y="678586"/>
                    <a:pt x="368203" y="662525"/>
                    <a:pt x="368203" y="610728"/>
                  </a:cubicBezTo>
                  <a:cubicBezTo>
                    <a:pt x="368203" y="593462"/>
                    <a:pt x="356559" y="580613"/>
                    <a:pt x="323232" y="558930"/>
                  </a:cubicBezTo>
                  <a:lnTo>
                    <a:pt x="174264" y="460957"/>
                  </a:lnTo>
                  <a:cubicBezTo>
                    <a:pt x="107209" y="417190"/>
                    <a:pt x="75086" y="342104"/>
                    <a:pt x="75086" y="270632"/>
                  </a:cubicBezTo>
                  <a:cubicBezTo>
                    <a:pt x="74685" y="62237"/>
                    <a:pt x="237304" y="0"/>
                    <a:pt x="420804" y="0"/>
                  </a:cubicBezTo>
                  <a:cubicBezTo>
                    <a:pt x="511951" y="0"/>
                    <a:pt x="632009" y="14857"/>
                    <a:pt x="676980" y="28910"/>
                  </a:cubicBezTo>
                  <a:cubicBezTo>
                    <a:pt x="686216" y="32524"/>
                    <a:pt x="694246" y="36941"/>
                    <a:pt x="694246" y="47381"/>
                  </a:cubicBezTo>
                  <a:lnTo>
                    <a:pt x="694246" y="509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7"/>
            <p:cNvSpPr/>
            <p:nvPr/>
          </p:nvSpPr>
          <p:spPr>
            <a:xfrm>
              <a:off x="1097210" y="940905"/>
              <a:ext cx="653289" cy="879753"/>
            </a:xfrm>
            <a:custGeom>
              <a:avLst/>
              <a:gdLst/>
              <a:ahLst/>
              <a:cxnLst/>
              <a:rect l="l" t="t" r="r" b="b"/>
              <a:pathLst>
                <a:path w="653289" h="879753" extrusionOk="0">
                  <a:moveTo>
                    <a:pt x="653290" y="36941"/>
                  </a:moveTo>
                  <a:lnTo>
                    <a:pt x="629198" y="177878"/>
                  </a:lnTo>
                  <a:cubicBezTo>
                    <a:pt x="626789" y="190727"/>
                    <a:pt x="614342" y="200765"/>
                    <a:pt x="601493" y="200765"/>
                  </a:cubicBezTo>
                  <a:lnTo>
                    <a:pt x="368605" y="200765"/>
                  </a:lnTo>
                  <a:cubicBezTo>
                    <a:pt x="327247" y="200765"/>
                    <a:pt x="310785" y="214819"/>
                    <a:pt x="302754" y="258586"/>
                  </a:cubicBezTo>
                  <a:lnTo>
                    <a:pt x="287897" y="342907"/>
                  </a:lnTo>
                  <a:lnTo>
                    <a:pt x="571779" y="342907"/>
                  </a:lnTo>
                  <a:cubicBezTo>
                    <a:pt x="583424" y="342907"/>
                    <a:pt x="591454" y="350938"/>
                    <a:pt x="591454" y="362582"/>
                  </a:cubicBezTo>
                  <a:lnTo>
                    <a:pt x="591454" y="366196"/>
                  </a:lnTo>
                  <a:lnTo>
                    <a:pt x="567362" y="502315"/>
                  </a:lnTo>
                  <a:cubicBezTo>
                    <a:pt x="564953" y="515164"/>
                    <a:pt x="553710" y="525202"/>
                    <a:pt x="540861" y="525202"/>
                  </a:cubicBezTo>
                  <a:lnTo>
                    <a:pt x="256979" y="525202"/>
                  </a:lnTo>
                  <a:lnTo>
                    <a:pt x="239714" y="620766"/>
                  </a:lnTo>
                  <a:cubicBezTo>
                    <a:pt x="238509" y="630001"/>
                    <a:pt x="237304" y="636827"/>
                    <a:pt x="237304" y="644055"/>
                  </a:cubicBezTo>
                  <a:cubicBezTo>
                    <a:pt x="237304" y="670556"/>
                    <a:pt x="251358" y="678586"/>
                    <a:pt x="284685" y="678586"/>
                  </a:cubicBezTo>
                  <a:lnTo>
                    <a:pt x="517573" y="678586"/>
                  </a:lnTo>
                  <a:cubicBezTo>
                    <a:pt x="529217" y="678586"/>
                    <a:pt x="537248" y="686617"/>
                    <a:pt x="537248" y="698261"/>
                  </a:cubicBezTo>
                  <a:lnTo>
                    <a:pt x="537248" y="701875"/>
                  </a:lnTo>
                  <a:lnTo>
                    <a:pt x="511951" y="842411"/>
                  </a:lnTo>
                  <a:cubicBezTo>
                    <a:pt x="509542" y="856063"/>
                    <a:pt x="500307" y="863291"/>
                    <a:pt x="485450" y="865700"/>
                  </a:cubicBezTo>
                  <a:cubicBezTo>
                    <a:pt x="440479" y="871321"/>
                    <a:pt x="370211" y="879753"/>
                    <a:pt x="258184" y="879753"/>
                  </a:cubicBezTo>
                  <a:cubicBezTo>
                    <a:pt x="123270" y="879753"/>
                    <a:pt x="0" y="831168"/>
                    <a:pt x="0" y="680193"/>
                  </a:cubicBezTo>
                  <a:cubicBezTo>
                    <a:pt x="0" y="661722"/>
                    <a:pt x="2409" y="642047"/>
                    <a:pt x="5621" y="621168"/>
                  </a:cubicBezTo>
                  <a:lnTo>
                    <a:pt x="69063" y="258987"/>
                  </a:lnTo>
                  <a:cubicBezTo>
                    <a:pt x="108413" y="25296"/>
                    <a:pt x="246941" y="0"/>
                    <a:pt x="409561" y="0"/>
                  </a:cubicBezTo>
                  <a:cubicBezTo>
                    <a:pt x="521588" y="0"/>
                    <a:pt x="591856" y="8031"/>
                    <a:pt x="634418" y="13652"/>
                  </a:cubicBezTo>
                  <a:cubicBezTo>
                    <a:pt x="647267" y="14857"/>
                    <a:pt x="652888" y="20478"/>
                    <a:pt x="652888" y="32122"/>
                  </a:cubicBezTo>
                  <a:lnTo>
                    <a:pt x="652888" y="3653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7"/>
            <p:cNvSpPr/>
            <p:nvPr/>
          </p:nvSpPr>
          <p:spPr>
            <a:xfrm>
              <a:off x="1715968" y="941708"/>
              <a:ext cx="694647" cy="878548"/>
            </a:xfrm>
            <a:custGeom>
              <a:avLst/>
              <a:gdLst/>
              <a:ahLst/>
              <a:cxnLst/>
              <a:rect l="l" t="t" r="r" b="b"/>
              <a:pathLst>
                <a:path w="694647" h="878548" extrusionOk="0">
                  <a:moveTo>
                    <a:pt x="694246" y="49790"/>
                  </a:moveTo>
                  <a:lnTo>
                    <a:pt x="668950" y="193939"/>
                  </a:lnTo>
                  <a:cubicBezTo>
                    <a:pt x="666541" y="206788"/>
                    <a:pt x="657305" y="215622"/>
                    <a:pt x="644858" y="215622"/>
                  </a:cubicBezTo>
                  <a:lnTo>
                    <a:pt x="642449" y="215622"/>
                  </a:lnTo>
                  <a:cubicBezTo>
                    <a:pt x="596273" y="212008"/>
                    <a:pt x="465775" y="200765"/>
                    <a:pt x="383060" y="200765"/>
                  </a:cubicBezTo>
                  <a:cubicBezTo>
                    <a:pt x="350938" y="200765"/>
                    <a:pt x="317209" y="211205"/>
                    <a:pt x="317209" y="249350"/>
                  </a:cubicBezTo>
                  <a:cubicBezTo>
                    <a:pt x="317209" y="265412"/>
                    <a:pt x="328854" y="275851"/>
                    <a:pt x="367802" y="299140"/>
                  </a:cubicBezTo>
                  <a:lnTo>
                    <a:pt x="508739" y="382257"/>
                  </a:lnTo>
                  <a:cubicBezTo>
                    <a:pt x="591856" y="430842"/>
                    <a:pt x="623978" y="494284"/>
                    <a:pt x="623978" y="574992"/>
                  </a:cubicBezTo>
                  <a:cubicBezTo>
                    <a:pt x="623978" y="790613"/>
                    <a:pt x="442888" y="878549"/>
                    <a:pt x="246941" y="878549"/>
                  </a:cubicBezTo>
                  <a:cubicBezTo>
                    <a:pt x="152180" y="878549"/>
                    <a:pt x="78700" y="865700"/>
                    <a:pt x="19675" y="848434"/>
                  </a:cubicBezTo>
                  <a:cubicBezTo>
                    <a:pt x="9235" y="844820"/>
                    <a:pt x="0" y="839199"/>
                    <a:pt x="0" y="828759"/>
                  </a:cubicBezTo>
                  <a:lnTo>
                    <a:pt x="0" y="825145"/>
                  </a:lnTo>
                  <a:lnTo>
                    <a:pt x="24092" y="683405"/>
                  </a:lnTo>
                  <a:cubicBezTo>
                    <a:pt x="26501" y="670556"/>
                    <a:pt x="36941" y="660518"/>
                    <a:pt x="50593" y="660518"/>
                  </a:cubicBezTo>
                  <a:lnTo>
                    <a:pt x="53002" y="660518"/>
                  </a:lnTo>
                  <a:cubicBezTo>
                    <a:pt x="100383" y="664934"/>
                    <a:pt x="222448" y="677783"/>
                    <a:pt x="283882" y="677783"/>
                  </a:cubicBezTo>
                  <a:cubicBezTo>
                    <a:pt x="330058" y="677783"/>
                    <a:pt x="368203" y="661722"/>
                    <a:pt x="368203" y="609925"/>
                  </a:cubicBezTo>
                  <a:cubicBezTo>
                    <a:pt x="368203" y="592659"/>
                    <a:pt x="356559" y="579810"/>
                    <a:pt x="323232" y="558127"/>
                  </a:cubicBezTo>
                  <a:lnTo>
                    <a:pt x="174264" y="460154"/>
                  </a:lnTo>
                  <a:cubicBezTo>
                    <a:pt x="107209" y="416387"/>
                    <a:pt x="75086" y="341301"/>
                    <a:pt x="75086" y="269828"/>
                  </a:cubicBezTo>
                  <a:cubicBezTo>
                    <a:pt x="75086" y="62237"/>
                    <a:pt x="237706" y="0"/>
                    <a:pt x="421205" y="0"/>
                  </a:cubicBezTo>
                  <a:cubicBezTo>
                    <a:pt x="512353" y="0"/>
                    <a:pt x="632410" y="14857"/>
                    <a:pt x="677382" y="28910"/>
                  </a:cubicBezTo>
                  <a:cubicBezTo>
                    <a:pt x="686617" y="32524"/>
                    <a:pt x="694648" y="36941"/>
                    <a:pt x="694648" y="47381"/>
                  </a:cubicBezTo>
                  <a:lnTo>
                    <a:pt x="694648" y="5099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8" name="Google Shape;238;p7"/>
            <p:cNvGrpSpPr/>
            <p:nvPr/>
          </p:nvGrpSpPr>
          <p:grpSpPr>
            <a:xfrm>
              <a:off x="2944651" y="948534"/>
              <a:ext cx="1320959" cy="861683"/>
              <a:chOff x="2944651" y="948534"/>
              <a:chExt cx="1320959" cy="861683"/>
            </a:xfrm>
          </p:grpSpPr>
          <p:sp>
            <p:nvSpPr>
              <p:cNvPr id="239" name="Google Shape;239;p7"/>
              <p:cNvSpPr/>
              <p:nvPr/>
            </p:nvSpPr>
            <p:spPr>
              <a:xfrm>
                <a:off x="3044973" y="951344"/>
                <a:ext cx="146502" cy="205583"/>
              </a:xfrm>
              <a:custGeom>
                <a:avLst/>
                <a:gdLst/>
                <a:ahLst/>
                <a:cxnLst/>
                <a:rect l="l" t="t" r="r" b="b"/>
                <a:pathLst>
                  <a:path w="146502" h="205583" extrusionOk="0">
                    <a:moveTo>
                      <a:pt x="142604" y="2811"/>
                    </a:moveTo>
                    <a:cubicBezTo>
                      <a:pt x="146218" y="3212"/>
                      <a:pt x="147021" y="4015"/>
                      <a:pt x="146218" y="7629"/>
                    </a:cubicBezTo>
                    <a:lnTo>
                      <a:pt x="144210" y="19273"/>
                    </a:lnTo>
                    <a:cubicBezTo>
                      <a:pt x="143809" y="22486"/>
                      <a:pt x="142604" y="24092"/>
                      <a:pt x="138187" y="23690"/>
                    </a:cubicBezTo>
                    <a:cubicBezTo>
                      <a:pt x="126141" y="22887"/>
                      <a:pt x="107269" y="22084"/>
                      <a:pt x="91208" y="22084"/>
                    </a:cubicBezTo>
                    <a:cubicBezTo>
                      <a:pt x="69124" y="22084"/>
                      <a:pt x="46237" y="25698"/>
                      <a:pt x="46237" y="49790"/>
                    </a:cubicBezTo>
                    <a:cubicBezTo>
                      <a:pt x="46237" y="62639"/>
                      <a:pt x="52661" y="69465"/>
                      <a:pt x="70328" y="81511"/>
                    </a:cubicBezTo>
                    <a:lnTo>
                      <a:pt x="92413" y="96367"/>
                    </a:lnTo>
                    <a:cubicBezTo>
                      <a:pt x="117709" y="113232"/>
                      <a:pt x="126543" y="127687"/>
                      <a:pt x="126543" y="147362"/>
                    </a:cubicBezTo>
                    <a:cubicBezTo>
                      <a:pt x="126543" y="185909"/>
                      <a:pt x="94019" y="205584"/>
                      <a:pt x="50654" y="205584"/>
                    </a:cubicBezTo>
                    <a:cubicBezTo>
                      <a:pt x="35797" y="205584"/>
                      <a:pt x="16122" y="203576"/>
                      <a:pt x="4478" y="201568"/>
                    </a:cubicBezTo>
                    <a:cubicBezTo>
                      <a:pt x="1265" y="201167"/>
                      <a:pt x="-341" y="199962"/>
                      <a:pt x="61" y="196750"/>
                    </a:cubicBezTo>
                    <a:lnTo>
                      <a:pt x="2068" y="185909"/>
                    </a:lnTo>
                    <a:cubicBezTo>
                      <a:pt x="2470" y="181893"/>
                      <a:pt x="3674" y="181090"/>
                      <a:pt x="8493" y="181492"/>
                    </a:cubicBezTo>
                    <a:cubicBezTo>
                      <a:pt x="20539" y="182696"/>
                      <a:pt x="40615" y="183098"/>
                      <a:pt x="53063" y="183098"/>
                    </a:cubicBezTo>
                    <a:cubicBezTo>
                      <a:pt x="82375" y="183098"/>
                      <a:pt x="100443" y="173060"/>
                      <a:pt x="100443" y="147362"/>
                    </a:cubicBezTo>
                    <a:cubicBezTo>
                      <a:pt x="100443" y="134513"/>
                      <a:pt x="93216" y="127687"/>
                      <a:pt x="74344" y="114838"/>
                    </a:cubicBezTo>
                    <a:lnTo>
                      <a:pt x="50654" y="98776"/>
                    </a:lnTo>
                    <a:cubicBezTo>
                      <a:pt x="32183" y="86329"/>
                      <a:pt x="20940" y="70669"/>
                      <a:pt x="20940" y="51396"/>
                    </a:cubicBezTo>
                    <a:cubicBezTo>
                      <a:pt x="20940" y="13652"/>
                      <a:pt x="53866" y="0"/>
                      <a:pt x="90807" y="0"/>
                    </a:cubicBezTo>
                    <a:cubicBezTo>
                      <a:pt x="106868" y="0"/>
                      <a:pt x="131763" y="1606"/>
                      <a:pt x="141801" y="3212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3193600" y="1003142"/>
                <a:ext cx="126883" cy="152983"/>
              </a:xfrm>
              <a:custGeom>
                <a:avLst/>
                <a:gdLst/>
                <a:ahLst/>
                <a:cxnLst/>
                <a:rect l="l" t="t" r="r" b="b"/>
                <a:pathLst>
                  <a:path w="126883" h="152983" extrusionOk="0">
                    <a:moveTo>
                      <a:pt x="124475" y="67056"/>
                    </a:moveTo>
                    <a:lnTo>
                      <a:pt x="122467" y="78298"/>
                    </a:lnTo>
                    <a:cubicBezTo>
                      <a:pt x="121664" y="81912"/>
                      <a:pt x="120459" y="84321"/>
                      <a:pt x="116444" y="84321"/>
                    </a:cubicBezTo>
                    <a:lnTo>
                      <a:pt x="24895" y="84321"/>
                    </a:lnTo>
                    <a:lnTo>
                      <a:pt x="24895" y="87534"/>
                    </a:lnTo>
                    <a:cubicBezTo>
                      <a:pt x="23289" y="93958"/>
                      <a:pt x="22887" y="99178"/>
                      <a:pt x="22887" y="103996"/>
                    </a:cubicBezTo>
                    <a:cubicBezTo>
                      <a:pt x="22887" y="124474"/>
                      <a:pt x="35736" y="132907"/>
                      <a:pt x="56616" y="132907"/>
                    </a:cubicBezTo>
                    <a:cubicBezTo>
                      <a:pt x="72276" y="132907"/>
                      <a:pt x="90746" y="130899"/>
                      <a:pt x="103595" y="129293"/>
                    </a:cubicBezTo>
                    <a:cubicBezTo>
                      <a:pt x="107610" y="128891"/>
                      <a:pt x="109216" y="129293"/>
                      <a:pt x="108815" y="132907"/>
                    </a:cubicBezTo>
                    <a:lnTo>
                      <a:pt x="107209" y="142142"/>
                    </a:lnTo>
                    <a:cubicBezTo>
                      <a:pt x="106807" y="146157"/>
                      <a:pt x="105201" y="147763"/>
                      <a:pt x="100784" y="148566"/>
                    </a:cubicBezTo>
                    <a:cubicBezTo>
                      <a:pt x="84723" y="151377"/>
                      <a:pt x="71472" y="152983"/>
                      <a:pt x="53404" y="152983"/>
                    </a:cubicBezTo>
                    <a:cubicBezTo>
                      <a:pt x="26501" y="152983"/>
                      <a:pt x="0" y="139331"/>
                      <a:pt x="0" y="102792"/>
                    </a:cubicBezTo>
                    <a:cubicBezTo>
                      <a:pt x="0" y="97572"/>
                      <a:pt x="402" y="91950"/>
                      <a:pt x="1606" y="85928"/>
                    </a:cubicBezTo>
                    <a:lnTo>
                      <a:pt x="5220" y="67056"/>
                    </a:lnTo>
                    <a:cubicBezTo>
                      <a:pt x="13251" y="23690"/>
                      <a:pt x="38547" y="0"/>
                      <a:pt x="77094" y="0"/>
                    </a:cubicBezTo>
                    <a:cubicBezTo>
                      <a:pt x="110822" y="0"/>
                      <a:pt x="126884" y="22084"/>
                      <a:pt x="126884" y="50593"/>
                    </a:cubicBezTo>
                    <a:cubicBezTo>
                      <a:pt x="126884" y="55813"/>
                      <a:pt x="126482" y="61033"/>
                      <a:pt x="125278" y="67056"/>
                    </a:cubicBezTo>
                    <a:moveTo>
                      <a:pt x="72677" y="20880"/>
                    </a:moveTo>
                    <a:cubicBezTo>
                      <a:pt x="48987" y="20880"/>
                      <a:pt x="33327" y="39752"/>
                      <a:pt x="28509" y="64646"/>
                    </a:cubicBezTo>
                    <a:lnTo>
                      <a:pt x="28509" y="65851"/>
                    </a:lnTo>
                    <a:cubicBezTo>
                      <a:pt x="28509" y="65851"/>
                      <a:pt x="100383" y="65851"/>
                      <a:pt x="100383" y="65851"/>
                    </a:cubicBezTo>
                    <a:lnTo>
                      <a:pt x="100383" y="64646"/>
                    </a:lnTo>
                    <a:cubicBezTo>
                      <a:pt x="101587" y="59025"/>
                      <a:pt x="102390" y="54207"/>
                      <a:pt x="102390" y="49790"/>
                    </a:cubicBezTo>
                    <a:cubicBezTo>
                      <a:pt x="102390" y="30516"/>
                      <a:pt x="92352" y="20880"/>
                      <a:pt x="73079" y="2088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3329256" y="1003543"/>
                <a:ext cx="91440" cy="151376"/>
              </a:xfrm>
              <a:custGeom>
                <a:avLst/>
                <a:gdLst/>
                <a:ahLst/>
                <a:cxnLst/>
                <a:rect l="l" t="t" r="r" b="b"/>
                <a:pathLst>
                  <a:path w="91440" h="151376" extrusionOk="0">
                    <a:moveTo>
                      <a:pt x="23751" y="145756"/>
                    </a:moveTo>
                    <a:cubicBezTo>
                      <a:pt x="23350" y="148566"/>
                      <a:pt x="20138" y="151377"/>
                      <a:pt x="17327" y="151377"/>
                    </a:cubicBezTo>
                    <a:lnTo>
                      <a:pt x="4076" y="151377"/>
                    </a:lnTo>
                    <a:cubicBezTo>
                      <a:pt x="1266" y="151377"/>
                      <a:pt x="-341" y="148566"/>
                      <a:pt x="61" y="145756"/>
                    </a:cubicBezTo>
                    <a:lnTo>
                      <a:pt x="24153" y="7228"/>
                    </a:lnTo>
                    <a:cubicBezTo>
                      <a:pt x="24554" y="4417"/>
                      <a:pt x="27365" y="1606"/>
                      <a:pt x="30176" y="1606"/>
                    </a:cubicBezTo>
                    <a:lnTo>
                      <a:pt x="43025" y="1606"/>
                    </a:lnTo>
                    <a:cubicBezTo>
                      <a:pt x="46237" y="1606"/>
                      <a:pt x="47442" y="4417"/>
                      <a:pt x="47040" y="7228"/>
                    </a:cubicBezTo>
                    <a:lnTo>
                      <a:pt x="45836" y="13652"/>
                    </a:lnTo>
                    <a:cubicBezTo>
                      <a:pt x="60692" y="2409"/>
                      <a:pt x="73541" y="0"/>
                      <a:pt x="85989" y="0"/>
                    </a:cubicBezTo>
                    <a:lnTo>
                      <a:pt x="86390" y="0"/>
                    </a:lnTo>
                    <a:cubicBezTo>
                      <a:pt x="90807" y="0"/>
                      <a:pt x="92012" y="2008"/>
                      <a:pt x="91208" y="4818"/>
                    </a:cubicBezTo>
                    <a:lnTo>
                      <a:pt x="89201" y="16061"/>
                    </a:lnTo>
                    <a:cubicBezTo>
                      <a:pt x="88799" y="18872"/>
                      <a:pt x="86390" y="20880"/>
                      <a:pt x="82776" y="20880"/>
                    </a:cubicBezTo>
                    <a:lnTo>
                      <a:pt x="81973" y="20880"/>
                    </a:lnTo>
                    <a:cubicBezTo>
                      <a:pt x="66715" y="20880"/>
                      <a:pt x="56275" y="23690"/>
                      <a:pt x="43025" y="32122"/>
                    </a:cubicBezTo>
                    <a:lnTo>
                      <a:pt x="23350" y="1461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3431664" y="1005149"/>
                <a:ext cx="124116" cy="150975"/>
              </a:xfrm>
              <a:custGeom>
                <a:avLst/>
                <a:gdLst/>
                <a:ahLst/>
                <a:cxnLst/>
                <a:rect l="l" t="t" r="r" b="b"/>
                <a:pathLst>
                  <a:path w="124116" h="150975" extrusionOk="0">
                    <a:moveTo>
                      <a:pt x="122511" y="6424"/>
                    </a:moveTo>
                    <a:lnTo>
                      <a:pt x="65895" y="129694"/>
                    </a:lnTo>
                    <a:cubicBezTo>
                      <a:pt x="57864" y="146960"/>
                      <a:pt x="46621" y="150975"/>
                      <a:pt x="35780" y="150975"/>
                    </a:cubicBezTo>
                    <a:cubicBezTo>
                      <a:pt x="24939" y="150975"/>
                      <a:pt x="15302" y="146559"/>
                      <a:pt x="13294" y="129694"/>
                    </a:cubicBezTo>
                    <a:lnTo>
                      <a:pt x="44" y="6424"/>
                    </a:lnTo>
                    <a:cubicBezTo>
                      <a:pt x="-358" y="1606"/>
                      <a:pt x="2052" y="0"/>
                      <a:pt x="5264" y="0"/>
                    </a:cubicBezTo>
                    <a:lnTo>
                      <a:pt x="19317" y="0"/>
                    </a:lnTo>
                    <a:cubicBezTo>
                      <a:pt x="21726" y="0"/>
                      <a:pt x="23333" y="1606"/>
                      <a:pt x="23734" y="5220"/>
                    </a:cubicBezTo>
                    <a:lnTo>
                      <a:pt x="33371" y="123270"/>
                    </a:lnTo>
                    <a:cubicBezTo>
                      <a:pt x="33772" y="130096"/>
                      <a:pt x="35780" y="131702"/>
                      <a:pt x="38591" y="131702"/>
                    </a:cubicBezTo>
                    <a:cubicBezTo>
                      <a:pt x="41000" y="131702"/>
                      <a:pt x="43409" y="130096"/>
                      <a:pt x="46621" y="123270"/>
                    </a:cubicBezTo>
                    <a:lnTo>
                      <a:pt x="98017" y="5220"/>
                    </a:lnTo>
                    <a:cubicBezTo>
                      <a:pt x="99623" y="1606"/>
                      <a:pt x="100828" y="0"/>
                      <a:pt x="105245" y="0"/>
                    </a:cubicBezTo>
                    <a:lnTo>
                      <a:pt x="120503" y="0"/>
                    </a:lnTo>
                    <a:cubicBezTo>
                      <a:pt x="122912" y="0"/>
                      <a:pt x="124117" y="1205"/>
                      <a:pt x="124117" y="3212"/>
                    </a:cubicBezTo>
                    <a:cubicBezTo>
                      <a:pt x="124117" y="4417"/>
                      <a:pt x="124117" y="5220"/>
                      <a:pt x="123314" y="642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3555305" y="948534"/>
                <a:ext cx="58771" cy="206386"/>
              </a:xfrm>
              <a:custGeom>
                <a:avLst/>
                <a:gdLst/>
                <a:ahLst/>
                <a:cxnLst/>
                <a:rect l="l" t="t" r="r" b="b"/>
                <a:pathLst>
                  <a:path w="58771" h="206386" extrusionOk="0">
                    <a:moveTo>
                      <a:pt x="43439" y="56616"/>
                    </a:moveTo>
                    <a:cubicBezTo>
                      <a:pt x="46651" y="56616"/>
                      <a:pt x="48659" y="57820"/>
                      <a:pt x="47856" y="62237"/>
                    </a:cubicBezTo>
                    <a:lnTo>
                      <a:pt x="23764" y="200765"/>
                    </a:lnTo>
                    <a:cubicBezTo>
                      <a:pt x="23363" y="203576"/>
                      <a:pt x="21756" y="206387"/>
                      <a:pt x="17340" y="206387"/>
                    </a:cubicBezTo>
                    <a:lnTo>
                      <a:pt x="4491" y="206387"/>
                    </a:lnTo>
                    <a:cubicBezTo>
                      <a:pt x="877" y="206387"/>
                      <a:pt x="-328" y="203576"/>
                      <a:pt x="74" y="200765"/>
                    </a:cubicBezTo>
                    <a:lnTo>
                      <a:pt x="24166" y="62237"/>
                    </a:lnTo>
                    <a:cubicBezTo>
                      <a:pt x="24969" y="57419"/>
                      <a:pt x="27780" y="56616"/>
                      <a:pt x="30590" y="56616"/>
                    </a:cubicBezTo>
                    <a:lnTo>
                      <a:pt x="43841" y="56616"/>
                    </a:lnTo>
                    <a:close/>
                    <a:moveTo>
                      <a:pt x="54280" y="0"/>
                    </a:moveTo>
                    <a:cubicBezTo>
                      <a:pt x="57894" y="0"/>
                      <a:pt x="59099" y="1606"/>
                      <a:pt x="58697" y="5621"/>
                    </a:cubicBezTo>
                    <a:lnTo>
                      <a:pt x="54682" y="27304"/>
                    </a:lnTo>
                    <a:cubicBezTo>
                      <a:pt x="53879" y="31319"/>
                      <a:pt x="52674" y="32925"/>
                      <a:pt x="48257" y="32925"/>
                    </a:cubicBezTo>
                    <a:lnTo>
                      <a:pt x="34204" y="32925"/>
                    </a:lnTo>
                    <a:cubicBezTo>
                      <a:pt x="30189" y="32925"/>
                      <a:pt x="29386" y="30115"/>
                      <a:pt x="29787" y="27304"/>
                    </a:cubicBezTo>
                    <a:lnTo>
                      <a:pt x="33803" y="5621"/>
                    </a:lnTo>
                    <a:cubicBezTo>
                      <a:pt x="34204" y="2811"/>
                      <a:pt x="36212" y="0"/>
                      <a:pt x="40227" y="0"/>
                    </a:cubicBezTo>
                    <a:lnTo>
                      <a:pt x="5428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3615609" y="1002740"/>
                <a:ext cx="112428" cy="202772"/>
              </a:xfrm>
              <a:custGeom>
                <a:avLst/>
                <a:gdLst/>
                <a:ahLst/>
                <a:cxnLst/>
                <a:rect l="l" t="t" r="r" b="b"/>
                <a:pathLst>
                  <a:path w="112428" h="202772" extrusionOk="0">
                    <a:moveTo>
                      <a:pt x="112027" y="9637"/>
                    </a:moveTo>
                    <a:lnTo>
                      <a:pt x="110421" y="19273"/>
                    </a:lnTo>
                    <a:cubicBezTo>
                      <a:pt x="110019" y="22084"/>
                      <a:pt x="107209" y="23289"/>
                      <a:pt x="104799" y="23289"/>
                    </a:cubicBezTo>
                    <a:lnTo>
                      <a:pt x="103997" y="23289"/>
                    </a:lnTo>
                    <a:cubicBezTo>
                      <a:pt x="92352" y="22084"/>
                      <a:pt x="84321" y="21281"/>
                      <a:pt x="71071" y="21281"/>
                    </a:cubicBezTo>
                    <a:cubicBezTo>
                      <a:pt x="49388" y="21281"/>
                      <a:pt x="33729" y="38547"/>
                      <a:pt x="28910" y="66253"/>
                    </a:cubicBezTo>
                    <a:lnTo>
                      <a:pt x="25296" y="87534"/>
                    </a:lnTo>
                    <a:cubicBezTo>
                      <a:pt x="24092" y="93958"/>
                      <a:pt x="23690" y="98776"/>
                      <a:pt x="23690" y="103996"/>
                    </a:cubicBezTo>
                    <a:cubicBezTo>
                      <a:pt x="23690" y="124474"/>
                      <a:pt x="33327" y="132907"/>
                      <a:pt x="50994" y="132907"/>
                    </a:cubicBezTo>
                    <a:cubicBezTo>
                      <a:pt x="64245" y="132907"/>
                      <a:pt x="73480" y="132505"/>
                      <a:pt x="85125" y="130899"/>
                    </a:cubicBezTo>
                    <a:lnTo>
                      <a:pt x="85927" y="130899"/>
                    </a:lnTo>
                    <a:cubicBezTo>
                      <a:pt x="87935" y="130899"/>
                      <a:pt x="89943" y="132104"/>
                      <a:pt x="89943" y="134111"/>
                    </a:cubicBezTo>
                    <a:lnTo>
                      <a:pt x="89943" y="134914"/>
                    </a:lnTo>
                    <a:lnTo>
                      <a:pt x="88337" y="144551"/>
                    </a:lnTo>
                    <a:cubicBezTo>
                      <a:pt x="87935" y="148566"/>
                      <a:pt x="85927" y="149771"/>
                      <a:pt x="81912" y="150574"/>
                    </a:cubicBezTo>
                    <a:cubicBezTo>
                      <a:pt x="72677" y="152180"/>
                      <a:pt x="60230" y="153385"/>
                      <a:pt x="47381" y="153385"/>
                    </a:cubicBezTo>
                    <a:cubicBezTo>
                      <a:pt x="15660" y="153385"/>
                      <a:pt x="0" y="131300"/>
                      <a:pt x="0" y="102390"/>
                    </a:cubicBezTo>
                    <a:cubicBezTo>
                      <a:pt x="0" y="97572"/>
                      <a:pt x="402" y="92754"/>
                      <a:pt x="1205" y="87534"/>
                    </a:cubicBezTo>
                    <a:lnTo>
                      <a:pt x="4818" y="66253"/>
                    </a:lnTo>
                    <a:cubicBezTo>
                      <a:pt x="12046" y="22084"/>
                      <a:pt x="37342" y="0"/>
                      <a:pt x="74283" y="0"/>
                    </a:cubicBezTo>
                    <a:cubicBezTo>
                      <a:pt x="87132" y="0"/>
                      <a:pt x="99178" y="1606"/>
                      <a:pt x="107610" y="2811"/>
                    </a:cubicBezTo>
                    <a:cubicBezTo>
                      <a:pt x="110822" y="3212"/>
                      <a:pt x="112429" y="4417"/>
                      <a:pt x="112429" y="6826"/>
                    </a:cubicBezTo>
                    <a:cubicBezTo>
                      <a:pt x="112429" y="7228"/>
                      <a:pt x="112429" y="8031"/>
                      <a:pt x="112429" y="8834"/>
                    </a:cubicBezTo>
                    <a:moveTo>
                      <a:pt x="60631" y="164627"/>
                    </a:moveTo>
                    <a:lnTo>
                      <a:pt x="23690" y="198758"/>
                    </a:lnTo>
                    <a:cubicBezTo>
                      <a:pt x="20879" y="201568"/>
                      <a:pt x="20077" y="202773"/>
                      <a:pt x="16864" y="202773"/>
                    </a:cubicBezTo>
                    <a:lnTo>
                      <a:pt x="2409" y="202773"/>
                    </a:lnTo>
                    <a:cubicBezTo>
                      <a:pt x="2409" y="202773"/>
                      <a:pt x="402" y="202371"/>
                      <a:pt x="402" y="201167"/>
                    </a:cubicBezTo>
                    <a:cubicBezTo>
                      <a:pt x="402" y="200364"/>
                      <a:pt x="803" y="199159"/>
                      <a:pt x="2008" y="198356"/>
                    </a:cubicBezTo>
                    <a:lnTo>
                      <a:pt x="34532" y="164627"/>
                    </a:lnTo>
                    <a:cubicBezTo>
                      <a:pt x="37342" y="161817"/>
                      <a:pt x="38547" y="160612"/>
                      <a:pt x="41759" y="160612"/>
                    </a:cubicBezTo>
                    <a:lnTo>
                      <a:pt x="59828" y="160612"/>
                    </a:lnTo>
                    <a:cubicBezTo>
                      <a:pt x="59828" y="160612"/>
                      <a:pt x="62639" y="161014"/>
                      <a:pt x="62639" y="162218"/>
                    </a:cubicBezTo>
                    <a:cubicBezTo>
                      <a:pt x="62639" y="162620"/>
                      <a:pt x="62639" y="163423"/>
                      <a:pt x="61434" y="164627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3722014" y="1003543"/>
                <a:ext cx="126883" cy="152983"/>
              </a:xfrm>
              <a:custGeom>
                <a:avLst/>
                <a:gdLst/>
                <a:ahLst/>
                <a:cxnLst/>
                <a:rect l="l" t="t" r="r" b="b"/>
                <a:pathLst>
                  <a:path w="126883" h="152983" extrusionOk="0">
                    <a:moveTo>
                      <a:pt x="126081" y="66253"/>
                    </a:moveTo>
                    <a:lnTo>
                      <a:pt x="122467" y="86731"/>
                    </a:lnTo>
                    <a:cubicBezTo>
                      <a:pt x="115641" y="128088"/>
                      <a:pt x="93155" y="152983"/>
                      <a:pt x="50191" y="152983"/>
                    </a:cubicBezTo>
                    <a:cubicBezTo>
                      <a:pt x="17667" y="152983"/>
                      <a:pt x="0" y="131702"/>
                      <a:pt x="0" y="101587"/>
                    </a:cubicBezTo>
                    <a:cubicBezTo>
                      <a:pt x="0" y="96769"/>
                      <a:pt x="402" y="91950"/>
                      <a:pt x="1205" y="86731"/>
                    </a:cubicBezTo>
                    <a:lnTo>
                      <a:pt x="4818" y="66253"/>
                    </a:lnTo>
                    <a:cubicBezTo>
                      <a:pt x="12447" y="22084"/>
                      <a:pt x="36539" y="0"/>
                      <a:pt x="76692" y="0"/>
                    </a:cubicBezTo>
                    <a:cubicBezTo>
                      <a:pt x="110019" y="0"/>
                      <a:pt x="126883" y="21281"/>
                      <a:pt x="126883" y="50994"/>
                    </a:cubicBezTo>
                    <a:cubicBezTo>
                      <a:pt x="126883" y="55813"/>
                      <a:pt x="126482" y="61033"/>
                      <a:pt x="125679" y="66253"/>
                    </a:cubicBezTo>
                    <a:moveTo>
                      <a:pt x="73881" y="20478"/>
                    </a:moveTo>
                    <a:cubicBezTo>
                      <a:pt x="50191" y="20478"/>
                      <a:pt x="33728" y="38145"/>
                      <a:pt x="29312" y="65851"/>
                    </a:cubicBezTo>
                    <a:lnTo>
                      <a:pt x="25698" y="86329"/>
                    </a:lnTo>
                    <a:cubicBezTo>
                      <a:pt x="24493" y="92352"/>
                      <a:pt x="24092" y="97572"/>
                      <a:pt x="24092" y="102390"/>
                    </a:cubicBezTo>
                    <a:cubicBezTo>
                      <a:pt x="24092" y="121664"/>
                      <a:pt x="32925" y="131702"/>
                      <a:pt x="53805" y="131702"/>
                    </a:cubicBezTo>
                    <a:cubicBezTo>
                      <a:pt x="77897" y="131702"/>
                      <a:pt x="93958" y="112830"/>
                      <a:pt x="98776" y="86329"/>
                    </a:cubicBezTo>
                    <a:lnTo>
                      <a:pt x="102390" y="65851"/>
                    </a:lnTo>
                    <a:cubicBezTo>
                      <a:pt x="103595" y="60230"/>
                      <a:pt x="103595" y="55010"/>
                      <a:pt x="103595" y="50191"/>
                    </a:cubicBezTo>
                    <a:cubicBezTo>
                      <a:pt x="103595" y="30516"/>
                      <a:pt x="94761" y="20077"/>
                      <a:pt x="73881" y="20077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990767" y="1277387"/>
                <a:ext cx="146100" cy="205583"/>
              </a:xfrm>
              <a:custGeom>
                <a:avLst/>
                <a:gdLst/>
                <a:ahLst/>
                <a:cxnLst/>
                <a:rect l="l" t="t" r="r" b="b"/>
                <a:pathLst>
                  <a:path w="146100" h="205583" extrusionOk="0">
                    <a:moveTo>
                      <a:pt x="142202" y="2811"/>
                    </a:moveTo>
                    <a:cubicBezTo>
                      <a:pt x="145816" y="3212"/>
                      <a:pt x="146619" y="4015"/>
                      <a:pt x="145816" y="7629"/>
                    </a:cubicBezTo>
                    <a:lnTo>
                      <a:pt x="143808" y="19273"/>
                    </a:lnTo>
                    <a:cubicBezTo>
                      <a:pt x="143407" y="22486"/>
                      <a:pt x="142604" y="24092"/>
                      <a:pt x="137786" y="23690"/>
                    </a:cubicBezTo>
                    <a:cubicBezTo>
                      <a:pt x="125740" y="22887"/>
                      <a:pt x="106868" y="22084"/>
                      <a:pt x="90806" y="22084"/>
                    </a:cubicBezTo>
                    <a:cubicBezTo>
                      <a:pt x="68722" y="22084"/>
                      <a:pt x="45835" y="25698"/>
                      <a:pt x="45835" y="49790"/>
                    </a:cubicBezTo>
                    <a:cubicBezTo>
                      <a:pt x="45835" y="62639"/>
                      <a:pt x="52259" y="69465"/>
                      <a:pt x="69927" y="81511"/>
                    </a:cubicBezTo>
                    <a:lnTo>
                      <a:pt x="92412" y="96367"/>
                    </a:lnTo>
                    <a:cubicBezTo>
                      <a:pt x="117709" y="113232"/>
                      <a:pt x="126543" y="127687"/>
                      <a:pt x="126543" y="147362"/>
                    </a:cubicBezTo>
                    <a:cubicBezTo>
                      <a:pt x="126543" y="185507"/>
                      <a:pt x="94019" y="205584"/>
                      <a:pt x="50653" y="205584"/>
                    </a:cubicBezTo>
                    <a:cubicBezTo>
                      <a:pt x="35797" y="205584"/>
                      <a:pt x="16122" y="203576"/>
                      <a:pt x="4478" y="201568"/>
                    </a:cubicBezTo>
                    <a:cubicBezTo>
                      <a:pt x="1265" y="201167"/>
                      <a:pt x="-341" y="199962"/>
                      <a:pt x="61" y="196750"/>
                    </a:cubicBezTo>
                    <a:lnTo>
                      <a:pt x="2068" y="185909"/>
                    </a:lnTo>
                    <a:cubicBezTo>
                      <a:pt x="2470" y="181893"/>
                      <a:pt x="3674" y="181090"/>
                      <a:pt x="8091" y="181492"/>
                    </a:cubicBezTo>
                    <a:cubicBezTo>
                      <a:pt x="20137" y="182696"/>
                      <a:pt x="40214" y="183098"/>
                      <a:pt x="52661" y="183098"/>
                    </a:cubicBezTo>
                    <a:cubicBezTo>
                      <a:pt x="81973" y="183098"/>
                      <a:pt x="100042" y="173060"/>
                      <a:pt x="100042" y="147362"/>
                    </a:cubicBezTo>
                    <a:cubicBezTo>
                      <a:pt x="100042" y="134513"/>
                      <a:pt x="92814" y="127687"/>
                      <a:pt x="73942" y="114838"/>
                    </a:cubicBezTo>
                    <a:lnTo>
                      <a:pt x="50252" y="98776"/>
                    </a:lnTo>
                    <a:cubicBezTo>
                      <a:pt x="31782" y="86329"/>
                      <a:pt x="20538" y="70669"/>
                      <a:pt x="20538" y="51396"/>
                    </a:cubicBezTo>
                    <a:cubicBezTo>
                      <a:pt x="20538" y="13652"/>
                      <a:pt x="53464" y="0"/>
                      <a:pt x="90405" y="0"/>
                    </a:cubicBezTo>
                    <a:cubicBezTo>
                      <a:pt x="106466" y="0"/>
                      <a:pt x="131361" y="1606"/>
                      <a:pt x="141399" y="3212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3137787" y="1329586"/>
                <a:ext cx="126883" cy="152983"/>
              </a:xfrm>
              <a:custGeom>
                <a:avLst/>
                <a:gdLst/>
                <a:ahLst/>
                <a:cxnLst/>
                <a:rect l="l" t="t" r="r" b="b"/>
                <a:pathLst>
                  <a:path w="126883" h="152983" extrusionOk="0">
                    <a:moveTo>
                      <a:pt x="126081" y="66253"/>
                    </a:moveTo>
                    <a:lnTo>
                      <a:pt x="122467" y="86731"/>
                    </a:lnTo>
                    <a:cubicBezTo>
                      <a:pt x="115641" y="128088"/>
                      <a:pt x="93155" y="152983"/>
                      <a:pt x="50191" y="152983"/>
                    </a:cubicBezTo>
                    <a:cubicBezTo>
                      <a:pt x="17667" y="152983"/>
                      <a:pt x="0" y="131702"/>
                      <a:pt x="0" y="101587"/>
                    </a:cubicBezTo>
                    <a:cubicBezTo>
                      <a:pt x="0" y="96769"/>
                      <a:pt x="402" y="91950"/>
                      <a:pt x="1205" y="86731"/>
                    </a:cubicBezTo>
                    <a:lnTo>
                      <a:pt x="4818" y="66253"/>
                    </a:lnTo>
                    <a:cubicBezTo>
                      <a:pt x="12448" y="22084"/>
                      <a:pt x="36539" y="0"/>
                      <a:pt x="76692" y="0"/>
                    </a:cubicBezTo>
                    <a:cubicBezTo>
                      <a:pt x="110020" y="0"/>
                      <a:pt x="126884" y="21281"/>
                      <a:pt x="126884" y="50994"/>
                    </a:cubicBezTo>
                    <a:cubicBezTo>
                      <a:pt x="126884" y="55813"/>
                      <a:pt x="126482" y="61033"/>
                      <a:pt x="125679" y="66253"/>
                    </a:cubicBezTo>
                    <a:moveTo>
                      <a:pt x="73480" y="20880"/>
                    </a:moveTo>
                    <a:cubicBezTo>
                      <a:pt x="49790" y="20880"/>
                      <a:pt x="33327" y="38547"/>
                      <a:pt x="28910" y="66253"/>
                    </a:cubicBezTo>
                    <a:lnTo>
                      <a:pt x="25297" y="86731"/>
                    </a:lnTo>
                    <a:cubicBezTo>
                      <a:pt x="24092" y="92754"/>
                      <a:pt x="23690" y="97973"/>
                      <a:pt x="23690" y="102792"/>
                    </a:cubicBezTo>
                    <a:cubicBezTo>
                      <a:pt x="23690" y="122065"/>
                      <a:pt x="32524" y="132104"/>
                      <a:pt x="53404" y="132104"/>
                    </a:cubicBezTo>
                    <a:cubicBezTo>
                      <a:pt x="77495" y="132104"/>
                      <a:pt x="93557" y="113232"/>
                      <a:pt x="98375" y="86731"/>
                    </a:cubicBezTo>
                    <a:lnTo>
                      <a:pt x="101989" y="66253"/>
                    </a:lnTo>
                    <a:cubicBezTo>
                      <a:pt x="103193" y="60631"/>
                      <a:pt x="103193" y="55411"/>
                      <a:pt x="103193" y="50593"/>
                    </a:cubicBezTo>
                    <a:cubicBezTo>
                      <a:pt x="103193" y="30918"/>
                      <a:pt x="94360" y="20478"/>
                      <a:pt x="73480" y="20478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3279126" y="1329184"/>
                <a:ext cx="112186" cy="153384"/>
              </a:xfrm>
              <a:custGeom>
                <a:avLst/>
                <a:gdLst/>
                <a:ahLst/>
                <a:cxnLst/>
                <a:rect l="l" t="t" r="r" b="b"/>
                <a:pathLst>
                  <a:path w="112186" h="153384" extrusionOk="0">
                    <a:moveTo>
                      <a:pt x="28910" y="66253"/>
                    </a:moveTo>
                    <a:lnTo>
                      <a:pt x="25296" y="87534"/>
                    </a:lnTo>
                    <a:cubicBezTo>
                      <a:pt x="24092" y="93958"/>
                      <a:pt x="23690" y="98776"/>
                      <a:pt x="23690" y="103996"/>
                    </a:cubicBezTo>
                    <a:cubicBezTo>
                      <a:pt x="23690" y="124474"/>
                      <a:pt x="33327" y="132907"/>
                      <a:pt x="50994" y="132907"/>
                    </a:cubicBezTo>
                    <a:cubicBezTo>
                      <a:pt x="64245" y="132907"/>
                      <a:pt x="73079" y="132505"/>
                      <a:pt x="85124" y="130899"/>
                    </a:cubicBezTo>
                    <a:cubicBezTo>
                      <a:pt x="89541" y="130096"/>
                      <a:pt x="90746" y="132104"/>
                      <a:pt x="89943" y="134914"/>
                    </a:cubicBezTo>
                    <a:lnTo>
                      <a:pt x="88337" y="144551"/>
                    </a:lnTo>
                    <a:cubicBezTo>
                      <a:pt x="87935" y="148165"/>
                      <a:pt x="86329" y="149771"/>
                      <a:pt x="81912" y="150574"/>
                    </a:cubicBezTo>
                    <a:cubicBezTo>
                      <a:pt x="73079" y="152180"/>
                      <a:pt x="60230" y="153385"/>
                      <a:pt x="47381" y="153385"/>
                    </a:cubicBezTo>
                    <a:cubicBezTo>
                      <a:pt x="15660" y="153385"/>
                      <a:pt x="0" y="131300"/>
                      <a:pt x="0" y="102390"/>
                    </a:cubicBezTo>
                    <a:cubicBezTo>
                      <a:pt x="0" y="97572"/>
                      <a:pt x="401" y="92754"/>
                      <a:pt x="1205" y="87534"/>
                    </a:cubicBezTo>
                    <a:lnTo>
                      <a:pt x="4818" y="66253"/>
                    </a:lnTo>
                    <a:cubicBezTo>
                      <a:pt x="12046" y="22084"/>
                      <a:pt x="36941" y="0"/>
                      <a:pt x="74283" y="0"/>
                    </a:cubicBezTo>
                    <a:cubicBezTo>
                      <a:pt x="86730" y="0"/>
                      <a:pt x="99178" y="1606"/>
                      <a:pt x="107610" y="2811"/>
                    </a:cubicBezTo>
                    <a:cubicBezTo>
                      <a:pt x="112428" y="3614"/>
                      <a:pt x="112428" y="5220"/>
                      <a:pt x="112027" y="8834"/>
                    </a:cubicBezTo>
                    <a:lnTo>
                      <a:pt x="110421" y="18470"/>
                    </a:lnTo>
                    <a:cubicBezTo>
                      <a:pt x="110019" y="21281"/>
                      <a:pt x="108815" y="23289"/>
                      <a:pt x="103996" y="22486"/>
                    </a:cubicBezTo>
                    <a:cubicBezTo>
                      <a:pt x="92352" y="21281"/>
                      <a:pt x="84321" y="20478"/>
                      <a:pt x="70669" y="20478"/>
                    </a:cubicBezTo>
                    <a:cubicBezTo>
                      <a:pt x="48987" y="20478"/>
                      <a:pt x="33327" y="37744"/>
                      <a:pt x="28509" y="6544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3394291" y="1274978"/>
                <a:ext cx="58369" cy="206386"/>
              </a:xfrm>
              <a:custGeom>
                <a:avLst/>
                <a:gdLst/>
                <a:ahLst/>
                <a:cxnLst/>
                <a:rect l="l" t="t" r="r" b="b"/>
                <a:pathLst>
                  <a:path w="58369" h="206386" extrusionOk="0">
                    <a:moveTo>
                      <a:pt x="43439" y="56616"/>
                    </a:moveTo>
                    <a:cubicBezTo>
                      <a:pt x="46651" y="56616"/>
                      <a:pt x="48659" y="57820"/>
                      <a:pt x="47856" y="62237"/>
                    </a:cubicBezTo>
                    <a:lnTo>
                      <a:pt x="23764" y="200765"/>
                    </a:lnTo>
                    <a:cubicBezTo>
                      <a:pt x="23363" y="203576"/>
                      <a:pt x="21756" y="206387"/>
                      <a:pt x="17340" y="206387"/>
                    </a:cubicBezTo>
                    <a:lnTo>
                      <a:pt x="4491" y="206387"/>
                    </a:lnTo>
                    <a:cubicBezTo>
                      <a:pt x="877" y="206387"/>
                      <a:pt x="-328" y="203576"/>
                      <a:pt x="74" y="200765"/>
                    </a:cubicBezTo>
                    <a:lnTo>
                      <a:pt x="24166" y="62237"/>
                    </a:lnTo>
                    <a:cubicBezTo>
                      <a:pt x="24969" y="57419"/>
                      <a:pt x="27779" y="56616"/>
                      <a:pt x="30590" y="56616"/>
                    </a:cubicBezTo>
                    <a:lnTo>
                      <a:pt x="43841" y="56616"/>
                    </a:lnTo>
                    <a:close/>
                    <a:moveTo>
                      <a:pt x="53879" y="0"/>
                    </a:moveTo>
                    <a:cubicBezTo>
                      <a:pt x="57493" y="0"/>
                      <a:pt x="58697" y="1606"/>
                      <a:pt x="58296" y="5621"/>
                    </a:cubicBezTo>
                    <a:lnTo>
                      <a:pt x="54281" y="27304"/>
                    </a:lnTo>
                    <a:cubicBezTo>
                      <a:pt x="53477" y="31319"/>
                      <a:pt x="52273" y="32926"/>
                      <a:pt x="47856" y="32926"/>
                    </a:cubicBezTo>
                    <a:lnTo>
                      <a:pt x="33802" y="32926"/>
                    </a:lnTo>
                    <a:cubicBezTo>
                      <a:pt x="29787" y="32926"/>
                      <a:pt x="28984" y="30115"/>
                      <a:pt x="29386" y="27304"/>
                    </a:cubicBezTo>
                    <a:lnTo>
                      <a:pt x="33401" y="5621"/>
                    </a:lnTo>
                    <a:cubicBezTo>
                      <a:pt x="33802" y="2811"/>
                      <a:pt x="35810" y="0"/>
                      <a:pt x="39825" y="0"/>
                    </a:cubicBezTo>
                    <a:lnTo>
                      <a:pt x="538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" name="Google Shape;250;p7"/>
              <p:cNvSpPr/>
              <p:nvPr/>
            </p:nvSpPr>
            <p:spPr>
              <a:xfrm>
                <a:off x="3450981" y="1329586"/>
                <a:ext cx="130020" cy="153384"/>
              </a:xfrm>
              <a:custGeom>
                <a:avLst/>
                <a:gdLst/>
                <a:ahLst/>
                <a:cxnLst/>
                <a:rect l="l" t="t" r="r" b="b"/>
                <a:pathLst>
                  <a:path w="130020" h="153384" extrusionOk="0">
                    <a:moveTo>
                      <a:pt x="125277" y="6424"/>
                    </a:moveTo>
                    <a:cubicBezTo>
                      <a:pt x="130096" y="7629"/>
                      <a:pt x="130497" y="9235"/>
                      <a:pt x="129694" y="12447"/>
                    </a:cubicBezTo>
                    <a:lnTo>
                      <a:pt x="106406" y="145756"/>
                    </a:lnTo>
                    <a:cubicBezTo>
                      <a:pt x="106004" y="148968"/>
                      <a:pt x="104398" y="151377"/>
                      <a:pt x="99981" y="151377"/>
                    </a:cubicBezTo>
                    <a:lnTo>
                      <a:pt x="89140" y="151377"/>
                    </a:lnTo>
                    <a:cubicBezTo>
                      <a:pt x="85124" y="151377"/>
                      <a:pt x="84723" y="149369"/>
                      <a:pt x="85124" y="145354"/>
                    </a:cubicBezTo>
                    <a:lnTo>
                      <a:pt x="86329" y="136922"/>
                    </a:lnTo>
                    <a:cubicBezTo>
                      <a:pt x="70268" y="148165"/>
                      <a:pt x="60631" y="153385"/>
                      <a:pt x="42562" y="153385"/>
                    </a:cubicBezTo>
                    <a:cubicBezTo>
                      <a:pt x="19273" y="153385"/>
                      <a:pt x="0" y="138930"/>
                      <a:pt x="0" y="105201"/>
                    </a:cubicBezTo>
                    <a:cubicBezTo>
                      <a:pt x="0" y="99981"/>
                      <a:pt x="402" y="94761"/>
                      <a:pt x="1606" y="88738"/>
                    </a:cubicBezTo>
                    <a:lnTo>
                      <a:pt x="6424" y="61836"/>
                    </a:lnTo>
                    <a:cubicBezTo>
                      <a:pt x="14856" y="14857"/>
                      <a:pt x="44570" y="0"/>
                      <a:pt x="77094" y="0"/>
                    </a:cubicBezTo>
                    <a:cubicBezTo>
                      <a:pt x="93557" y="0"/>
                      <a:pt x="110822" y="2811"/>
                      <a:pt x="124474" y="6424"/>
                    </a:cubicBezTo>
                    <a:moveTo>
                      <a:pt x="77897" y="20077"/>
                    </a:moveTo>
                    <a:cubicBezTo>
                      <a:pt x="49790" y="20077"/>
                      <a:pt x="35736" y="35736"/>
                      <a:pt x="30516" y="64245"/>
                    </a:cubicBezTo>
                    <a:lnTo>
                      <a:pt x="25698" y="92352"/>
                    </a:lnTo>
                    <a:cubicBezTo>
                      <a:pt x="24895" y="96367"/>
                      <a:pt x="24493" y="100784"/>
                      <a:pt x="24493" y="104799"/>
                    </a:cubicBezTo>
                    <a:cubicBezTo>
                      <a:pt x="24493" y="125679"/>
                      <a:pt x="34933" y="132907"/>
                      <a:pt x="48184" y="132907"/>
                    </a:cubicBezTo>
                    <a:cubicBezTo>
                      <a:pt x="61434" y="132907"/>
                      <a:pt x="72677" y="127285"/>
                      <a:pt x="87534" y="117247"/>
                    </a:cubicBezTo>
                    <a:lnTo>
                      <a:pt x="103996" y="22486"/>
                    </a:lnTo>
                    <a:cubicBezTo>
                      <a:pt x="96769" y="21281"/>
                      <a:pt x="89140" y="19675"/>
                      <a:pt x="77495" y="196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1" name="Google Shape;251;p7"/>
              <p:cNvSpPr/>
              <p:nvPr/>
            </p:nvSpPr>
            <p:spPr>
              <a:xfrm>
                <a:off x="3589704" y="1276584"/>
                <a:ext cx="58233" cy="204780"/>
              </a:xfrm>
              <a:custGeom>
                <a:avLst/>
                <a:gdLst/>
                <a:ahLst/>
                <a:cxnLst/>
                <a:rect l="l" t="t" r="r" b="b"/>
                <a:pathLst>
                  <a:path w="58233" h="204780" extrusionOk="0">
                    <a:moveTo>
                      <a:pt x="54413" y="0"/>
                    </a:moveTo>
                    <a:cubicBezTo>
                      <a:pt x="57224" y="0"/>
                      <a:pt x="58830" y="1205"/>
                      <a:pt x="58027" y="5220"/>
                    </a:cubicBezTo>
                    <a:lnTo>
                      <a:pt x="23897" y="199159"/>
                    </a:lnTo>
                    <a:cubicBezTo>
                      <a:pt x="23496" y="202371"/>
                      <a:pt x="22291" y="204781"/>
                      <a:pt x="17874" y="204781"/>
                    </a:cubicBezTo>
                    <a:lnTo>
                      <a:pt x="3820" y="204781"/>
                    </a:lnTo>
                    <a:cubicBezTo>
                      <a:pt x="1010" y="204781"/>
                      <a:pt x="-596" y="201970"/>
                      <a:pt x="207" y="199159"/>
                    </a:cubicBezTo>
                    <a:lnTo>
                      <a:pt x="34337" y="5220"/>
                    </a:lnTo>
                    <a:cubicBezTo>
                      <a:pt x="34738" y="2008"/>
                      <a:pt x="36344" y="0"/>
                      <a:pt x="40360" y="0"/>
                    </a:cubicBezTo>
                    <a:lnTo>
                      <a:pt x="5441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7"/>
              <p:cNvSpPr/>
              <p:nvPr/>
            </p:nvSpPr>
            <p:spPr>
              <a:xfrm>
                <a:off x="2944651" y="1602225"/>
                <a:ext cx="140610" cy="206788"/>
              </a:xfrm>
              <a:custGeom>
                <a:avLst/>
                <a:gdLst/>
                <a:ahLst/>
                <a:cxnLst/>
                <a:rect l="l" t="t" r="r" b="b"/>
                <a:pathLst>
                  <a:path w="140610" h="206788" extrusionOk="0">
                    <a:moveTo>
                      <a:pt x="122467" y="402"/>
                    </a:moveTo>
                    <a:lnTo>
                      <a:pt x="136520" y="402"/>
                    </a:lnTo>
                    <a:cubicBezTo>
                      <a:pt x="139732" y="402"/>
                      <a:pt x="140937" y="1606"/>
                      <a:pt x="140536" y="5621"/>
                    </a:cubicBezTo>
                    <a:lnTo>
                      <a:pt x="107209" y="195947"/>
                    </a:lnTo>
                    <a:cubicBezTo>
                      <a:pt x="106807" y="199561"/>
                      <a:pt x="105201" y="201568"/>
                      <a:pt x="100383" y="202371"/>
                    </a:cubicBezTo>
                    <a:cubicBezTo>
                      <a:pt x="83117" y="205584"/>
                      <a:pt x="66253" y="206788"/>
                      <a:pt x="49388" y="206788"/>
                    </a:cubicBezTo>
                    <a:cubicBezTo>
                      <a:pt x="16061" y="206788"/>
                      <a:pt x="0" y="186310"/>
                      <a:pt x="0" y="156597"/>
                    </a:cubicBezTo>
                    <a:cubicBezTo>
                      <a:pt x="0" y="150975"/>
                      <a:pt x="401" y="145354"/>
                      <a:pt x="1606" y="139331"/>
                    </a:cubicBezTo>
                    <a:lnTo>
                      <a:pt x="5220" y="119656"/>
                    </a:lnTo>
                    <a:cubicBezTo>
                      <a:pt x="13652" y="73079"/>
                      <a:pt x="36539" y="53002"/>
                      <a:pt x="76291" y="53002"/>
                    </a:cubicBezTo>
                    <a:cubicBezTo>
                      <a:pt x="84723" y="53002"/>
                      <a:pt x="97572" y="53805"/>
                      <a:pt x="107610" y="55813"/>
                    </a:cubicBezTo>
                    <a:lnTo>
                      <a:pt x="116444" y="5220"/>
                    </a:lnTo>
                    <a:cubicBezTo>
                      <a:pt x="117247" y="1606"/>
                      <a:pt x="119656" y="0"/>
                      <a:pt x="122467" y="0"/>
                    </a:cubicBezTo>
                    <a:moveTo>
                      <a:pt x="72276" y="74685"/>
                    </a:moveTo>
                    <a:cubicBezTo>
                      <a:pt x="45774" y="74685"/>
                      <a:pt x="33728" y="93958"/>
                      <a:pt x="28910" y="120459"/>
                    </a:cubicBezTo>
                    <a:lnTo>
                      <a:pt x="25296" y="140134"/>
                    </a:lnTo>
                    <a:cubicBezTo>
                      <a:pt x="24092" y="146559"/>
                      <a:pt x="23289" y="152582"/>
                      <a:pt x="23289" y="157801"/>
                    </a:cubicBezTo>
                    <a:cubicBezTo>
                      <a:pt x="23289" y="176272"/>
                      <a:pt x="31319" y="186310"/>
                      <a:pt x="52199" y="186310"/>
                    </a:cubicBezTo>
                    <a:cubicBezTo>
                      <a:pt x="61434" y="186310"/>
                      <a:pt x="74685" y="185507"/>
                      <a:pt x="84321" y="184704"/>
                    </a:cubicBezTo>
                    <a:lnTo>
                      <a:pt x="103193" y="76692"/>
                    </a:lnTo>
                    <a:cubicBezTo>
                      <a:pt x="94360" y="75086"/>
                      <a:pt x="80708" y="74685"/>
                      <a:pt x="71874" y="7468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7"/>
              <p:cNvSpPr/>
              <p:nvPr/>
            </p:nvSpPr>
            <p:spPr>
              <a:xfrm>
                <a:off x="3080770" y="1656030"/>
                <a:ext cx="130020" cy="153384"/>
              </a:xfrm>
              <a:custGeom>
                <a:avLst/>
                <a:gdLst/>
                <a:ahLst/>
                <a:cxnLst/>
                <a:rect l="l" t="t" r="r" b="b"/>
                <a:pathLst>
                  <a:path w="130020" h="153384" extrusionOk="0">
                    <a:moveTo>
                      <a:pt x="125278" y="6023"/>
                    </a:moveTo>
                    <a:cubicBezTo>
                      <a:pt x="130096" y="7228"/>
                      <a:pt x="130497" y="8834"/>
                      <a:pt x="129694" y="12447"/>
                    </a:cubicBezTo>
                    <a:lnTo>
                      <a:pt x="106406" y="145756"/>
                    </a:lnTo>
                    <a:cubicBezTo>
                      <a:pt x="106004" y="148566"/>
                      <a:pt x="104398" y="151377"/>
                      <a:pt x="99981" y="151377"/>
                    </a:cubicBezTo>
                    <a:lnTo>
                      <a:pt x="89140" y="151377"/>
                    </a:lnTo>
                    <a:cubicBezTo>
                      <a:pt x="85125" y="151377"/>
                      <a:pt x="84723" y="149369"/>
                      <a:pt x="85125" y="145354"/>
                    </a:cubicBezTo>
                    <a:lnTo>
                      <a:pt x="86329" y="136922"/>
                    </a:lnTo>
                    <a:cubicBezTo>
                      <a:pt x="70268" y="148566"/>
                      <a:pt x="60631" y="153385"/>
                      <a:pt x="42562" y="153385"/>
                    </a:cubicBezTo>
                    <a:cubicBezTo>
                      <a:pt x="19274" y="153385"/>
                      <a:pt x="0" y="138930"/>
                      <a:pt x="0" y="105201"/>
                    </a:cubicBezTo>
                    <a:cubicBezTo>
                      <a:pt x="0" y="99981"/>
                      <a:pt x="402" y="94761"/>
                      <a:pt x="1606" y="88738"/>
                    </a:cubicBezTo>
                    <a:lnTo>
                      <a:pt x="6425" y="61836"/>
                    </a:lnTo>
                    <a:cubicBezTo>
                      <a:pt x="14857" y="14857"/>
                      <a:pt x="44570" y="0"/>
                      <a:pt x="77094" y="0"/>
                    </a:cubicBezTo>
                    <a:cubicBezTo>
                      <a:pt x="93557" y="0"/>
                      <a:pt x="110822" y="2811"/>
                      <a:pt x="124474" y="6424"/>
                    </a:cubicBezTo>
                    <a:moveTo>
                      <a:pt x="77495" y="20077"/>
                    </a:moveTo>
                    <a:cubicBezTo>
                      <a:pt x="49388" y="20077"/>
                      <a:pt x="35335" y="35736"/>
                      <a:pt x="30115" y="64245"/>
                    </a:cubicBezTo>
                    <a:lnTo>
                      <a:pt x="25296" y="92352"/>
                    </a:lnTo>
                    <a:cubicBezTo>
                      <a:pt x="24493" y="96367"/>
                      <a:pt x="24092" y="100784"/>
                      <a:pt x="24092" y="104799"/>
                    </a:cubicBezTo>
                    <a:cubicBezTo>
                      <a:pt x="24092" y="125679"/>
                      <a:pt x="34532" y="132907"/>
                      <a:pt x="47782" y="132907"/>
                    </a:cubicBezTo>
                    <a:cubicBezTo>
                      <a:pt x="61032" y="132907"/>
                      <a:pt x="72276" y="127285"/>
                      <a:pt x="87132" y="117247"/>
                    </a:cubicBezTo>
                    <a:lnTo>
                      <a:pt x="103595" y="22486"/>
                    </a:lnTo>
                    <a:cubicBezTo>
                      <a:pt x="96367" y="21281"/>
                      <a:pt x="88738" y="19675"/>
                      <a:pt x="77094" y="196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3289281" y="1605437"/>
                <a:ext cx="58600" cy="202371"/>
              </a:xfrm>
              <a:custGeom>
                <a:avLst/>
                <a:gdLst/>
                <a:ahLst/>
                <a:cxnLst/>
                <a:rect l="l" t="t" r="r" b="b"/>
                <a:pathLst>
                  <a:path w="58600" h="202371" extrusionOk="0">
                    <a:moveTo>
                      <a:pt x="54491" y="0"/>
                    </a:moveTo>
                    <a:cubicBezTo>
                      <a:pt x="58105" y="0"/>
                      <a:pt x="58908" y="1606"/>
                      <a:pt x="58507" y="5220"/>
                    </a:cubicBezTo>
                    <a:lnTo>
                      <a:pt x="24778" y="196750"/>
                    </a:lnTo>
                    <a:cubicBezTo>
                      <a:pt x="24377" y="200765"/>
                      <a:pt x="22770" y="202371"/>
                      <a:pt x="18755" y="202371"/>
                    </a:cubicBezTo>
                    <a:lnTo>
                      <a:pt x="3898" y="202371"/>
                    </a:lnTo>
                    <a:cubicBezTo>
                      <a:pt x="285" y="202371"/>
                      <a:pt x="-518" y="199561"/>
                      <a:pt x="285" y="196750"/>
                    </a:cubicBezTo>
                    <a:lnTo>
                      <a:pt x="34013" y="5220"/>
                    </a:lnTo>
                    <a:cubicBezTo>
                      <a:pt x="34415" y="2409"/>
                      <a:pt x="35619" y="0"/>
                      <a:pt x="39635" y="0"/>
                    </a:cubicBezTo>
                    <a:lnTo>
                      <a:pt x="5449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3350122" y="1656030"/>
                <a:ext cx="132178" cy="151778"/>
              </a:xfrm>
              <a:custGeom>
                <a:avLst/>
                <a:gdLst/>
                <a:ahLst/>
                <a:cxnLst/>
                <a:rect l="l" t="t" r="r" b="b"/>
                <a:pathLst>
                  <a:path w="132178" h="151778" extrusionOk="0">
                    <a:moveTo>
                      <a:pt x="129769" y="56214"/>
                    </a:moveTo>
                    <a:lnTo>
                      <a:pt x="114109" y="145756"/>
                    </a:lnTo>
                    <a:cubicBezTo>
                      <a:pt x="113708" y="148566"/>
                      <a:pt x="110495" y="151377"/>
                      <a:pt x="107685" y="151377"/>
                    </a:cubicBezTo>
                    <a:lnTo>
                      <a:pt x="94836" y="151377"/>
                    </a:lnTo>
                    <a:cubicBezTo>
                      <a:pt x="91623" y="151377"/>
                      <a:pt x="90017" y="148566"/>
                      <a:pt x="90419" y="145756"/>
                    </a:cubicBezTo>
                    <a:lnTo>
                      <a:pt x="106079" y="56214"/>
                    </a:lnTo>
                    <a:cubicBezTo>
                      <a:pt x="106882" y="50994"/>
                      <a:pt x="107283" y="45775"/>
                      <a:pt x="107283" y="41358"/>
                    </a:cubicBezTo>
                    <a:cubicBezTo>
                      <a:pt x="107283" y="28107"/>
                      <a:pt x="101662" y="20880"/>
                      <a:pt x="81987" y="20880"/>
                    </a:cubicBezTo>
                    <a:cubicBezTo>
                      <a:pt x="71547" y="20880"/>
                      <a:pt x="61107" y="23289"/>
                      <a:pt x="43842" y="31319"/>
                    </a:cubicBezTo>
                    <a:lnTo>
                      <a:pt x="23765" y="146157"/>
                    </a:lnTo>
                    <a:cubicBezTo>
                      <a:pt x="23363" y="148968"/>
                      <a:pt x="20151" y="151779"/>
                      <a:pt x="17340" y="151779"/>
                    </a:cubicBezTo>
                    <a:lnTo>
                      <a:pt x="4090" y="151779"/>
                    </a:lnTo>
                    <a:cubicBezTo>
                      <a:pt x="878" y="151779"/>
                      <a:pt x="-327" y="148968"/>
                      <a:pt x="75" y="146157"/>
                    </a:cubicBezTo>
                    <a:lnTo>
                      <a:pt x="24166" y="7629"/>
                    </a:lnTo>
                    <a:cubicBezTo>
                      <a:pt x="24568" y="4818"/>
                      <a:pt x="26174" y="2008"/>
                      <a:pt x="31394" y="2008"/>
                    </a:cubicBezTo>
                    <a:lnTo>
                      <a:pt x="43038" y="2008"/>
                    </a:lnTo>
                    <a:cubicBezTo>
                      <a:pt x="47455" y="2008"/>
                      <a:pt x="48660" y="3614"/>
                      <a:pt x="48258" y="7629"/>
                    </a:cubicBezTo>
                    <a:lnTo>
                      <a:pt x="47455" y="13251"/>
                    </a:lnTo>
                    <a:cubicBezTo>
                      <a:pt x="60706" y="6023"/>
                      <a:pt x="72751" y="0"/>
                      <a:pt x="91222" y="0"/>
                    </a:cubicBezTo>
                    <a:cubicBezTo>
                      <a:pt x="120132" y="0"/>
                      <a:pt x="132178" y="18470"/>
                      <a:pt x="132178" y="41759"/>
                    </a:cubicBezTo>
                    <a:cubicBezTo>
                      <a:pt x="132178" y="46176"/>
                      <a:pt x="131776" y="51797"/>
                      <a:pt x="130974" y="5621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3497960" y="1602225"/>
                <a:ext cx="140610" cy="206788"/>
              </a:xfrm>
              <a:custGeom>
                <a:avLst/>
                <a:gdLst/>
                <a:ahLst/>
                <a:cxnLst/>
                <a:rect l="l" t="t" r="r" b="b"/>
                <a:pathLst>
                  <a:path w="140610" h="206788" extrusionOk="0">
                    <a:moveTo>
                      <a:pt x="122467" y="402"/>
                    </a:moveTo>
                    <a:lnTo>
                      <a:pt x="136520" y="402"/>
                    </a:lnTo>
                    <a:cubicBezTo>
                      <a:pt x="139733" y="402"/>
                      <a:pt x="140937" y="1606"/>
                      <a:pt x="140536" y="5621"/>
                    </a:cubicBezTo>
                    <a:lnTo>
                      <a:pt x="107209" y="195947"/>
                    </a:lnTo>
                    <a:cubicBezTo>
                      <a:pt x="106807" y="199561"/>
                      <a:pt x="105201" y="201568"/>
                      <a:pt x="100383" y="202371"/>
                    </a:cubicBezTo>
                    <a:cubicBezTo>
                      <a:pt x="83117" y="205584"/>
                      <a:pt x="66253" y="206788"/>
                      <a:pt x="49388" y="206788"/>
                    </a:cubicBezTo>
                    <a:cubicBezTo>
                      <a:pt x="16061" y="206788"/>
                      <a:pt x="0" y="186310"/>
                      <a:pt x="0" y="156597"/>
                    </a:cubicBezTo>
                    <a:cubicBezTo>
                      <a:pt x="0" y="150975"/>
                      <a:pt x="402" y="145354"/>
                      <a:pt x="1606" y="139331"/>
                    </a:cubicBezTo>
                    <a:lnTo>
                      <a:pt x="5220" y="119656"/>
                    </a:lnTo>
                    <a:cubicBezTo>
                      <a:pt x="13652" y="73079"/>
                      <a:pt x="36539" y="53002"/>
                      <a:pt x="76291" y="53002"/>
                    </a:cubicBezTo>
                    <a:cubicBezTo>
                      <a:pt x="84723" y="53002"/>
                      <a:pt x="97572" y="53805"/>
                      <a:pt x="107610" y="55813"/>
                    </a:cubicBezTo>
                    <a:lnTo>
                      <a:pt x="116444" y="5220"/>
                    </a:lnTo>
                    <a:cubicBezTo>
                      <a:pt x="117247" y="1606"/>
                      <a:pt x="119656" y="0"/>
                      <a:pt x="122868" y="0"/>
                    </a:cubicBezTo>
                    <a:moveTo>
                      <a:pt x="72276" y="74685"/>
                    </a:moveTo>
                    <a:cubicBezTo>
                      <a:pt x="45774" y="74685"/>
                      <a:pt x="33729" y="93958"/>
                      <a:pt x="28910" y="120459"/>
                    </a:cubicBezTo>
                    <a:lnTo>
                      <a:pt x="25296" y="140134"/>
                    </a:lnTo>
                    <a:cubicBezTo>
                      <a:pt x="24092" y="146559"/>
                      <a:pt x="23289" y="152582"/>
                      <a:pt x="23289" y="157801"/>
                    </a:cubicBezTo>
                    <a:cubicBezTo>
                      <a:pt x="23289" y="176272"/>
                      <a:pt x="31319" y="186310"/>
                      <a:pt x="52199" y="186310"/>
                    </a:cubicBezTo>
                    <a:cubicBezTo>
                      <a:pt x="61434" y="186310"/>
                      <a:pt x="74685" y="185507"/>
                      <a:pt x="84321" y="184704"/>
                    </a:cubicBezTo>
                    <a:lnTo>
                      <a:pt x="103193" y="76692"/>
                    </a:lnTo>
                    <a:cubicBezTo>
                      <a:pt x="94360" y="75086"/>
                      <a:pt x="80708" y="74685"/>
                      <a:pt x="71874" y="7468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3641306" y="1595399"/>
                <a:ext cx="131300" cy="214015"/>
              </a:xfrm>
              <a:custGeom>
                <a:avLst/>
                <a:gdLst/>
                <a:ahLst/>
                <a:cxnLst/>
                <a:rect l="l" t="t" r="r" b="b"/>
                <a:pathLst>
                  <a:path w="131300" h="214015" extrusionOk="0">
                    <a:moveTo>
                      <a:pt x="131301" y="67859"/>
                    </a:moveTo>
                    <a:lnTo>
                      <a:pt x="107209" y="206387"/>
                    </a:lnTo>
                    <a:cubicBezTo>
                      <a:pt x="106807" y="209599"/>
                      <a:pt x="103997" y="212008"/>
                      <a:pt x="100784" y="212008"/>
                    </a:cubicBezTo>
                    <a:lnTo>
                      <a:pt x="87935" y="212008"/>
                    </a:lnTo>
                    <a:cubicBezTo>
                      <a:pt x="85125" y="212008"/>
                      <a:pt x="83920" y="210000"/>
                      <a:pt x="83920" y="207591"/>
                    </a:cubicBezTo>
                    <a:lnTo>
                      <a:pt x="83920" y="206387"/>
                    </a:lnTo>
                    <a:lnTo>
                      <a:pt x="84723" y="201568"/>
                    </a:lnTo>
                    <a:cubicBezTo>
                      <a:pt x="68260" y="210000"/>
                      <a:pt x="55813" y="214016"/>
                      <a:pt x="39751" y="214016"/>
                    </a:cubicBezTo>
                    <a:cubicBezTo>
                      <a:pt x="16463" y="214016"/>
                      <a:pt x="0" y="199561"/>
                      <a:pt x="0" y="171052"/>
                    </a:cubicBezTo>
                    <a:cubicBezTo>
                      <a:pt x="0" y="165832"/>
                      <a:pt x="402" y="160612"/>
                      <a:pt x="1606" y="154589"/>
                    </a:cubicBezTo>
                    <a:lnTo>
                      <a:pt x="16864" y="68260"/>
                    </a:lnTo>
                    <a:cubicBezTo>
                      <a:pt x="17266" y="65450"/>
                      <a:pt x="20478" y="62639"/>
                      <a:pt x="23289" y="62639"/>
                    </a:cubicBezTo>
                    <a:lnTo>
                      <a:pt x="36539" y="62639"/>
                    </a:lnTo>
                    <a:cubicBezTo>
                      <a:pt x="39350" y="62639"/>
                      <a:pt x="40956" y="64646"/>
                      <a:pt x="40956" y="67056"/>
                    </a:cubicBezTo>
                    <a:lnTo>
                      <a:pt x="40956" y="68260"/>
                    </a:lnTo>
                    <a:lnTo>
                      <a:pt x="25296" y="157801"/>
                    </a:lnTo>
                    <a:cubicBezTo>
                      <a:pt x="24092" y="163824"/>
                      <a:pt x="23690" y="169044"/>
                      <a:pt x="23690" y="173461"/>
                    </a:cubicBezTo>
                    <a:cubicBezTo>
                      <a:pt x="23690" y="188719"/>
                      <a:pt x="30918" y="193538"/>
                      <a:pt x="48987" y="193538"/>
                    </a:cubicBezTo>
                    <a:cubicBezTo>
                      <a:pt x="60230" y="193538"/>
                      <a:pt x="73882" y="189522"/>
                      <a:pt x="87534" y="183499"/>
                    </a:cubicBezTo>
                    <a:lnTo>
                      <a:pt x="107610" y="68662"/>
                    </a:lnTo>
                    <a:cubicBezTo>
                      <a:pt x="108012" y="65851"/>
                      <a:pt x="111224" y="63040"/>
                      <a:pt x="114035" y="63040"/>
                    </a:cubicBezTo>
                    <a:lnTo>
                      <a:pt x="127285" y="63040"/>
                    </a:lnTo>
                    <a:cubicBezTo>
                      <a:pt x="130096" y="63040"/>
                      <a:pt x="131301" y="65048"/>
                      <a:pt x="131301" y="67457"/>
                    </a:cubicBezTo>
                    <a:lnTo>
                      <a:pt x="131301" y="68662"/>
                    </a:lnTo>
                    <a:close/>
                    <a:moveTo>
                      <a:pt x="126884" y="4015"/>
                    </a:moveTo>
                    <a:lnTo>
                      <a:pt x="89943" y="38145"/>
                    </a:lnTo>
                    <a:cubicBezTo>
                      <a:pt x="87132" y="40956"/>
                      <a:pt x="85927" y="42161"/>
                      <a:pt x="83117" y="42161"/>
                    </a:cubicBezTo>
                    <a:lnTo>
                      <a:pt x="68260" y="42161"/>
                    </a:lnTo>
                    <a:cubicBezTo>
                      <a:pt x="68260" y="42161"/>
                      <a:pt x="66253" y="41759"/>
                      <a:pt x="66253" y="40555"/>
                    </a:cubicBezTo>
                    <a:cubicBezTo>
                      <a:pt x="66253" y="39752"/>
                      <a:pt x="66654" y="38547"/>
                      <a:pt x="67859" y="37744"/>
                    </a:cubicBezTo>
                    <a:lnTo>
                      <a:pt x="100383" y="4015"/>
                    </a:lnTo>
                    <a:cubicBezTo>
                      <a:pt x="103595" y="1205"/>
                      <a:pt x="104398" y="0"/>
                      <a:pt x="107610" y="0"/>
                    </a:cubicBezTo>
                    <a:lnTo>
                      <a:pt x="125679" y="0"/>
                    </a:lnTo>
                    <a:cubicBezTo>
                      <a:pt x="125679" y="0"/>
                      <a:pt x="128490" y="402"/>
                      <a:pt x="128490" y="1606"/>
                    </a:cubicBezTo>
                    <a:cubicBezTo>
                      <a:pt x="128490" y="2008"/>
                      <a:pt x="128490" y="2811"/>
                      <a:pt x="127285" y="401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3773655" y="1656030"/>
                <a:ext cx="118730" cy="153786"/>
              </a:xfrm>
              <a:custGeom>
                <a:avLst/>
                <a:gdLst/>
                <a:ahLst/>
                <a:cxnLst/>
                <a:rect l="l" t="t" r="r" b="b"/>
                <a:pathLst>
                  <a:path w="118730" h="153786" extrusionOk="0">
                    <a:moveTo>
                      <a:pt x="114593" y="3212"/>
                    </a:moveTo>
                    <a:cubicBezTo>
                      <a:pt x="118608" y="4015"/>
                      <a:pt x="119010" y="4818"/>
                      <a:pt x="118608" y="8834"/>
                    </a:cubicBezTo>
                    <a:lnTo>
                      <a:pt x="117403" y="17667"/>
                    </a:lnTo>
                    <a:cubicBezTo>
                      <a:pt x="117002" y="20880"/>
                      <a:pt x="114994" y="22887"/>
                      <a:pt x="110979" y="22486"/>
                    </a:cubicBezTo>
                    <a:cubicBezTo>
                      <a:pt x="101744" y="21281"/>
                      <a:pt x="86084" y="20478"/>
                      <a:pt x="71227" y="20478"/>
                    </a:cubicBezTo>
                    <a:cubicBezTo>
                      <a:pt x="58780" y="20478"/>
                      <a:pt x="42719" y="24092"/>
                      <a:pt x="42719" y="39752"/>
                    </a:cubicBezTo>
                    <a:cubicBezTo>
                      <a:pt x="42719" y="46578"/>
                      <a:pt x="48340" y="51797"/>
                      <a:pt x="57575" y="57820"/>
                    </a:cubicBezTo>
                    <a:lnTo>
                      <a:pt x="81667" y="73882"/>
                    </a:lnTo>
                    <a:cubicBezTo>
                      <a:pt x="100539" y="86329"/>
                      <a:pt x="105759" y="95966"/>
                      <a:pt x="105759" y="110421"/>
                    </a:cubicBezTo>
                    <a:cubicBezTo>
                      <a:pt x="105759" y="142543"/>
                      <a:pt x="77250" y="153786"/>
                      <a:pt x="47136" y="153786"/>
                    </a:cubicBezTo>
                    <a:cubicBezTo>
                      <a:pt x="35893" y="153786"/>
                      <a:pt x="16619" y="152582"/>
                      <a:pt x="4573" y="149771"/>
                    </a:cubicBezTo>
                    <a:cubicBezTo>
                      <a:pt x="1763" y="149369"/>
                      <a:pt x="-647" y="147362"/>
                      <a:pt x="157" y="144149"/>
                    </a:cubicBezTo>
                    <a:lnTo>
                      <a:pt x="1763" y="134513"/>
                    </a:lnTo>
                    <a:cubicBezTo>
                      <a:pt x="2566" y="130899"/>
                      <a:pt x="4172" y="130096"/>
                      <a:pt x="8589" y="130497"/>
                    </a:cubicBezTo>
                    <a:cubicBezTo>
                      <a:pt x="21438" y="132104"/>
                      <a:pt x="41113" y="133308"/>
                      <a:pt x="50749" y="133308"/>
                    </a:cubicBezTo>
                    <a:cubicBezTo>
                      <a:pt x="66811" y="133308"/>
                      <a:pt x="81266" y="127687"/>
                      <a:pt x="81266" y="110019"/>
                    </a:cubicBezTo>
                    <a:cubicBezTo>
                      <a:pt x="81266" y="103595"/>
                      <a:pt x="78053" y="98777"/>
                      <a:pt x="65606" y="90746"/>
                    </a:cubicBezTo>
                    <a:lnTo>
                      <a:pt x="41113" y="74685"/>
                    </a:lnTo>
                    <a:cubicBezTo>
                      <a:pt x="26256" y="65048"/>
                      <a:pt x="18225" y="54207"/>
                      <a:pt x="18225" y="39350"/>
                    </a:cubicBezTo>
                    <a:cubicBezTo>
                      <a:pt x="18225" y="9235"/>
                      <a:pt x="47136" y="0"/>
                      <a:pt x="74440" y="0"/>
                    </a:cubicBezTo>
                    <a:cubicBezTo>
                      <a:pt x="95319" y="0"/>
                      <a:pt x="102547" y="1205"/>
                      <a:pt x="114593" y="361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3903455" y="1625068"/>
                <a:ext cx="91259" cy="185149"/>
              </a:xfrm>
              <a:custGeom>
                <a:avLst/>
                <a:gdLst/>
                <a:ahLst/>
                <a:cxnLst/>
                <a:rect l="l" t="t" r="r" b="b"/>
                <a:pathLst>
                  <a:path w="91259" h="185149" extrusionOk="0">
                    <a:moveTo>
                      <a:pt x="86782" y="32568"/>
                    </a:moveTo>
                    <a:cubicBezTo>
                      <a:pt x="89994" y="32568"/>
                      <a:pt x="91600" y="34174"/>
                      <a:pt x="91199" y="38189"/>
                    </a:cubicBezTo>
                    <a:lnTo>
                      <a:pt x="89593" y="47425"/>
                    </a:lnTo>
                    <a:cubicBezTo>
                      <a:pt x="88789" y="52243"/>
                      <a:pt x="86380" y="53046"/>
                      <a:pt x="83168" y="53046"/>
                    </a:cubicBezTo>
                    <a:lnTo>
                      <a:pt x="53856" y="53046"/>
                    </a:lnTo>
                    <a:lnTo>
                      <a:pt x="36992" y="148610"/>
                    </a:lnTo>
                    <a:cubicBezTo>
                      <a:pt x="36591" y="151823"/>
                      <a:pt x="36189" y="154232"/>
                      <a:pt x="36189" y="156641"/>
                    </a:cubicBezTo>
                    <a:cubicBezTo>
                      <a:pt x="36189" y="164672"/>
                      <a:pt x="39803" y="165475"/>
                      <a:pt x="48636" y="165475"/>
                    </a:cubicBezTo>
                    <a:lnTo>
                      <a:pt x="65099" y="165475"/>
                    </a:lnTo>
                    <a:cubicBezTo>
                      <a:pt x="67910" y="165475"/>
                      <a:pt x="69516" y="166278"/>
                      <a:pt x="69114" y="169490"/>
                    </a:cubicBezTo>
                    <a:lnTo>
                      <a:pt x="67508" y="179127"/>
                    </a:lnTo>
                    <a:cubicBezTo>
                      <a:pt x="67107" y="181536"/>
                      <a:pt x="65501" y="183142"/>
                      <a:pt x="61887" y="183945"/>
                    </a:cubicBezTo>
                    <a:cubicBezTo>
                      <a:pt x="56265" y="184748"/>
                      <a:pt x="49841" y="185150"/>
                      <a:pt x="44621" y="185150"/>
                    </a:cubicBezTo>
                    <a:cubicBezTo>
                      <a:pt x="26151" y="185150"/>
                      <a:pt x="12097" y="177922"/>
                      <a:pt x="12097" y="159452"/>
                    </a:cubicBezTo>
                    <a:cubicBezTo>
                      <a:pt x="12097" y="155838"/>
                      <a:pt x="12097" y="153027"/>
                      <a:pt x="13302" y="149012"/>
                    </a:cubicBezTo>
                    <a:lnTo>
                      <a:pt x="30166" y="54251"/>
                    </a:lnTo>
                    <a:lnTo>
                      <a:pt x="4468" y="51038"/>
                    </a:lnTo>
                    <a:cubicBezTo>
                      <a:pt x="1657" y="51038"/>
                      <a:pt x="-350" y="49031"/>
                      <a:pt x="51" y="46220"/>
                    </a:cubicBezTo>
                    <a:lnTo>
                      <a:pt x="1256" y="38993"/>
                    </a:lnTo>
                    <a:cubicBezTo>
                      <a:pt x="2059" y="34977"/>
                      <a:pt x="4468" y="34174"/>
                      <a:pt x="7279" y="34174"/>
                    </a:cubicBezTo>
                    <a:lnTo>
                      <a:pt x="33780" y="34174"/>
                    </a:lnTo>
                    <a:lnTo>
                      <a:pt x="38197" y="7673"/>
                    </a:lnTo>
                    <a:cubicBezTo>
                      <a:pt x="38598" y="4862"/>
                      <a:pt x="41007" y="2855"/>
                      <a:pt x="44219" y="2052"/>
                    </a:cubicBezTo>
                    <a:lnTo>
                      <a:pt x="58675" y="44"/>
                    </a:lnTo>
                    <a:cubicBezTo>
                      <a:pt x="62690" y="-357"/>
                      <a:pt x="63493" y="2052"/>
                      <a:pt x="62690" y="4461"/>
                    </a:cubicBezTo>
                    <a:lnTo>
                      <a:pt x="57872" y="34174"/>
                    </a:lnTo>
                    <a:lnTo>
                      <a:pt x="87183" y="3417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3989255" y="1656030"/>
                <a:ext cx="91557" cy="151376"/>
              </a:xfrm>
              <a:custGeom>
                <a:avLst/>
                <a:gdLst/>
                <a:ahLst/>
                <a:cxnLst/>
                <a:rect l="l" t="t" r="r" b="b"/>
                <a:pathLst>
                  <a:path w="91557" h="151376" extrusionOk="0">
                    <a:moveTo>
                      <a:pt x="23869" y="145756"/>
                    </a:moveTo>
                    <a:cubicBezTo>
                      <a:pt x="23467" y="148968"/>
                      <a:pt x="20255" y="151377"/>
                      <a:pt x="17444" y="151377"/>
                    </a:cubicBezTo>
                    <a:lnTo>
                      <a:pt x="4194" y="151377"/>
                    </a:lnTo>
                    <a:cubicBezTo>
                      <a:pt x="1383" y="151377"/>
                      <a:pt x="-625" y="148566"/>
                      <a:pt x="178" y="145756"/>
                    </a:cubicBezTo>
                    <a:lnTo>
                      <a:pt x="24270" y="7228"/>
                    </a:lnTo>
                    <a:cubicBezTo>
                      <a:pt x="24672" y="4417"/>
                      <a:pt x="27482" y="1606"/>
                      <a:pt x="30293" y="1606"/>
                    </a:cubicBezTo>
                    <a:lnTo>
                      <a:pt x="43142" y="1606"/>
                    </a:lnTo>
                    <a:cubicBezTo>
                      <a:pt x="46354" y="1606"/>
                      <a:pt x="47559" y="4417"/>
                      <a:pt x="47158" y="7228"/>
                    </a:cubicBezTo>
                    <a:lnTo>
                      <a:pt x="45953" y="13652"/>
                    </a:lnTo>
                    <a:cubicBezTo>
                      <a:pt x="60810" y="2409"/>
                      <a:pt x="73659" y="0"/>
                      <a:pt x="86106" y="0"/>
                    </a:cubicBezTo>
                    <a:lnTo>
                      <a:pt x="86507" y="0"/>
                    </a:lnTo>
                    <a:cubicBezTo>
                      <a:pt x="90924" y="0"/>
                      <a:pt x="92129" y="2008"/>
                      <a:pt x="91326" y="4818"/>
                    </a:cubicBezTo>
                    <a:lnTo>
                      <a:pt x="89318" y="16061"/>
                    </a:lnTo>
                    <a:cubicBezTo>
                      <a:pt x="88917" y="18872"/>
                      <a:pt x="86507" y="20880"/>
                      <a:pt x="82894" y="20880"/>
                    </a:cubicBezTo>
                    <a:lnTo>
                      <a:pt x="82091" y="20880"/>
                    </a:lnTo>
                    <a:cubicBezTo>
                      <a:pt x="66833" y="20880"/>
                      <a:pt x="56393" y="23690"/>
                      <a:pt x="43142" y="32122"/>
                    </a:cubicBezTo>
                    <a:lnTo>
                      <a:pt x="23467" y="14615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4078499" y="1601021"/>
                <a:ext cx="58771" cy="206386"/>
              </a:xfrm>
              <a:custGeom>
                <a:avLst/>
                <a:gdLst/>
                <a:ahLst/>
                <a:cxnLst/>
                <a:rect l="l" t="t" r="r" b="b"/>
                <a:pathLst>
                  <a:path w="58771" h="206386" extrusionOk="0">
                    <a:moveTo>
                      <a:pt x="43439" y="56616"/>
                    </a:moveTo>
                    <a:cubicBezTo>
                      <a:pt x="46651" y="56616"/>
                      <a:pt x="48659" y="57820"/>
                      <a:pt x="47856" y="62237"/>
                    </a:cubicBezTo>
                    <a:lnTo>
                      <a:pt x="23764" y="200765"/>
                    </a:lnTo>
                    <a:cubicBezTo>
                      <a:pt x="23363" y="203977"/>
                      <a:pt x="21756" y="206387"/>
                      <a:pt x="17340" y="206387"/>
                    </a:cubicBezTo>
                    <a:lnTo>
                      <a:pt x="4491" y="206387"/>
                    </a:lnTo>
                    <a:cubicBezTo>
                      <a:pt x="877" y="206387"/>
                      <a:pt x="-328" y="203576"/>
                      <a:pt x="74" y="200765"/>
                    </a:cubicBezTo>
                    <a:lnTo>
                      <a:pt x="24166" y="62237"/>
                    </a:lnTo>
                    <a:cubicBezTo>
                      <a:pt x="24969" y="57419"/>
                      <a:pt x="27780" y="56616"/>
                      <a:pt x="30590" y="56616"/>
                    </a:cubicBezTo>
                    <a:lnTo>
                      <a:pt x="43841" y="56616"/>
                    </a:lnTo>
                    <a:close/>
                    <a:moveTo>
                      <a:pt x="54280" y="0"/>
                    </a:moveTo>
                    <a:cubicBezTo>
                      <a:pt x="57894" y="0"/>
                      <a:pt x="59099" y="1606"/>
                      <a:pt x="58697" y="5621"/>
                    </a:cubicBezTo>
                    <a:lnTo>
                      <a:pt x="54682" y="27304"/>
                    </a:lnTo>
                    <a:cubicBezTo>
                      <a:pt x="53879" y="31319"/>
                      <a:pt x="52674" y="32925"/>
                      <a:pt x="48258" y="32925"/>
                    </a:cubicBezTo>
                    <a:lnTo>
                      <a:pt x="34204" y="32925"/>
                    </a:lnTo>
                    <a:cubicBezTo>
                      <a:pt x="30189" y="32925"/>
                      <a:pt x="29386" y="30115"/>
                      <a:pt x="29787" y="27304"/>
                    </a:cubicBezTo>
                    <a:lnTo>
                      <a:pt x="33401" y="5621"/>
                    </a:lnTo>
                    <a:cubicBezTo>
                      <a:pt x="33803" y="2811"/>
                      <a:pt x="35810" y="0"/>
                      <a:pt x="39825" y="0"/>
                    </a:cubicBezTo>
                    <a:lnTo>
                      <a:pt x="5387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4135590" y="1656030"/>
                <a:ext cx="130020" cy="153384"/>
              </a:xfrm>
              <a:custGeom>
                <a:avLst/>
                <a:gdLst/>
                <a:ahLst/>
                <a:cxnLst/>
                <a:rect l="l" t="t" r="r" b="b"/>
                <a:pathLst>
                  <a:path w="130020" h="153384" extrusionOk="0">
                    <a:moveTo>
                      <a:pt x="125278" y="6023"/>
                    </a:moveTo>
                    <a:cubicBezTo>
                      <a:pt x="130096" y="7228"/>
                      <a:pt x="130497" y="8834"/>
                      <a:pt x="129694" y="12447"/>
                    </a:cubicBezTo>
                    <a:lnTo>
                      <a:pt x="106406" y="145756"/>
                    </a:lnTo>
                    <a:cubicBezTo>
                      <a:pt x="106004" y="148566"/>
                      <a:pt x="104398" y="151377"/>
                      <a:pt x="99981" y="151377"/>
                    </a:cubicBezTo>
                    <a:lnTo>
                      <a:pt x="89140" y="151377"/>
                    </a:lnTo>
                    <a:cubicBezTo>
                      <a:pt x="85125" y="151377"/>
                      <a:pt x="84723" y="149369"/>
                      <a:pt x="85125" y="145354"/>
                    </a:cubicBezTo>
                    <a:lnTo>
                      <a:pt x="86329" y="136922"/>
                    </a:lnTo>
                    <a:cubicBezTo>
                      <a:pt x="70268" y="148566"/>
                      <a:pt x="60631" y="153385"/>
                      <a:pt x="42562" y="153385"/>
                    </a:cubicBezTo>
                    <a:cubicBezTo>
                      <a:pt x="19274" y="153385"/>
                      <a:pt x="0" y="138930"/>
                      <a:pt x="0" y="105201"/>
                    </a:cubicBezTo>
                    <a:cubicBezTo>
                      <a:pt x="0" y="99981"/>
                      <a:pt x="402" y="94761"/>
                      <a:pt x="1606" y="88738"/>
                    </a:cubicBezTo>
                    <a:lnTo>
                      <a:pt x="6425" y="61836"/>
                    </a:lnTo>
                    <a:cubicBezTo>
                      <a:pt x="14857" y="14857"/>
                      <a:pt x="44570" y="0"/>
                      <a:pt x="77094" y="0"/>
                    </a:cubicBezTo>
                    <a:cubicBezTo>
                      <a:pt x="93557" y="0"/>
                      <a:pt x="110822" y="2811"/>
                      <a:pt x="124475" y="6424"/>
                    </a:cubicBezTo>
                    <a:moveTo>
                      <a:pt x="77495" y="20077"/>
                    </a:moveTo>
                    <a:cubicBezTo>
                      <a:pt x="49388" y="20077"/>
                      <a:pt x="35335" y="35736"/>
                      <a:pt x="30115" y="64245"/>
                    </a:cubicBezTo>
                    <a:lnTo>
                      <a:pt x="25297" y="92352"/>
                    </a:lnTo>
                    <a:cubicBezTo>
                      <a:pt x="24493" y="96367"/>
                      <a:pt x="24092" y="100784"/>
                      <a:pt x="24092" y="104799"/>
                    </a:cubicBezTo>
                    <a:cubicBezTo>
                      <a:pt x="24092" y="125679"/>
                      <a:pt x="34532" y="132907"/>
                      <a:pt x="47782" y="132907"/>
                    </a:cubicBezTo>
                    <a:cubicBezTo>
                      <a:pt x="61033" y="132907"/>
                      <a:pt x="72276" y="127285"/>
                      <a:pt x="87132" y="117247"/>
                    </a:cubicBezTo>
                    <a:lnTo>
                      <a:pt x="103595" y="22486"/>
                    </a:lnTo>
                    <a:cubicBezTo>
                      <a:pt x="96367" y="21281"/>
                      <a:pt x="88738" y="19675"/>
                      <a:pt x="77094" y="196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63" name="Google Shape;263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6444" cy="310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CONTEÚDO - SESI">
  <p:cSld name="03 CONTEÚDO - SESI"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11451780" y="6620366"/>
            <a:ext cx="665655" cy="237634"/>
          </a:xfrm>
          <a:custGeom>
            <a:avLst/>
            <a:gdLst/>
            <a:ahLst/>
            <a:cxnLst/>
            <a:rect l="l" t="t" r="r" b="b"/>
            <a:pathLst>
              <a:path w="665655" h="237634" extrusionOk="0">
                <a:moveTo>
                  <a:pt x="102772" y="0"/>
                </a:moveTo>
                <a:lnTo>
                  <a:pt x="612012" y="0"/>
                </a:lnTo>
                <a:cubicBezTo>
                  <a:pt x="645730" y="0"/>
                  <a:pt x="670803" y="19021"/>
                  <a:pt x="664751" y="58792"/>
                </a:cubicBezTo>
                <a:lnTo>
                  <a:pt x="663887" y="58792"/>
                </a:lnTo>
                <a:lnTo>
                  <a:pt x="632487" y="237634"/>
                </a:lnTo>
                <a:lnTo>
                  <a:pt x="0" y="237634"/>
                </a:lnTo>
                <a:lnTo>
                  <a:pt x="31876" y="58792"/>
                </a:lnTo>
                <a:cubicBezTo>
                  <a:pt x="37928" y="25073"/>
                  <a:pt x="69053" y="0"/>
                  <a:pt x="102772" y="0"/>
                </a:cubicBezTo>
                <a:close/>
              </a:path>
            </a:pathLst>
          </a:custGeom>
          <a:solidFill>
            <a:srgbClr val="0095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11451780" y="6620366"/>
            <a:ext cx="665655" cy="23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5CAA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268" name="Google Shape;268;p8"/>
          <p:cNvGrpSpPr/>
          <p:nvPr/>
        </p:nvGrpSpPr>
        <p:grpSpPr>
          <a:xfrm>
            <a:off x="0" y="1"/>
            <a:ext cx="420900" cy="2322824"/>
            <a:chOff x="0" y="0"/>
            <a:chExt cx="1242481" cy="6856889"/>
          </a:xfrm>
        </p:grpSpPr>
        <p:sp>
          <p:nvSpPr>
            <p:cNvPr id="269" name="Google Shape;269;p8"/>
            <p:cNvSpPr/>
            <p:nvPr/>
          </p:nvSpPr>
          <p:spPr>
            <a:xfrm>
              <a:off x="0" y="0"/>
              <a:ext cx="1242481" cy="1352390"/>
            </a:xfrm>
            <a:custGeom>
              <a:avLst/>
              <a:gdLst/>
              <a:ahLst/>
              <a:cxnLst/>
              <a:rect l="l" t="t" r="r" b="b"/>
              <a:pathLst>
                <a:path w="1242481" h="1352390" extrusionOk="0">
                  <a:moveTo>
                    <a:pt x="0" y="0"/>
                  </a:moveTo>
                  <a:lnTo>
                    <a:pt x="1242481" y="0"/>
                  </a:lnTo>
                  <a:lnTo>
                    <a:pt x="1104962" y="816732"/>
                  </a:lnTo>
                  <a:lnTo>
                    <a:pt x="0" y="1352390"/>
                  </a:lnTo>
                  <a:close/>
                </a:path>
              </a:pathLst>
            </a:custGeom>
            <a:solidFill>
              <a:srgbClr val="50B84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8"/>
            <p:cNvSpPr/>
            <p:nvPr/>
          </p:nvSpPr>
          <p:spPr>
            <a:xfrm>
              <a:off x="1" y="1633462"/>
              <a:ext cx="967570" cy="5223427"/>
            </a:xfrm>
            <a:custGeom>
              <a:avLst/>
              <a:gdLst/>
              <a:ahLst/>
              <a:cxnLst/>
              <a:rect l="l" t="t" r="r" b="b"/>
              <a:pathLst>
                <a:path w="967570" h="5223427" extrusionOk="0">
                  <a:moveTo>
                    <a:pt x="967570" y="0"/>
                  </a:moveTo>
                  <a:lnTo>
                    <a:pt x="65000" y="5223427"/>
                  </a:lnTo>
                  <a:lnTo>
                    <a:pt x="0" y="5223427"/>
                  </a:lnTo>
                  <a:lnTo>
                    <a:pt x="0" y="466952"/>
                  </a:lnTo>
                  <a:close/>
                </a:path>
              </a:pathLst>
            </a:custGeom>
            <a:solidFill>
              <a:srgbClr val="1F44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1" name="Google Shape;271;p8"/>
          <p:cNvSpPr/>
          <p:nvPr/>
        </p:nvSpPr>
        <p:spPr>
          <a:xfrm>
            <a:off x="10347326" y="3652152"/>
            <a:ext cx="1770109" cy="3087031"/>
          </a:xfrm>
          <a:custGeom>
            <a:avLst/>
            <a:gdLst/>
            <a:ahLst/>
            <a:cxnLst/>
            <a:rect l="l" t="t" r="r" b="b"/>
            <a:pathLst>
              <a:path w="2059777" h="3592206" extrusionOk="0">
                <a:moveTo>
                  <a:pt x="1758867" y="676674"/>
                </a:moveTo>
                <a:lnTo>
                  <a:pt x="1758103" y="676674"/>
                </a:lnTo>
                <a:cubicBezTo>
                  <a:pt x="1750361" y="473186"/>
                  <a:pt x="1586591" y="309416"/>
                  <a:pt x="1383068" y="301674"/>
                </a:cubicBezTo>
                <a:lnTo>
                  <a:pt x="1383068" y="0"/>
                </a:lnTo>
                <a:lnTo>
                  <a:pt x="1368174" y="0"/>
                </a:lnTo>
                <a:cubicBezTo>
                  <a:pt x="991854" y="0"/>
                  <a:pt x="685424" y="302264"/>
                  <a:pt x="677369" y="676674"/>
                </a:cubicBezTo>
                <a:lnTo>
                  <a:pt x="676605" y="676674"/>
                </a:lnTo>
                <a:lnTo>
                  <a:pt x="676605" y="677334"/>
                </a:lnTo>
                <a:cubicBezTo>
                  <a:pt x="477804" y="684174"/>
                  <a:pt x="317124" y="843395"/>
                  <a:pt x="308444" y="1042127"/>
                </a:cubicBezTo>
                <a:lnTo>
                  <a:pt x="13679" y="1040704"/>
                </a:lnTo>
                <a:lnTo>
                  <a:pt x="13610" y="1055633"/>
                </a:lnTo>
                <a:cubicBezTo>
                  <a:pt x="12742" y="1236207"/>
                  <a:pt x="82249" y="1406330"/>
                  <a:pt x="209391" y="1534686"/>
                </a:cubicBezTo>
                <a:cubicBezTo>
                  <a:pt x="242165" y="1567808"/>
                  <a:pt x="277891" y="1596903"/>
                  <a:pt x="315735" y="1622178"/>
                </a:cubicBezTo>
                <a:cubicBezTo>
                  <a:pt x="307576" y="1651238"/>
                  <a:pt x="302750" y="1681687"/>
                  <a:pt x="301570" y="1713038"/>
                </a:cubicBezTo>
                <a:lnTo>
                  <a:pt x="0" y="1713038"/>
                </a:lnTo>
                <a:lnTo>
                  <a:pt x="0" y="1727933"/>
                </a:lnTo>
                <a:cubicBezTo>
                  <a:pt x="0" y="1975271"/>
                  <a:pt x="130960" y="2192057"/>
                  <a:pt x="326706" y="2314338"/>
                </a:cubicBezTo>
                <a:cubicBezTo>
                  <a:pt x="134918" y="2434049"/>
                  <a:pt x="6215" y="2644724"/>
                  <a:pt x="972" y="2885744"/>
                </a:cubicBezTo>
                <a:lnTo>
                  <a:pt x="0" y="2885744"/>
                </a:lnTo>
                <a:lnTo>
                  <a:pt x="0" y="2915567"/>
                </a:lnTo>
                <a:lnTo>
                  <a:pt x="764" y="2915567"/>
                </a:lnTo>
                <a:cubicBezTo>
                  <a:pt x="8784" y="3289978"/>
                  <a:pt x="315249" y="3592207"/>
                  <a:pt x="691499" y="3592207"/>
                </a:cubicBezTo>
                <a:lnTo>
                  <a:pt x="706394" y="3592207"/>
                </a:lnTo>
                <a:lnTo>
                  <a:pt x="706394" y="3290568"/>
                </a:lnTo>
                <a:cubicBezTo>
                  <a:pt x="909917" y="3282825"/>
                  <a:pt x="1073687" y="3119056"/>
                  <a:pt x="1081429" y="2915533"/>
                </a:cubicBezTo>
                <a:lnTo>
                  <a:pt x="1383068" y="2915533"/>
                </a:lnTo>
                <a:lnTo>
                  <a:pt x="1383068" y="2900603"/>
                </a:lnTo>
                <a:cubicBezTo>
                  <a:pt x="1383068" y="2524353"/>
                  <a:pt x="1080839" y="2217923"/>
                  <a:pt x="706463" y="2209868"/>
                </a:cubicBezTo>
                <a:lnTo>
                  <a:pt x="706463" y="2117862"/>
                </a:lnTo>
                <a:cubicBezTo>
                  <a:pt x="909986" y="2110120"/>
                  <a:pt x="1073756" y="1946316"/>
                  <a:pt x="1081499" y="1742792"/>
                </a:cubicBezTo>
                <a:lnTo>
                  <a:pt x="1383103" y="1742792"/>
                </a:lnTo>
                <a:lnTo>
                  <a:pt x="1383103" y="1727863"/>
                </a:lnTo>
                <a:cubicBezTo>
                  <a:pt x="1383103" y="1593153"/>
                  <a:pt x="1343766" y="1467679"/>
                  <a:pt x="1276863" y="1361299"/>
                </a:cubicBezTo>
                <a:cubicBezTo>
                  <a:pt x="1280196" y="1366820"/>
                  <a:pt x="1283668" y="1372305"/>
                  <a:pt x="1286966" y="1377895"/>
                </a:cubicBezTo>
                <a:cubicBezTo>
                  <a:pt x="1308769" y="1380464"/>
                  <a:pt x="1330990" y="1381575"/>
                  <a:pt x="1353349" y="1382166"/>
                </a:cubicBezTo>
                <a:lnTo>
                  <a:pt x="1353349" y="1383103"/>
                </a:lnTo>
                <a:lnTo>
                  <a:pt x="1383172" y="1383103"/>
                </a:lnTo>
                <a:lnTo>
                  <a:pt x="1383172" y="1382339"/>
                </a:lnTo>
                <a:cubicBezTo>
                  <a:pt x="1757513" y="1374319"/>
                  <a:pt x="2059777" y="1067854"/>
                  <a:pt x="2059777" y="691534"/>
                </a:cubicBezTo>
                <a:lnTo>
                  <a:pt x="2059777" y="676605"/>
                </a:lnTo>
                <a:lnTo>
                  <a:pt x="1758937" y="676605"/>
                </a:lnTo>
                <a:close/>
                <a:moveTo>
                  <a:pt x="1728766" y="676674"/>
                </a:moveTo>
                <a:lnTo>
                  <a:pt x="1383068" y="676674"/>
                </a:lnTo>
                <a:lnTo>
                  <a:pt x="1383068" y="331011"/>
                </a:lnTo>
                <a:cubicBezTo>
                  <a:pt x="1570239" y="338615"/>
                  <a:pt x="1721093" y="489469"/>
                  <a:pt x="1728766" y="676674"/>
                </a:cubicBezTo>
                <a:moveTo>
                  <a:pt x="1353279" y="1052196"/>
                </a:moveTo>
                <a:cubicBezTo>
                  <a:pt x="1166109" y="1044592"/>
                  <a:pt x="1015254" y="893634"/>
                  <a:pt x="1007582" y="706463"/>
                </a:cubicBezTo>
                <a:lnTo>
                  <a:pt x="1353279" y="706463"/>
                </a:lnTo>
                <a:lnTo>
                  <a:pt x="1353279" y="1052196"/>
                </a:lnTo>
                <a:close/>
                <a:moveTo>
                  <a:pt x="1353279" y="676674"/>
                </a:moveTo>
                <a:lnTo>
                  <a:pt x="1007582" y="676674"/>
                </a:lnTo>
                <a:cubicBezTo>
                  <a:pt x="1015254" y="489504"/>
                  <a:pt x="1166109" y="338650"/>
                  <a:pt x="1353279" y="331011"/>
                </a:cubicBezTo>
                <a:lnTo>
                  <a:pt x="1353279" y="676674"/>
                </a:lnTo>
                <a:close/>
                <a:moveTo>
                  <a:pt x="1383068" y="706463"/>
                </a:moveTo>
                <a:lnTo>
                  <a:pt x="1728766" y="706463"/>
                </a:lnTo>
                <a:cubicBezTo>
                  <a:pt x="1721093" y="893634"/>
                  <a:pt x="1570239" y="1044557"/>
                  <a:pt x="1383068" y="1052196"/>
                </a:cubicBezTo>
                <a:lnTo>
                  <a:pt x="1383068" y="706463"/>
                </a:lnTo>
                <a:close/>
                <a:moveTo>
                  <a:pt x="1353279" y="29963"/>
                </a:moveTo>
                <a:lnTo>
                  <a:pt x="1353279" y="301674"/>
                </a:lnTo>
                <a:cubicBezTo>
                  <a:pt x="1149756" y="309416"/>
                  <a:pt x="985986" y="473186"/>
                  <a:pt x="978244" y="676674"/>
                </a:cubicBezTo>
                <a:lnTo>
                  <a:pt x="706567" y="676674"/>
                </a:lnTo>
                <a:cubicBezTo>
                  <a:pt x="714414" y="323651"/>
                  <a:pt x="1000221" y="37844"/>
                  <a:pt x="1353244" y="29997"/>
                </a:cubicBezTo>
                <a:moveTo>
                  <a:pt x="706429" y="1367375"/>
                </a:moveTo>
                <a:cubicBezTo>
                  <a:pt x="893599" y="1374979"/>
                  <a:pt x="1044453" y="1525833"/>
                  <a:pt x="1052126" y="1713038"/>
                </a:cubicBezTo>
                <a:lnTo>
                  <a:pt x="706429" y="1713038"/>
                </a:lnTo>
                <a:lnTo>
                  <a:pt x="706429" y="1367375"/>
                </a:lnTo>
                <a:close/>
                <a:moveTo>
                  <a:pt x="531097" y="1372097"/>
                </a:moveTo>
                <a:cubicBezTo>
                  <a:pt x="420274" y="1315679"/>
                  <a:pt x="342573" y="1203328"/>
                  <a:pt x="337677" y="1072055"/>
                </a:cubicBezTo>
                <a:lnTo>
                  <a:pt x="448431" y="1072576"/>
                </a:lnTo>
                <a:lnTo>
                  <a:pt x="674869" y="1073687"/>
                </a:lnTo>
                <a:lnTo>
                  <a:pt x="673619" y="1338211"/>
                </a:lnTo>
                <a:cubicBezTo>
                  <a:pt x="622999" y="1340503"/>
                  <a:pt x="574947" y="1352307"/>
                  <a:pt x="531132" y="1372132"/>
                </a:cubicBezTo>
                <a:moveTo>
                  <a:pt x="705526" y="886065"/>
                </a:moveTo>
                <a:cubicBezTo>
                  <a:pt x="721844" y="940956"/>
                  <a:pt x="744272" y="993243"/>
                  <a:pt x="772811" y="1041606"/>
                </a:cubicBezTo>
                <a:cubicBezTo>
                  <a:pt x="750452" y="1039002"/>
                  <a:pt x="727781" y="1037509"/>
                  <a:pt x="704831" y="1037058"/>
                </a:cubicBezTo>
                <a:lnTo>
                  <a:pt x="705526" y="886030"/>
                </a:lnTo>
                <a:close/>
                <a:moveTo>
                  <a:pt x="337851" y="1042231"/>
                </a:moveTo>
                <a:cubicBezTo>
                  <a:pt x="346323" y="859817"/>
                  <a:pt x="494087" y="713477"/>
                  <a:pt x="676605" y="706672"/>
                </a:cubicBezTo>
                <a:lnTo>
                  <a:pt x="674973" y="1043794"/>
                </a:lnTo>
                <a:lnTo>
                  <a:pt x="469436" y="1042856"/>
                </a:lnTo>
                <a:lnTo>
                  <a:pt x="337851" y="1042231"/>
                </a:lnTo>
                <a:close/>
                <a:moveTo>
                  <a:pt x="230604" y="1513716"/>
                </a:moveTo>
                <a:cubicBezTo>
                  <a:pt x="112594" y="1394595"/>
                  <a:pt x="46524" y="1237734"/>
                  <a:pt x="43503" y="1070631"/>
                </a:cubicBezTo>
                <a:lnTo>
                  <a:pt x="307576" y="1071881"/>
                </a:lnTo>
                <a:lnTo>
                  <a:pt x="307576" y="1071881"/>
                </a:lnTo>
                <a:cubicBezTo>
                  <a:pt x="307576" y="1071881"/>
                  <a:pt x="308548" y="1071916"/>
                  <a:pt x="308548" y="1071916"/>
                </a:cubicBezTo>
                <a:cubicBezTo>
                  <a:pt x="313201" y="1207043"/>
                  <a:pt x="387916" y="1324671"/>
                  <a:pt x="498080" y="1388901"/>
                </a:cubicBezTo>
                <a:cubicBezTo>
                  <a:pt x="418955" y="1434209"/>
                  <a:pt x="357363" y="1506356"/>
                  <a:pt x="325352" y="1592910"/>
                </a:cubicBezTo>
                <a:cubicBezTo>
                  <a:pt x="291675" y="1569822"/>
                  <a:pt x="259907" y="1543366"/>
                  <a:pt x="230569" y="1513716"/>
                </a:cubicBezTo>
                <a:moveTo>
                  <a:pt x="676605" y="1367375"/>
                </a:moveTo>
                <a:lnTo>
                  <a:pt x="676605" y="1713038"/>
                </a:lnTo>
                <a:lnTo>
                  <a:pt x="330907" y="1713038"/>
                </a:lnTo>
                <a:cubicBezTo>
                  <a:pt x="338580" y="1525868"/>
                  <a:pt x="489434" y="1375013"/>
                  <a:pt x="676605" y="1367375"/>
                </a:cubicBezTo>
                <a:moveTo>
                  <a:pt x="676605" y="2088559"/>
                </a:moveTo>
                <a:cubicBezTo>
                  <a:pt x="489434" y="2080886"/>
                  <a:pt x="338580" y="1929998"/>
                  <a:pt x="330907" y="1742827"/>
                </a:cubicBezTo>
                <a:lnTo>
                  <a:pt x="676605" y="1742827"/>
                </a:lnTo>
                <a:lnTo>
                  <a:pt x="676605" y="2088559"/>
                </a:lnTo>
                <a:close/>
                <a:moveTo>
                  <a:pt x="29997" y="1742827"/>
                </a:moveTo>
                <a:lnTo>
                  <a:pt x="301570" y="1742827"/>
                </a:lnTo>
                <a:cubicBezTo>
                  <a:pt x="309312" y="1946350"/>
                  <a:pt x="473082" y="2110155"/>
                  <a:pt x="676605" y="2117897"/>
                </a:cubicBezTo>
                <a:lnTo>
                  <a:pt x="676605" y="2209139"/>
                </a:lnTo>
                <a:lnTo>
                  <a:pt x="676570" y="2209139"/>
                </a:lnTo>
                <a:lnTo>
                  <a:pt x="676570" y="2389539"/>
                </a:lnTo>
                <a:cubicBezTo>
                  <a:pt x="323582" y="2381658"/>
                  <a:pt x="37844" y="2095885"/>
                  <a:pt x="29997" y="1742862"/>
                </a:cubicBezTo>
                <a:moveTo>
                  <a:pt x="676570" y="3261265"/>
                </a:moveTo>
                <a:cubicBezTo>
                  <a:pt x="489400" y="3253662"/>
                  <a:pt x="338545" y="3102738"/>
                  <a:pt x="330873" y="2915567"/>
                </a:cubicBezTo>
                <a:lnTo>
                  <a:pt x="676570" y="2915567"/>
                </a:lnTo>
                <a:lnTo>
                  <a:pt x="676570" y="3261265"/>
                </a:lnTo>
                <a:close/>
                <a:moveTo>
                  <a:pt x="330873" y="2885744"/>
                </a:moveTo>
                <a:cubicBezTo>
                  <a:pt x="338545" y="2698573"/>
                  <a:pt x="489400" y="2547719"/>
                  <a:pt x="676570" y="2540046"/>
                </a:cubicBezTo>
                <a:lnTo>
                  <a:pt x="676570" y="2885744"/>
                </a:lnTo>
                <a:lnTo>
                  <a:pt x="330873" y="2885744"/>
                </a:lnTo>
                <a:close/>
                <a:moveTo>
                  <a:pt x="706394" y="2540046"/>
                </a:moveTo>
                <a:cubicBezTo>
                  <a:pt x="893564" y="2547719"/>
                  <a:pt x="1044419" y="2698573"/>
                  <a:pt x="1052091" y="2885744"/>
                </a:cubicBezTo>
                <a:lnTo>
                  <a:pt x="706394" y="2885744"/>
                </a:lnTo>
                <a:lnTo>
                  <a:pt x="706394" y="2540046"/>
                </a:lnTo>
                <a:close/>
                <a:moveTo>
                  <a:pt x="355245" y="2331697"/>
                </a:moveTo>
                <a:cubicBezTo>
                  <a:pt x="353058" y="2330482"/>
                  <a:pt x="350975" y="2329058"/>
                  <a:pt x="348857" y="2327774"/>
                </a:cubicBezTo>
                <a:cubicBezTo>
                  <a:pt x="445897" y="2383428"/>
                  <a:pt x="557519" y="2416168"/>
                  <a:pt x="676570" y="2418738"/>
                </a:cubicBezTo>
                <a:lnTo>
                  <a:pt x="676570" y="2510743"/>
                </a:lnTo>
                <a:cubicBezTo>
                  <a:pt x="473082" y="2518486"/>
                  <a:pt x="309277" y="2682255"/>
                  <a:pt x="301535" y="2885778"/>
                </a:cubicBezTo>
                <a:lnTo>
                  <a:pt x="29963" y="2885778"/>
                </a:lnTo>
                <a:cubicBezTo>
                  <a:pt x="35205" y="2649967"/>
                  <a:pt x="164777" y="2444708"/>
                  <a:pt x="355245" y="2331697"/>
                </a:cubicBezTo>
                <a:moveTo>
                  <a:pt x="676570" y="3562210"/>
                </a:moveTo>
                <a:cubicBezTo>
                  <a:pt x="323582" y="3554363"/>
                  <a:pt x="37809" y="3268591"/>
                  <a:pt x="29963" y="2915567"/>
                </a:cubicBezTo>
                <a:lnTo>
                  <a:pt x="301535" y="2915567"/>
                </a:lnTo>
                <a:cubicBezTo>
                  <a:pt x="309277" y="3119090"/>
                  <a:pt x="473082" y="3282860"/>
                  <a:pt x="676570" y="3290603"/>
                </a:cubicBezTo>
                <a:lnTo>
                  <a:pt x="676570" y="3562244"/>
                </a:lnTo>
                <a:close/>
                <a:moveTo>
                  <a:pt x="706394" y="3261265"/>
                </a:moveTo>
                <a:lnTo>
                  <a:pt x="706394" y="2915567"/>
                </a:lnTo>
                <a:lnTo>
                  <a:pt x="1052091" y="2915567"/>
                </a:lnTo>
                <a:cubicBezTo>
                  <a:pt x="1044419" y="3102738"/>
                  <a:pt x="893564" y="3253627"/>
                  <a:pt x="706394" y="3261265"/>
                </a:cubicBezTo>
                <a:moveTo>
                  <a:pt x="1353071" y="2885744"/>
                </a:moveTo>
                <a:lnTo>
                  <a:pt x="1081394" y="2885744"/>
                </a:lnTo>
                <a:cubicBezTo>
                  <a:pt x="1073652" y="2682221"/>
                  <a:pt x="909882" y="2518451"/>
                  <a:pt x="706359" y="2510709"/>
                </a:cubicBezTo>
                <a:lnTo>
                  <a:pt x="706359" y="2419467"/>
                </a:lnTo>
                <a:lnTo>
                  <a:pt x="706394" y="2419467"/>
                </a:lnTo>
                <a:lnTo>
                  <a:pt x="706394" y="2239066"/>
                </a:lnTo>
                <a:cubicBezTo>
                  <a:pt x="1059417" y="2246948"/>
                  <a:pt x="1345190" y="2532686"/>
                  <a:pt x="1353036" y="2885709"/>
                </a:cubicBezTo>
                <a:moveTo>
                  <a:pt x="706429" y="2088559"/>
                </a:moveTo>
                <a:lnTo>
                  <a:pt x="706429" y="1742827"/>
                </a:lnTo>
                <a:lnTo>
                  <a:pt x="1052126" y="1742827"/>
                </a:lnTo>
                <a:cubicBezTo>
                  <a:pt x="1044453" y="1929998"/>
                  <a:pt x="893599" y="2080886"/>
                  <a:pt x="706429" y="2088559"/>
                </a:cubicBezTo>
                <a:moveTo>
                  <a:pt x="1082193" y="1713038"/>
                </a:moveTo>
                <a:lnTo>
                  <a:pt x="1081429" y="1713038"/>
                </a:lnTo>
                <a:cubicBezTo>
                  <a:pt x="1073687" y="1509550"/>
                  <a:pt x="909917" y="1345780"/>
                  <a:pt x="706394" y="1338038"/>
                </a:cubicBezTo>
                <a:lnTo>
                  <a:pt x="706394" y="1066396"/>
                </a:lnTo>
                <a:cubicBezTo>
                  <a:pt x="1059417" y="1074242"/>
                  <a:pt x="1345190" y="1359945"/>
                  <a:pt x="1353036" y="1713003"/>
                </a:cubicBezTo>
                <a:lnTo>
                  <a:pt x="1082158" y="1713003"/>
                </a:lnTo>
                <a:close/>
                <a:moveTo>
                  <a:pt x="1266759" y="1344877"/>
                </a:moveTo>
                <a:cubicBezTo>
                  <a:pt x="1163991" y="1191072"/>
                  <a:pt x="1001124" y="1081256"/>
                  <a:pt x="812113" y="1047856"/>
                </a:cubicBezTo>
                <a:cubicBezTo>
                  <a:pt x="806628" y="1046884"/>
                  <a:pt x="806107" y="1046606"/>
                  <a:pt x="811280" y="1047543"/>
                </a:cubicBezTo>
                <a:cubicBezTo>
                  <a:pt x="747779" y="948525"/>
                  <a:pt x="709380" y="831938"/>
                  <a:pt x="706567" y="706463"/>
                </a:cubicBezTo>
                <a:lnTo>
                  <a:pt x="978244" y="706463"/>
                </a:lnTo>
                <a:cubicBezTo>
                  <a:pt x="985986" y="910021"/>
                  <a:pt x="1149756" y="1073791"/>
                  <a:pt x="1353279" y="1081533"/>
                </a:cubicBezTo>
                <a:lnTo>
                  <a:pt x="1353279" y="1353175"/>
                </a:lnTo>
                <a:cubicBezTo>
                  <a:pt x="1323872" y="1352515"/>
                  <a:pt x="1295160" y="1349252"/>
                  <a:pt x="1266794" y="1344877"/>
                </a:cubicBezTo>
                <a:moveTo>
                  <a:pt x="1383068" y="1353140"/>
                </a:moveTo>
                <a:lnTo>
                  <a:pt x="1383068" y="1081499"/>
                </a:lnTo>
                <a:cubicBezTo>
                  <a:pt x="1586591" y="1073756"/>
                  <a:pt x="1750361" y="909986"/>
                  <a:pt x="1758103" y="706429"/>
                </a:cubicBezTo>
                <a:lnTo>
                  <a:pt x="2029676" y="706429"/>
                </a:lnTo>
                <a:cubicBezTo>
                  <a:pt x="2021829" y="1059487"/>
                  <a:pt x="1736092" y="1345259"/>
                  <a:pt x="1383068" y="1353106"/>
                </a:cubicBezTo>
              </a:path>
            </a:pathLst>
          </a:cu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2" name="Google Shape;272;p8"/>
          <p:cNvGrpSpPr/>
          <p:nvPr/>
        </p:nvGrpSpPr>
        <p:grpSpPr>
          <a:xfrm>
            <a:off x="11444596" y="184687"/>
            <a:ext cx="548498" cy="204045"/>
            <a:chOff x="8606116" y="211834"/>
            <a:chExt cx="1114302" cy="414528"/>
          </a:xfrm>
        </p:grpSpPr>
        <p:sp>
          <p:nvSpPr>
            <p:cNvPr id="273" name="Google Shape;273;p8"/>
            <p:cNvSpPr/>
            <p:nvPr/>
          </p:nvSpPr>
          <p:spPr>
            <a:xfrm>
              <a:off x="8606116" y="211834"/>
              <a:ext cx="307847" cy="414528"/>
            </a:xfrm>
            <a:custGeom>
              <a:avLst/>
              <a:gdLst/>
              <a:ahLst/>
              <a:cxnLst/>
              <a:rect l="l" t="t" r="r" b="b"/>
              <a:pathLst>
                <a:path w="307847" h="414528" extrusionOk="0">
                  <a:moveTo>
                    <a:pt x="307753" y="23908"/>
                  </a:moveTo>
                  <a:lnTo>
                    <a:pt x="296513" y="91916"/>
                  </a:lnTo>
                  <a:cubicBezTo>
                    <a:pt x="295466" y="97917"/>
                    <a:pt x="291370" y="102203"/>
                    <a:pt x="285750" y="102203"/>
                  </a:cubicBezTo>
                  <a:lnTo>
                    <a:pt x="284702" y="102203"/>
                  </a:lnTo>
                  <a:cubicBezTo>
                    <a:pt x="264224" y="100584"/>
                    <a:pt x="206502" y="95155"/>
                    <a:pt x="169640" y="95155"/>
                  </a:cubicBezTo>
                  <a:cubicBezTo>
                    <a:pt x="155353" y="95155"/>
                    <a:pt x="140494" y="100013"/>
                    <a:pt x="140494" y="118015"/>
                  </a:cubicBezTo>
                  <a:cubicBezTo>
                    <a:pt x="140494" y="125635"/>
                    <a:pt x="145637" y="130493"/>
                    <a:pt x="162973" y="141446"/>
                  </a:cubicBezTo>
                  <a:lnTo>
                    <a:pt x="225362" y="180594"/>
                  </a:lnTo>
                  <a:cubicBezTo>
                    <a:pt x="262128" y="203454"/>
                    <a:pt x="276511" y="233363"/>
                    <a:pt x="276511" y="271463"/>
                  </a:cubicBezTo>
                  <a:cubicBezTo>
                    <a:pt x="276511" y="373190"/>
                    <a:pt x="196215" y="414528"/>
                    <a:pt x="109347" y="414528"/>
                  </a:cubicBezTo>
                  <a:cubicBezTo>
                    <a:pt x="67437" y="414528"/>
                    <a:pt x="34671" y="408527"/>
                    <a:pt x="8668" y="400431"/>
                  </a:cubicBezTo>
                  <a:cubicBezTo>
                    <a:pt x="4096" y="398812"/>
                    <a:pt x="0" y="396050"/>
                    <a:pt x="0" y="391192"/>
                  </a:cubicBezTo>
                  <a:lnTo>
                    <a:pt x="0" y="389573"/>
                  </a:lnTo>
                  <a:lnTo>
                    <a:pt x="10763" y="322707"/>
                  </a:lnTo>
                  <a:cubicBezTo>
                    <a:pt x="11811" y="316706"/>
                    <a:pt x="16383" y="311849"/>
                    <a:pt x="22479" y="311849"/>
                  </a:cubicBezTo>
                  <a:lnTo>
                    <a:pt x="23527" y="311849"/>
                  </a:lnTo>
                  <a:cubicBezTo>
                    <a:pt x="44482" y="314039"/>
                    <a:pt x="98679" y="320040"/>
                    <a:pt x="125825" y="320040"/>
                  </a:cubicBezTo>
                  <a:cubicBezTo>
                    <a:pt x="146304" y="320040"/>
                    <a:pt x="163163" y="312420"/>
                    <a:pt x="163163" y="287941"/>
                  </a:cubicBezTo>
                  <a:cubicBezTo>
                    <a:pt x="163163" y="279749"/>
                    <a:pt x="158020" y="273844"/>
                    <a:pt x="143256" y="263462"/>
                  </a:cubicBezTo>
                  <a:lnTo>
                    <a:pt x="77343" y="217265"/>
                  </a:lnTo>
                  <a:cubicBezTo>
                    <a:pt x="47720" y="196596"/>
                    <a:pt x="33338" y="161258"/>
                    <a:pt x="33338" y="127540"/>
                  </a:cubicBezTo>
                  <a:cubicBezTo>
                    <a:pt x="33242" y="29337"/>
                    <a:pt x="105347" y="0"/>
                    <a:pt x="186595" y="0"/>
                  </a:cubicBezTo>
                  <a:cubicBezTo>
                    <a:pt x="226981" y="0"/>
                    <a:pt x="280130" y="7049"/>
                    <a:pt x="300133" y="13621"/>
                  </a:cubicBezTo>
                  <a:cubicBezTo>
                    <a:pt x="304229" y="15240"/>
                    <a:pt x="307848" y="17431"/>
                    <a:pt x="307848" y="22289"/>
                  </a:cubicBezTo>
                  <a:lnTo>
                    <a:pt x="307848" y="2390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8"/>
            <p:cNvSpPr/>
            <p:nvPr/>
          </p:nvSpPr>
          <p:spPr>
            <a:xfrm>
              <a:off x="9227050" y="212119"/>
              <a:ext cx="307943" cy="414242"/>
            </a:xfrm>
            <a:custGeom>
              <a:avLst/>
              <a:gdLst/>
              <a:ahLst/>
              <a:cxnLst/>
              <a:rect l="l" t="t" r="r" b="b"/>
              <a:pathLst>
                <a:path w="307943" h="414242" extrusionOk="0">
                  <a:moveTo>
                    <a:pt x="307753" y="23622"/>
                  </a:moveTo>
                  <a:lnTo>
                    <a:pt x="296513" y="91631"/>
                  </a:lnTo>
                  <a:cubicBezTo>
                    <a:pt x="295465" y="97631"/>
                    <a:pt x="291370" y="101917"/>
                    <a:pt x="285750" y="101917"/>
                  </a:cubicBezTo>
                  <a:lnTo>
                    <a:pt x="284702" y="101917"/>
                  </a:lnTo>
                  <a:cubicBezTo>
                    <a:pt x="264223" y="100298"/>
                    <a:pt x="206502" y="94869"/>
                    <a:pt x="169640" y="94869"/>
                  </a:cubicBezTo>
                  <a:cubicBezTo>
                    <a:pt x="155353" y="94869"/>
                    <a:pt x="140494" y="99727"/>
                    <a:pt x="140494" y="117729"/>
                  </a:cubicBezTo>
                  <a:cubicBezTo>
                    <a:pt x="140494" y="125349"/>
                    <a:pt x="145637" y="130207"/>
                    <a:pt x="162973" y="141161"/>
                  </a:cubicBezTo>
                  <a:lnTo>
                    <a:pt x="225361" y="180308"/>
                  </a:lnTo>
                  <a:cubicBezTo>
                    <a:pt x="262128" y="203168"/>
                    <a:pt x="276511" y="233077"/>
                    <a:pt x="276511" y="271177"/>
                  </a:cubicBezTo>
                  <a:cubicBezTo>
                    <a:pt x="276511" y="372904"/>
                    <a:pt x="196215" y="414242"/>
                    <a:pt x="109347" y="414242"/>
                  </a:cubicBezTo>
                  <a:cubicBezTo>
                    <a:pt x="67437" y="414242"/>
                    <a:pt x="34671" y="408242"/>
                    <a:pt x="8668" y="400145"/>
                  </a:cubicBezTo>
                  <a:cubicBezTo>
                    <a:pt x="4096" y="398526"/>
                    <a:pt x="0" y="395764"/>
                    <a:pt x="0" y="390906"/>
                  </a:cubicBezTo>
                  <a:lnTo>
                    <a:pt x="0" y="389287"/>
                  </a:lnTo>
                  <a:lnTo>
                    <a:pt x="10763" y="322421"/>
                  </a:lnTo>
                  <a:cubicBezTo>
                    <a:pt x="11811" y="316421"/>
                    <a:pt x="16383" y="311563"/>
                    <a:pt x="22479" y="311563"/>
                  </a:cubicBezTo>
                  <a:lnTo>
                    <a:pt x="23527" y="311563"/>
                  </a:lnTo>
                  <a:cubicBezTo>
                    <a:pt x="44482" y="313754"/>
                    <a:pt x="98679" y="319754"/>
                    <a:pt x="125825" y="319754"/>
                  </a:cubicBezTo>
                  <a:cubicBezTo>
                    <a:pt x="146304" y="319754"/>
                    <a:pt x="163163" y="312134"/>
                    <a:pt x="163163" y="287655"/>
                  </a:cubicBezTo>
                  <a:cubicBezTo>
                    <a:pt x="163163" y="279464"/>
                    <a:pt x="158020" y="273558"/>
                    <a:pt x="143256" y="263176"/>
                  </a:cubicBezTo>
                  <a:lnTo>
                    <a:pt x="77343" y="216980"/>
                  </a:lnTo>
                  <a:cubicBezTo>
                    <a:pt x="47720" y="196310"/>
                    <a:pt x="33338" y="160973"/>
                    <a:pt x="33338" y="127254"/>
                  </a:cubicBezTo>
                  <a:cubicBezTo>
                    <a:pt x="33338" y="29337"/>
                    <a:pt x="105442" y="0"/>
                    <a:pt x="186690" y="0"/>
                  </a:cubicBezTo>
                  <a:cubicBezTo>
                    <a:pt x="227076" y="0"/>
                    <a:pt x="280225" y="7049"/>
                    <a:pt x="300228" y="13621"/>
                  </a:cubicBezTo>
                  <a:cubicBezTo>
                    <a:pt x="304324" y="15240"/>
                    <a:pt x="307943" y="17431"/>
                    <a:pt x="307943" y="22288"/>
                  </a:cubicBezTo>
                  <a:lnTo>
                    <a:pt x="307943" y="2390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8"/>
            <p:cNvSpPr/>
            <p:nvPr/>
          </p:nvSpPr>
          <p:spPr>
            <a:xfrm>
              <a:off x="8927584" y="211834"/>
              <a:ext cx="290131" cy="414528"/>
            </a:xfrm>
            <a:custGeom>
              <a:avLst/>
              <a:gdLst/>
              <a:ahLst/>
              <a:cxnLst/>
              <a:rect l="l" t="t" r="r" b="b"/>
              <a:pathLst>
                <a:path w="290131" h="414528" extrusionOk="0">
                  <a:moveTo>
                    <a:pt x="290036" y="17431"/>
                  </a:moveTo>
                  <a:lnTo>
                    <a:pt x="279273" y="83820"/>
                  </a:lnTo>
                  <a:cubicBezTo>
                    <a:pt x="278225" y="89821"/>
                    <a:pt x="272606" y="94678"/>
                    <a:pt x="266986" y="94678"/>
                  </a:cubicBezTo>
                  <a:lnTo>
                    <a:pt x="163735" y="94678"/>
                  </a:lnTo>
                  <a:cubicBezTo>
                    <a:pt x="145351" y="94678"/>
                    <a:pt x="138208" y="101251"/>
                    <a:pt x="134588" y="121920"/>
                  </a:cubicBezTo>
                  <a:lnTo>
                    <a:pt x="127921" y="161639"/>
                  </a:lnTo>
                  <a:lnTo>
                    <a:pt x="253651" y="161639"/>
                  </a:lnTo>
                  <a:cubicBezTo>
                    <a:pt x="258794" y="161639"/>
                    <a:pt x="262319" y="165449"/>
                    <a:pt x="262319" y="170879"/>
                  </a:cubicBezTo>
                  <a:lnTo>
                    <a:pt x="262319" y="172498"/>
                  </a:lnTo>
                  <a:lnTo>
                    <a:pt x="251555" y="236696"/>
                  </a:lnTo>
                  <a:cubicBezTo>
                    <a:pt x="250508" y="242697"/>
                    <a:pt x="245459" y="247555"/>
                    <a:pt x="239840" y="247555"/>
                  </a:cubicBezTo>
                  <a:lnTo>
                    <a:pt x="114109" y="247555"/>
                  </a:lnTo>
                  <a:lnTo>
                    <a:pt x="106394" y="292703"/>
                  </a:lnTo>
                  <a:cubicBezTo>
                    <a:pt x="105918" y="297085"/>
                    <a:pt x="105347" y="300323"/>
                    <a:pt x="105347" y="303562"/>
                  </a:cubicBezTo>
                  <a:cubicBezTo>
                    <a:pt x="105347" y="316040"/>
                    <a:pt x="111443" y="319850"/>
                    <a:pt x="126301" y="319850"/>
                  </a:cubicBezTo>
                  <a:lnTo>
                    <a:pt x="229552" y="319850"/>
                  </a:lnTo>
                  <a:cubicBezTo>
                    <a:pt x="234696" y="319850"/>
                    <a:pt x="238220" y="323660"/>
                    <a:pt x="238220" y="329089"/>
                  </a:cubicBezTo>
                  <a:lnTo>
                    <a:pt x="238220" y="330708"/>
                  </a:lnTo>
                  <a:lnTo>
                    <a:pt x="226981" y="397097"/>
                  </a:lnTo>
                  <a:cubicBezTo>
                    <a:pt x="225933" y="403670"/>
                    <a:pt x="221837" y="406908"/>
                    <a:pt x="215170" y="407956"/>
                  </a:cubicBezTo>
                  <a:cubicBezTo>
                    <a:pt x="195263" y="410718"/>
                    <a:pt x="164021" y="414528"/>
                    <a:pt x="114491" y="414528"/>
                  </a:cubicBezTo>
                  <a:cubicBezTo>
                    <a:pt x="54674" y="414528"/>
                    <a:pt x="0" y="391668"/>
                    <a:pt x="0" y="320421"/>
                  </a:cubicBezTo>
                  <a:cubicBezTo>
                    <a:pt x="0" y="311753"/>
                    <a:pt x="1048" y="302514"/>
                    <a:pt x="2572" y="292703"/>
                  </a:cubicBezTo>
                  <a:lnTo>
                    <a:pt x="30671" y="121920"/>
                  </a:lnTo>
                  <a:cubicBezTo>
                    <a:pt x="48673" y="12002"/>
                    <a:pt x="110109" y="0"/>
                    <a:pt x="182213" y="0"/>
                  </a:cubicBezTo>
                  <a:cubicBezTo>
                    <a:pt x="231839" y="0"/>
                    <a:pt x="262985" y="3810"/>
                    <a:pt x="281940" y="6477"/>
                  </a:cubicBezTo>
                  <a:cubicBezTo>
                    <a:pt x="287560" y="7049"/>
                    <a:pt x="290132" y="9716"/>
                    <a:pt x="290132" y="15145"/>
                  </a:cubicBezTo>
                  <a:lnTo>
                    <a:pt x="290132" y="1733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6" name="Google Shape;276;p8"/>
            <p:cNvGrpSpPr/>
            <p:nvPr/>
          </p:nvGrpSpPr>
          <p:grpSpPr>
            <a:xfrm>
              <a:off x="9552316" y="217263"/>
              <a:ext cx="168102" cy="404145"/>
              <a:chOff x="9552316" y="217263"/>
              <a:chExt cx="168102" cy="404145"/>
            </a:xfrm>
          </p:grpSpPr>
          <p:sp>
            <p:nvSpPr>
              <p:cNvPr id="277" name="Google Shape;277;p8"/>
              <p:cNvSpPr/>
              <p:nvPr/>
            </p:nvSpPr>
            <p:spPr>
              <a:xfrm>
                <a:off x="9552316" y="302151"/>
                <a:ext cx="155288" cy="319257"/>
              </a:xfrm>
              <a:custGeom>
                <a:avLst/>
                <a:gdLst/>
                <a:ahLst/>
                <a:cxnLst/>
                <a:rect l="l" t="t" r="r" b="b"/>
                <a:pathLst>
                  <a:path w="155288" h="319257" extrusionOk="0">
                    <a:moveTo>
                      <a:pt x="43828" y="56749"/>
                    </a:moveTo>
                    <a:cubicBezTo>
                      <a:pt x="42494" y="57415"/>
                      <a:pt x="41542" y="58749"/>
                      <a:pt x="41256" y="60273"/>
                    </a:cubicBezTo>
                    <a:lnTo>
                      <a:pt x="203" y="308399"/>
                    </a:lnTo>
                    <a:cubicBezTo>
                      <a:pt x="-845" y="313828"/>
                      <a:pt x="2203" y="319258"/>
                      <a:pt x="8395" y="319258"/>
                    </a:cubicBezTo>
                    <a:lnTo>
                      <a:pt x="92215" y="319258"/>
                    </a:lnTo>
                    <a:cubicBezTo>
                      <a:pt x="99835" y="319258"/>
                      <a:pt x="103454" y="314400"/>
                      <a:pt x="104502" y="308399"/>
                    </a:cubicBezTo>
                    <a:lnTo>
                      <a:pt x="155270" y="1789"/>
                    </a:lnTo>
                    <a:cubicBezTo>
                      <a:pt x="155461" y="551"/>
                      <a:pt x="154127" y="-401"/>
                      <a:pt x="153079" y="170"/>
                    </a:cubicBezTo>
                    <a:lnTo>
                      <a:pt x="43923" y="56749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8"/>
              <p:cNvSpPr/>
              <p:nvPr/>
            </p:nvSpPr>
            <p:spPr>
              <a:xfrm>
                <a:off x="9601859" y="217263"/>
                <a:ext cx="118559" cy="95535"/>
              </a:xfrm>
              <a:custGeom>
                <a:avLst/>
                <a:gdLst/>
                <a:ahLst/>
                <a:cxnLst/>
                <a:rect l="l" t="t" r="r" b="b"/>
                <a:pathLst>
                  <a:path w="118559" h="95535" extrusionOk="0">
                    <a:moveTo>
                      <a:pt x="109633" y="0"/>
                    </a:moveTo>
                    <a:lnTo>
                      <a:pt x="25813" y="0"/>
                    </a:lnTo>
                    <a:cubicBezTo>
                      <a:pt x="20193" y="0"/>
                      <a:pt x="15050" y="4382"/>
                      <a:pt x="14097" y="10287"/>
                    </a:cubicBezTo>
                    <a:lnTo>
                      <a:pt x="0" y="95536"/>
                    </a:lnTo>
                    <a:lnTo>
                      <a:pt x="106394" y="42577"/>
                    </a:lnTo>
                    <a:cubicBezTo>
                      <a:pt x="110966" y="40291"/>
                      <a:pt x="114205" y="36005"/>
                      <a:pt x="114967" y="30956"/>
                    </a:cubicBezTo>
                    <a:lnTo>
                      <a:pt x="118396" y="10287"/>
                    </a:lnTo>
                    <a:cubicBezTo>
                      <a:pt x="119444" y="3239"/>
                      <a:pt x="115348" y="0"/>
                      <a:pt x="109728" y="0"/>
                    </a:cubicBezTo>
                    <a:close/>
                  </a:path>
                </a:pathLst>
              </a:custGeom>
              <a:solidFill>
                <a:srgbClr val="50B84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ÍTULO PRINCIPAL">
  <p:cSld name="5_TÍTULO PRINCIPAL"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1" name="Google Shape;281;p9"/>
          <p:cNvGrpSpPr/>
          <p:nvPr/>
        </p:nvGrpSpPr>
        <p:grpSpPr>
          <a:xfrm>
            <a:off x="0" y="0"/>
            <a:ext cx="4958785" cy="6858002"/>
            <a:chOff x="0" y="0"/>
            <a:chExt cx="4958785" cy="6858002"/>
          </a:xfrm>
        </p:grpSpPr>
        <p:sp>
          <p:nvSpPr>
            <p:cNvPr id="282" name="Google Shape;282;p9"/>
            <p:cNvSpPr/>
            <p:nvPr/>
          </p:nvSpPr>
          <p:spPr>
            <a:xfrm>
              <a:off x="0" y="0"/>
              <a:ext cx="4958785" cy="4444972"/>
            </a:xfrm>
            <a:custGeom>
              <a:avLst/>
              <a:gdLst/>
              <a:ahLst/>
              <a:cxnLst/>
              <a:rect l="l" t="t" r="r" b="b"/>
              <a:pathLst>
                <a:path w="1366932" h="1225295" extrusionOk="0">
                  <a:moveTo>
                    <a:pt x="0" y="1225296"/>
                  </a:moveTo>
                  <a:lnTo>
                    <a:pt x="0" y="0"/>
                  </a:lnTo>
                  <a:lnTo>
                    <a:pt x="1366933" y="0"/>
                  </a:lnTo>
                  <a:lnTo>
                    <a:pt x="1263777" y="612648"/>
                  </a:lnTo>
                  <a:lnTo>
                    <a:pt x="0" y="1225296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9"/>
            <p:cNvSpPr/>
            <p:nvPr/>
          </p:nvSpPr>
          <p:spPr>
            <a:xfrm>
              <a:off x="0" y="3053993"/>
              <a:ext cx="4419605" cy="3804009"/>
            </a:xfrm>
            <a:custGeom>
              <a:avLst/>
              <a:gdLst/>
              <a:ahLst/>
              <a:cxnLst/>
              <a:rect l="l" t="t" r="r" b="b"/>
              <a:pathLst>
                <a:path w="4419605" h="3804009" extrusionOk="0">
                  <a:moveTo>
                    <a:pt x="4419605" y="0"/>
                  </a:moveTo>
                  <a:lnTo>
                    <a:pt x="3762300" y="3804009"/>
                  </a:lnTo>
                  <a:lnTo>
                    <a:pt x="0" y="3804009"/>
                  </a:lnTo>
                  <a:lnTo>
                    <a:pt x="0" y="2132913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>
                  <a:alpha val="49803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4" name="Google Shape;284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6734" y="3429000"/>
            <a:ext cx="1446602" cy="3267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5" name="Google Shape;285;p9"/>
          <p:cNvGrpSpPr/>
          <p:nvPr/>
        </p:nvGrpSpPr>
        <p:grpSpPr>
          <a:xfrm>
            <a:off x="238621" y="5962195"/>
            <a:ext cx="959687" cy="659349"/>
            <a:chOff x="10618476" y="5819821"/>
            <a:chExt cx="1448425" cy="995135"/>
          </a:xfrm>
        </p:grpSpPr>
        <p:sp>
          <p:nvSpPr>
            <p:cNvPr id="286" name="Google Shape;286;p9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9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9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9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9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9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9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9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9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9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9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9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9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9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9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9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9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9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9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9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9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9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9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9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9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9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9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6" name="Google Shape;316;p9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9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9"/>
          <p:cNvSpPr txBox="1">
            <a:spLocks noGrp="1"/>
          </p:cNvSpPr>
          <p:nvPr>
            <p:ph type="body" idx="1"/>
          </p:nvPr>
        </p:nvSpPr>
        <p:spPr>
          <a:xfrm>
            <a:off x="5191125" y="2950119"/>
            <a:ext cx="6171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322" name="Google Shape;322;p9"/>
          <p:cNvGrpSpPr/>
          <p:nvPr/>
        </p:nvGrpSpPr>
        <p:grpSpPr>
          <a:xfrm>
            <a:off x="2182292" y="6691087"/>
            <a:ext cx="7827417" cy="166914"/>
            <a:chOff x="2182292" y="6691087"/>
            <a:chExt cx="7827417" cy="166914"/>
          </a:xfrm>
        </p:grpSpPr>
        <p:sp>
          <p:nvSpPr>
            <p:cNvPr id="323" name="Google Shape;323;p9"/>
            <p:cNvSpPr/>
            <p:nvPr/>
          </p:nvSpPr>
          <p:spPr>
            <a:xfrm>
              <a:off x="218229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1A4B9F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9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9"/>
            <p:cNvSpPr/>
            <p:nvPr/>
          </p:nvSpPr>
          <p:spPr>
            <a:xfrm>
              <a:off x="8258667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27" name="Google Shape;327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3152" y="1227290"/>
            <a:ext cx="3811814" cy="7157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8" name="Google Shape;328;p9"/>
          <p:cNvGrpSpPr/>
          <p:nvPr/>
        </p:nvGrpSpPr>
        <p:grpSpPr>
          <a:xfrm>
            <a:off x="10360574" y="266048"/>
            <a:ext cx="1612762" cy="259200"/>
            <a:chOff x="5109919" y="-976405"/>
            <a:chExt cx="2847317" cy="457615"/>
          </a:xfrm>
        </p:grpSpPr>
        <p:grpSp>
          <p:nvGrpSpPr>
            <p:cNvPr id="329" name="Google Shape;329;p9"/>
            <p:cNvGrpSpPr/>
            <p:nvPr/>
          </p:nvGrpSpPr>
          <p:grpSpPr>
            <a:xfrm>
              <a:off x="6911238" y="-972040"/>
              <a:ext cx="1045998" cy="448264"/>
              <a:chOff x="6911238" y="-972040"/>
              <a:chExt cx="1045998" cy="448264"/>
            </a:xfrm>
          </p:grpSpPr>
          <p:sp>
            <p:nvSpPr>
              <p:cNvPr id="330" name="Google Shape;330;p9"/>
              <p:cNvSpPr/>
              <p:nvPr/>
            </p:nvSpPr>
            <p:spPr>
              <a:xfrm>
                <a:off x="6969237" y="-970793"/>
                <a:ext cx="75725" cy="107234"/>
              </a:xfrm>
              <a:custGeom>
                <a:avLst/>
                <a:gdLst/>
                <a:ahLst/>
                <a:cxnLst/>
                <a:rect l="l" t="t" r="r" b="b"/>
                <a:pathLst>
                  <a:path w="75725" h="107234" extrusionOk="0">
                    <a:moveTo>
                      <a:pt x="73599" y="1663"/>
                    </a:moveTo>
                    <a:cubicBezTo>
                      <a:pt x="75469" y="1870"/>
                      <a:pt x="75885" y="2286"/>
                      <a:pt x="75677" y="4156"/>
                    </a:cubicBezTo>
                    <a:lnTo>
                      <a:pt x="74638" y="10183"/>
                    </a:lnTo>
                    <a:cubicBezTo>
                      <a:pt x="74430" y="11846"/>
                      <a:pt x="73807" y="12677"/>
                      <a:pt x="71521" y="12469"/>
                    </a:cubicBezTo>
                    <a:cubicBezTo>
                      <a:pt x="65286" y="12053"/>
                      <a:pt x="55311" y="11638"/>
                      <a:pt x="47206" y="11638"/>
                    </a:cubicBezTo>
                    <a:cubicBezTo>
                      <a:pt x="35776" y="11638"/>
                      <a:pt x="23723" y="13716"/>
                      <a:pt x="23723" y="25977"/>
                    </a:cubicBezTo>
                    <a:cubicBezTo>
                      <a:pt x="23723" y="32835"/>
                      <a:pt x="27048" y="36160"/>
                      <a:pt x="36400" y="42395"/>
                    </a:cubicBezTo>
                    <a:lnTo>
                      <a:pt x="48037" y="50292"/>
                    </a:lnTo>
                    <a:cubicBezTo>
                      <a:pt x="61130" y="59020"/>
                      <a:pt x="65910" y="66502"/>
                      <a:pt x="65910" y="76893"/>
                    </a:cubicBezTo>
                    <a:cubicBezTo>
                      <a:pt x="65910" y="96843"/>
                      <a:pt x="49076" y="107234"/>
                      <a:pt x="26424" y="107234"/>
                    </a:cubicBezTo>
                    <a:cubicBezTo>
                      <a:pt x="18735" y="107234"/>
                      <a:pt x="8552" y="106195"/>
                      <a:pt x="2317" y="105156"/>
                    </a:cubicBezTo>
                    <a:cubicBezTo>
                      <a:pt x="655" y="104948"/>
                      <a:pt x="-176" y="104325"/>
                      <a:pt x="31" y="102662"/>
                    </a:cubicBezTo>
                    <a:lnTo>
                      <a:pt x="1071" y="97051"/>
                    </a:lnTo>
                    <a:cubicBezTo>
                      <a:pt x="1278" y="94973"/>
                      <a:pt x="1902" y="94557"/>
                      <a:pt x="4396" y="94765"/>
                    </a:cubicBezTo>
                    <a:cubicBezTo>
                      <a:pt x="10838" y="95389"/>
                      <a:pt x="21021" y="95596"/>
                      <a:pt x="27671" y="95596"/>
                    </a:cubicBezTo>
                    <a:cubicBezTo>
                      <a:pt x="43050" y="95596"/>
                      <a:pt x="52402" y="90401"/>
                      <a:pt x="52402" y="76893"/>
                    </a:cubicBezTo>
                    <a:cubicBezTo>
                      <a:pt x="52402" y="70035"/>
                      <a:pt x="48661" y="66710"/>
                      <a:pt x="38893" y="59852"/>
                    </a:cubicBezTo>
                    <a:lnTo>
                      <a:pt x="26632" y="51539"/>
                    </a:lnTo>
                    <a:cubicBezTo>
                      <a:pt x="17072" y="45097"/>
                      <a:pt x="11254" y="36992"/>
                      <a:pt x="11254" y="26809"/>
                    </a:cubicBezTo>
                    <a:cubicBezTo>
                      <a:pt x="11254" y="7066"/>
                      <a:pt x="28295" y="0"/>
                      <a:pt x="47622" y="0"/>
                    </a:cubicBezTo>
                    <a:cubicBezTo>
                      <a:pt x="55934" y="0"/>
                      <a:pt x="68819" y="831"/>
                      <a:pt x="74015" y="1663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1" name="Google Shape;331;p9"/>
              <p:cNvSpPr/>
              <p:nvPr/>
            </p:nvSpPr>
            <p:spPr>
              <a:xfrm>
                <a:off x="7045745" y="-943361"/>
                <a:ext cx="66086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66086" h="79802" extrusionOk="0">
                    <a:moveTo>
                      <a:pt x="65047" y="34498"/>
                    </a:moveTo>
                    <a:lnTo>
                      <a:pt x="64008" y="40525"/>
                    </a:lnTo>
                    <a:cubicBezTo>
                      <a:pt x="63592" y="42395"/>
                      <a:pt x="62969" y="43642"/>
                      <a:pt x="60891" y="43642"/>
                    </a:cubicBezTo>
                    <a:lnTo>
                      <a:pt x="13093" y="43642"/>
                    </a:lnTo>
                    <a:lnTo>
                      <a:pt x="13093" y="45304"/>
                    </a:lnTo>
                    <a:cubicBezTo>
                      <a:pt x="12261" y="48629"/>
                      <a:pt x="12053" y="51331"/>
                      <a:pt x="12053" y="54033"/>
                    </a:cubicBezTo>
                    <a:cubicBezTo>
                      <a:pt x="12053" y="64631"/>
                      <a:pt x="18704" y="69203"/>
                      <a:pt x="29510" y="69203"/>
                    </a:cubicBezTo>
                    <a:cubicBezTo>
                      <a:pt x="37615" y="69203"/>
                      <a:pt x="47383" y="68164"/>
                      <a:pt x="54033" y="67125"/>
                    </a:cubicBezTo>
                    <a:cubicBezTo>
                      <a:pt x="56111" y="66917"/>
                      <a:pt x="56942" y="67125"/>
                      <a:pt x="56734" y="69203"/>
                    </a:cubicBezTo>
                    <a:lnTo>
                      <a:pt x="55903" y="73983"/>
                    </a:lnTo>
                    <a:cubicBezTo>
                      <a:pt x="55695" y="76061"/>
                      <a:pt x="54864" y="76893"/>
                      <a:pt x="52578" y="77308"/>
                    </a:cubicBezTo>
                    <a:cubicBezTo>
                      <a:pt x="44265" y="78763"/>
                      <a:pt x="37199" y="79802"/>
                      <a:pt x="27848" y="79802"/>
                    </a:cubicBezTo>
                    <a:cubicBezTo>
                      <a:pt x="13924" y="79802"/>
                      <a:pt x="0" y="72736"/>
                      <a:pt x="0" y="53617"/>
                    </a:cubicBezTo>
                    <a:cubicBezTo>
                      <a:pt x="0" y="50915"/>
                      <a:pt x="208" y="48006"/>
                      <a:pt x="831" y="44889"/>
                    </a:cubicBezTo>
                    <a:lnTo>
                      <a:pt x="2702" y="34913"/>
                    </a:lnTo>
                    <a:cubicBezTo>
                      <a:pt x="6858" y="12469"/>
                      <a:pt x="20158" y="0"/>
                      <a:pt x="40109" y="0"/>
                    </a:cubicBezTo>
                    <a:cubicBezTo>
                      <a:pt x="57774" y="0"/>
                      <a:pt x="66086" y="11430"/>
                      <a:pt x="66086" y="26393"/>
                    </a:cubicBezTo>
                    <a:cubicBezTo>
                      <a:pt x="66086" y="29095"/>
                      <a:pt x="65878" y="31796"/>
                      <a:pt x="65255" y="34913"/>
                    </a:cubicBezTo>
                    <a:moveTo>
                      <a:pt x="38239" y="10599"/>
                    </a:moveTo>
                    <a:cubicBezTo>
                      <a:pt x="25977" y="10599"/>
                      <a:pt x="17665" y="20366"/>
                      <a:pt x="15171" y="33459"/>
                    </a:cubicBezTo>
                    <a:lnTo>
                      <a:pt x="15171" y="34082"/>
                    </a:lnTo>
                    <a:cubicBezTo>
                      <a:pt x="15171" y="34082"/>
                      <a:pt x="52578" y="34082"/>
                      <a:pt x="52578" y="34082"/>
                    </a:cubicBezTo>
                    <a:lnTo>
                      <a:pt x="52578" y="33459"/>
                    </a:lnTo>
                    <a:cubicBezTo>
                      <a:pt x="53202" y="30549"/>
                      <a:pt x="53617" y="27848"/>
                      <a:pt x="53617" y="25562"/>
                    </a:cubicBezTo>
                    <a:cubicBezTo>
                      <a:pt x="53617" y="15586"/>
                      <a:pt x="48422" y="10599"/>
                      <a:pt x="38239" y="1059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2" name="Google Shape;332;p9"/>
              <p:cNvSpPr/>
              <p:nvPr/>
            </p:nvSpPr>
            <p:spPr>
              <a:xfrm>
                <a:off x="7116713" y="-943361"/>
                <a:ext cx="48044" cy="78763"/>
              </a:xfrm>
              <a:custGeom>
                <a:avLst/>
                <a:gdLst/>
                <a:ahLst/>
                <a:cxnLst/>
                <a:rect l="l" t="t" r="r" b="b"/>
                <a:pathLst>
                  <a:path w="48044" h="78763" extrusionOk="0">
                    <a:moveTo>
                      <a:pt x="12367" y="75854"/>
                    </a:moveTo>
                    <a:cubicBezTo>
                      <a:pt x="12159" y="77516"/>
                      <a:pt x="10497" y="78763"/>
                      <a:pt x="9042" y="78763"/>
                    </a:cubicBezTo>
                    <a:lnTo>
                      <a:pt x="2184" y="78763"/>
                    </a:lnTo>
                    <a:cubicBezTo>
                      <a:pt x="522" y="78763"/>
                      <a:pt x="-310" y="77308"/>
                      <a:pt x="106" y="75854"/>
                    </a:cubicBezTo>
                    <a:lnTo>
                      <a:pt x="12783" y="3741"/>
                    </a:lnTo>
                    <a:cubicBezTo>
                      <a:pt x="12991" y="2286"/>
                      <a:pt x="14445" y="831"/>
                      <a:pt x="16108" y="831"/>
                    </a:cubicBezTo>
                    <a:lnTo>
                      <a:pt x="22758" y="831"/>
                    </a:lnTo>
                    <a:cubicBezTo>
                      <a:pt x="24421" y="831"/>
                      <a:pt x="25252" y="2286"/>
                      <a:pt x="24836" y="3741"/>
                    </a:cubicBezTo>
                    <a:lnTo>
                      <a:pt x="24213" y="7066"/>
                    </a:lnTo>
                    <a:cubicBezTo>
                      <a:pt x="31902" y="1039"/>
                      <a:pt x="38760" y="0"/>
                      <a:pt x="45202" y="0"/>
                    </a:cubicBezTo>
                    <a:lnTo>
                      <a:pt x="45410" y="0"/>
                    </a:lnTo>
                    <a:cubicBezTo>
                      <a:pt x="47904" y="0"/>
                      <a:pt x="48320" y="1039"/>
                      <a:pt x="47904" y="2494"/>
                    </a:cubicBezTo>
                    <a:lnTo>
                      <a:pt x="46865" y="8313"/>
                    </a:lnTo>
                    <a:cubicBezTo>
                      <a:pt x="46657" y="9975"/>
                      <a:pt x="45410" y="10807"/>
                      <a:pt x="43540" y="10807"/>
                    </a:cubicBezTo>
                    <a:lnTo>
                      <a:pt x="43124" y="10807"/>
                    </a:lnTo>
                    <a:cubicBezTo>
                      <a:pt x="35019" y="10807"/>
                      <a:pt x="29824" y="12261"/>
                      <a:pt x="22966" y="16625"/>
                    </a:cubicBezTo>
                    <a:lnTo>
                      <a:pt x="12575" y="758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3" name="Google Shape;333;p9"/>
              <p:cNvSpPr/>
              <p:nvPr/>
            </p:nvSpPr>
            <p:spPr>
              <a:xfrm>
                <a:off x="7169582" y="-942530"/>
                <a:ext cx="64446" cy="78763"/>
              </a:xfrm>
              <a:custGeom>
                <a:avLst/>
                <a:gdLst/>
                <a:ahLst/>
                <a:cxnLst/>
                <a:rect l="l" t="t" r="r" b="b"/>
                <a:pathLst>
                  <a:path w="64446" h="78763" extrusionOk="0">
                    <a:moveTo>
                      <a:pt x="64031" y="3325"/>
                    </a:moveTo>
                    <a:lnTo>
                      <a:pt x="34521" y="67541"/>
                    </a:lnTo>
                    <a:cubicBezTo>
                      <a:pt x="30364" y="76477"/>
                      <a:pt x="24545" y="78763"/>
                      <a:pt x="18726" y="78763"/>
                    </a:cubicBezTo>
                    <a:cubicBezTo>
                      <a:pt x="12907" y="78763"/>
                      <a:pt x="7920" y="76477"/>
                      <a:pt x="6881" y="67541"/>
                    </a:cubicBezTo>
                    <a:lnTo>
                      <a:pt x="23" y="3325"/>
                    </a:lnTo>
                    <a:cubicBezTo>
                      <a:pt x="-185" y="831"/>
                      <a:pt x="1062" y="0"/>
                      <a:pt x="2724" y="0"/>
                    </a:cubicBezTo>
                    <a:lnTo>
                      <a:pt x="9998" y="0"/>
                    </a:lnTo>
                    <a:cubicBezTo>
                      <a:pt x="11037" y="0"/>
                      <a:pt x="12076" y="831"/>
                      <a:pt x="12284" y="2702"/>
                    </a:cubicBezTo>
                    <a:lnTo>
                      <a:pt x="17272" y="64216"/>
                    </a:lnTo>
                    <a:cubicBezTo>
                      <a:pt x="17479" y="67749"/>
                      <a:pt x="18519" y="68580"/>
                      <a:pt x="19973" y="68580"/>
                    </a:cubicBezTo>
                    <a:cubicBezTo>
                      <a:pt x="21220" y="68580"/>
                      <a:pt x="22467" y="67749"/>
                      <a:pt x="24130" y="64216"/>
                    </a:cubicBezTo>
                    <a:lnTo>
                      <a:pt x="50938" y="2702"/>
                    </a:lnTo>
                    <a:cubicBezTo>
                      <a:pt x="51769" y="831"/>
                      <a:pt x="52601" y="0"/>
                      <a:pt x="54679" y="0"/>
                    </a:cubicBezTo>
                    <a:lnTo>
                      <a:pt x="62576" y="0"/>
                    </a:lnTo>
                    <a:cubicBezTo>
                      <a:pt x="63823" y="0"/>
                      <a:pt x="64446" y="623"/>
                      <a:pt x="64446" y="1663"/>
                    </a:cubicBezTo>
                    <a:cubicBezTo>
                      <a:pt x="64446" y="2286"/>
                      <a:pt x="64446" y="2909"/>
                      <a:pt x="64031" y="332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4" name="Google Shape;334;p9"/>
              <p:cNvSpPr/>
              <p:nvPr/>
            </p:nvSpPr>
            <p:spPr>
              <a:xfrm>
                <a:off x="7233981" y="-972040"/>
                <a:ext cx="30852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30852" h="107442" extrusionOk="0">
                    <a:moveTo>
                      <a:pt x="22908" y="29510"/>
                    </a:moveTo>
                    <a:cubicBezTo>
                      <a:pt x="24571" y="29510"/>
                      <a:pt x="25610" y="30134"/>
                      <a:pt x="25194" y="32420"/>
                    </a:cubicBezTo>
                    <a:lnTo>
                      <a:pt x="12517" y="104533"/>
                    </a:lnTo>
                    <a:cubicBezTo>
                      <a:pt x="12309" y="106195"/>
                      <a:pt x="11478" y="107442"/>
                      <a:pt x="9192" y="107442"/>
                    </a:cubicBezTo>
                    <a:lnTo>
                      <a:pt x="2334" y="107442"/>
                    </a:lnTo>
                    <a:cubicBezTo>
                      <a:pt x="256" y="107442"/>
                      <a:pt x="-160" y="105987"/>
                      <a:pt x="48" y="104533"/>
                    </a:cubicBezTo>
                    <a:lnTo>
                      <a:pt x="12725" y="32420"/>
                    </a:lnTo>
                    <a:cubicBezTo>
                      <a:pt x="13140" y="29926"/>
                      <a:pt x="14595" y="29510"/>
                      <a:pt x="16050" y="29510"/>
                    </a:cubicBezTo>
                    <a:lnTo>
                      <a:pt x="22908" y="29510"/>
                    </a:lnTo>
                    <a:close/>
                    <a:moveTo>
                      <a:pt x="28519" y="0"/>
                    </a:moveTo>
                    <a:cubicBezTo>
                      <a:pt x="30597" y="0"/>
                      <a:pt x="31013" y="831"/>
                      <a:pt x="30805" y="2909"/>
                    </a:cubicBezTo>
                    <a:lnTo>
                      <a:pt x="28727" y="14339"/>
                    </a:lnTo>
                    <a:cubicBezTo>
                      <a:pt x="28311" y="16418"/>
                      <a:pt x="27688" y="17249"/>
                      <a:pt x="25402" y="17249"/>
                    </a:cubicBezTo>
                    <a:lnTo>
                      <a:pt x="18128" y="17249"/>
                    </a:lnTo>
                    <a:cubicBezTo>
                      <a:pt x="16050" y="17249"/>
                      <a:pt x="15634" y="15794"/>
                      <a:pt x="15842" y="14339"/>
                    </a:cubicBezTo>
                    <a:lnTo>
                      <a:pt x="17920" y="2909"/>
                    </a:lnTo>
                    <a:cubicBezTo>
                      <a:pt x="18128" y="1455"/>
                      <a:pt x="19167" y="0"/>
                      <a:pt x="21245" y="0"/>
                    </a:cubicBezTo>
                    <a:lnTo>
                      <a:pt x="285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5" name="Google Shape;335;p9"/>
              <p:cNvSpPr/>
              <p:nvPr/>
            </p:nvSpPr>
            <p:spPr>
              <a:xfrm>
                <a:off x="7265617" y="-943985"/>
                <a:ext cx="58604" cy="105779"/>
              </a:xfrm>
              <a:custGeom>
                <a:avLst/>
                <a:gdLst/>
                <a:ahLst/>
                <a:cxnLst/>
                <a:rect l="l" t="t" r="r" b="b"/>
                <a:pathLst>
                  <a:path w="58604" h="105779" extrusionOk="0">
                    <a:moveTo>
                      <a:pt x="58397" y="4988"/>
                    </a:moveTo>
                    <a:lnTo>
                      <a:pt x="57566" y="10183"/>
                    </a:lnTo>
                    <a:cubicBezTo>
                      <a:pt x="57358" y="11638"/>
                      <a:pt x="55903" y="12261"/>
                      <a:pt x="54656" y="12261"/>
                    </a:cubicBezTo>
                    <a:lnTo>
                      <a:pt x="54241" y="12261"/>
                    </a:lnTo>
                    <a:cubicBezTo>
                      <a:pt x="48214" y="11638"/>
                      <a:pt x="43850" y="11222"/>
                      <a:pt x="36992" y="11222"/>
                    </a:cubicBezTo>
                    <a:cubicBezTo>
                      <a:pt x="25769" y="11222"/>
                      <a:pt x="17457" y="20158"/>
                      <a:pt x="14963" y="34706"/>
                    </a:cubicBezTo>
                    <a:lnTo>
                      <a:pt x="13092" y="45720"/>
                    </a:lnTo>
                    <a:cubicBezTo>
                      <a:pt x="12469" y="49045"/>
                      <a:pt x="12261" y="51747"/>
                      <a:pt x="12261" y="54241"/>
                    </a:cubicBezTo>
                    <a:cubicBezTo>
                      <a:pt x="12261" y="65047"/>
                      <a:pt x="17249" y="69203"/>
                      <a:pt x="26601" y="69203"/>
                    </a:cubicBezTo>
                    <a:cubicBezTo>
                      <a:pt x="33459" y="69203"/>
                      <a:pt x="38239" y="68996"/>
                      <a:pt x="44473" y="68164"/>
                    </a:cubicBezTo>
                    <a:lnTo>
                      <a:pt x="44889" y="68164"/>
                    </a:lnTo>
                    <a:cubicBezTo>
                      <a:pt x="45928" y="68164"/>
                      <a:pt x="46967" y="68788"/>
                      <a:pt x="46967" y="69827"/>
                    </a:cubicBezTo>
                    <a:lnTo>
                      <a:pt x="46967" y="70243"/>
                    </a:lnTo>
                    <a:lnTo>
                      <a:pt x="46136" y="75438"/>
                    </a:lnTo>
                    <a:cubicBezTo>
                      <a:pt x="45928" y="77516"/>
                      <a:pt x="45097" y="78140"/>
                      <a:pt x="42810" y="78555"/>
                    </a:cubicBezTo>
                    <a:cubicBezTo>
                      <a:pt x="38031" y="79387"/>
                      <a:pt x="31588" y="80010"/>
                      <a:pt x="24730" y="80010"/>
                    </a:cubicBezTo>
                    <a:cubicBezTo>
                      <a:pt x="8105" y="80010"/>
                      <a:pt x="0" y="68580"/>
                      <a:pt x="0" y="53409"/>
                    </a:cubicBezTo>
                    <a:cubicBezTo>
                      <a:pt x="0" y="50915"/>
                      <a:pt x="208" y="48214"/>
                      <a:pt x="623" y="45512"/>
                    </a:cubicBezTo>
                    <a:lnTo>
                      <a:pt x="2494" y="34498"/>
                    </a:lnTo>
                    <a:cubicBezTo>
                      <a:pt x="6235" y="11638"/>
                      <a:pt x="19535" y="0"/>
                      <a:pt x="38654" y="0"/>
                    </a:cubicBezTo>
                    <a:cubicBezTo>
                      <a:pt x="45304" y="0"/>
                      <a:pt x="51539" y="623"/>
                      <a:pt x="56111" y="1663"/>
                    </a:cubicBezTo>
                    <a:cubicBezTo>
                      <a:pt x="57773" y="1870"/>
                      <a:pt x="58605" y="2494"/>
                      <a:pt x="58605" y="3741"/>
                    </a:cubicBezTo>
                    <a:cubicBezTo>
                      <a:pt x="58605" y="3949"/>
                      <a:pt x="58605" y="4364"/>
                      <a:pt x="58605" y="4780"/>
                    </a:cubicBezTo>
                    <a:moveTo>
                      <a:pt x="31588" y="85829"/>
                    </a:moveTo>
                    <a:lnTo>
                      <a:pt x="12261" y="103701"/>
                    </a:lnTo>
                    <a:cubicBezTo>
                      <a:pt x="10807" y="105156"/>
                      <a:pt x="10183" y="105779"/>
                      <a:pt x="8728" y="105779"/>
                    </a:cubicBezTo>
                    <a:lnTo>
                      <a:pt x="1039" y="105779"/>
                    </a:lnTo>
                    <a:cubicBezTo>
                      <a:pt x="1039" y="105779"/>
                      <a:pt x="0" y="105572"/>
                      <a:pt x="0" y="104948"/>
                    </a:cubicBezTo>
                    <a:cubicBezTo>
                      <a:pt x="0" y="104533"/>
                      <a:pt x="208" y="103909"/>
                      <a:pt x="831" y="103493"/>
                    </a:cubicBezTo>
                    <a:lnTo>
                      <a:pt x="17665" y="85829"/>
                    </a:lnTo>
                    <a:cubicBezTo>
                      <a:pt x="19327" y="84374"/>
                      <a:pt x="19743" y="83751"/>
                      <a:pt x="21613" y="83751"/>
                    </a:cubicBezTo>
                    <a:lnTo>
                      <a:pt x="30965" y="83751"/>
                    </a:lnTo>
                    <a:cubicBezTo>
                      <a:pt x="30965" y="83751"/>
                      <a:pt x="32420" y="83959"/>
                      <a:pt x="32420" y="84582"/>
                    </a:cubicBezTo>
                    <a:cubicBezTo>
                      <a:pt x="32420" y="84790"/>
                      <a:pt x="32420" y="85205"/>
                      <a:pt x="31796" y="8582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6" name="Google Shape;336;p9"/>
              <p:cNvSpPr/>
              <p:nvPr/>
            </p:nvSpPr>
            <p:spPr>
              <a:xfrm>
                <a:off x="7321312" y="-943569"/>
                <a:ext cx="66501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66501" h="79802" extrusionOk="0">
                    <a:moveTo>
                      <a:pt x="65463" y="34498"/>
                    </a:moveTo>
                    <a:lnTo>
                      <a:pt x="63592" y="45304"/>
                    </a:lnTo>
                    <a:cubicBezTo>
                      <a:pt x="59852" y="66710"/>
                      <a:pt x="48214" y="79802"/>
                      <a:pt x="25977" y="79802"/>
                    </a:cubicBezTo>
                    <a:cubicBezTo>
                      <a:pt x="8936" y="79802"/>
                      <a:pt x="0" y="68788"/>
                      <a:pt x="0" y="52994"/>
                    </a:cubicBezTo>
                    <a:cubicBezTo>
                      <a:pt x="0" y="50500"/>
                      <a:pt x="208" y="47798"/>
                      <a:pt x="831" y="45304"/>
                    </a:cubicBezTo>
                    <a:lnTo>
                      <a:pt x="2702" y="34498"/>
                    </a:lnTo>
                    <a:cubicBezTo>
                      <a:pt x="6650" y="11638"/>
                      <a:pt x="19119" y="0"/>
                      <a:pt x="40317" y="0"/>
                    </a:cubicBezTo>
                    <a:cubicBezTo>
                      <a:pt x="57773" y="0"/>
                      <a:pt x="66502" y="11014"/>
                      <a:pt x="66502" y="26601"/>
                    </a:cubicBezTo>
                    <a:cubicBezTo>
                      <a:pt x="66502" y="29095"/>
                      <a:pt x="66294" y="31796"/>
                      <a:pt x="65878" y="34498"/>
                    </a:cubicBezTo>
                    <a:moveTo>
                      <a:pt x="38031" y="10807"/>
                    </a:moveTo>
                    <a:cubicBezTo>
                      <a:pt x="25769" y="10807"/>
                      <a:pt x="17249" y="19951"/>
                      <a:pt x="14755" y="34498"/>
                    </a:cubicBezTo>
                    <a:lnTo>
                      <a:pt x="12885" y="45304"/>
                    </a:lnTo>
                    <a:cubicBezTo>
                      <a:pt x="12261" y="48422"/>
                      <a:pt x="12053" y="51123"/>
                      <a:pt x="12053" y="53617"/>
                    </a:cubicBezTo>
                    <a:cubicBezTo>
                      <a:pt x="12053" y="63592"/>
                      <a:pt x="16626" y="68996"/>
                      <a:pt x="27640" y="68996"/>
                    </a:cubicBezTo>
                    <a:cubicBezTo>
                      <a:pt x="40109" y="68996"/>
                      <a:pt x="48630" y="59228"/>
                      <a:pt x="50915" y="45304"/>
                    </a:cubicBezTo>
                    <a:lnTo>
                      <a:pt x="52786" y="34498"/>
                    </a:lnTo>
                    <a:cubicBezTo>
                      <a:pt x="53409" y="31588"/>
                      <a:pt x="53409" y="28887"/>
                      <a:pt x="53409" y="26393"/>
                    </a:cubicBezTo>
                    <a:cubicBezTo>
                      <a:pt x="53409" y="16210"/>
                      <a:pt x="48837" y="10807"/>
                      <a:pt x="37823" y="10807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9"/>
              <p:cNvSpPr/>
              <p:nvPr/>
            </p:nvSpPr>
            <p:spPr>
              <a:xfrm>
                <a:off x="7428528" y="-969962"/>
                <a:ext cx="91873" cy="105155"/>
              </a:xfrm>
              <a:custGeom>
                <a:avLst/>
                <a:gdLst/>
                <a:ahLst/>
                <a:cxnLst/>
                <a:rect l="l" t="t" r="r" b="b"/>
                <a:pathLst>
                  <a:path w="91873" h="105155" extrusionOk="0">
                    <a:moveTo>
                      <a:pt x="79405" y="2702"/>
                    </a:moveTo>
                    <a:cubicBezTo>
                      <a:pt x="79612" y="1247"/>
                      <a:pt x="80236" y="0"/>
                      <a:pt x="82314" y="0"/>
                    </a:cubicBezTo>
                    <a:lnTo>
                      <a:pt x="89795" y="0"/>
                    </a:lnTo>
                    <a:cubicBezTo>
                      <a:pt x="91250" y="0"/>
                      <a:pt x="91874" y="1039"/>
                      <a:pt x="91874" y="2078"/>
                    </a:cubicBezTo>
                    <a:lnTo>
                      <a:pt x="91874" y="2702"/>
                    </a:lnTo>
                    <a:lnTo>
                      <a:pt x="74417" y="101000"/>
                    </a:lnTo>
                    <a:cubicBezTo>
                      <a:pt x="74001" y="103286"/>
                      <a:pt x="73378" y="105156"/>
                      <a:pt x="69637" y="105156"/>
                    </a:cubicBezTo>
                    <a:lnTo>
                      <a:pt x="61532" y="105156"/>
                    </a:lnTo>
                    <a:cubicBezTo>
                      <a:pt x="58623" y="105156"/>
                      <a:pt x="57999" y="104325"/>
                      <a:pt x="57376" y="102870"/>
                    </a:cubicBezTo>
                    <a:lnTo>
                      <a:pt x="27658" y="19743"/>
                    </a:lnTo>
                    <a:lnTo>
                      <a:pt x="27658" y="19327"/>
                    </a:lnTo>
                    <a:cubicBezTo>
                      <a:pt x="27658" y="19327"/>
                      <a:pt x="27034" y="19327"/>
                      <a:pt x="27034" y="19743"/>
                    </a:cubicBezTo>
                    <a:lnTo>
                      <a:pt x="12487" y="102454"/>
                    </a:lnTo>
                    <a:cubicBezTo>
                      <a:pt x="12279" y="103909"/>
                      <a:pt x="11032" y="105156"/>
                      <a:pt x="9578" y="105156"/>
                    </a:cubicBezTo>
                    <a:lnTo>
                      <a:pt x="1473" y="105156"/>
                    </a:lnTo>
                    <a:cubicBezTo>
                      <a:pt x="1473" y="105156"/>
                      <a:pt x="-190" y="104740"/>
                      <a:pt x="18" y="103493"/>
                    </a:cubicBezTo>
                    <a:lnTo>
                      <a:pt x="17682" y="3949"/>
                    </a:lnTo>
                    <a:cubicBezTo>
                      <a:pt x="18098" y="1663"/>
                      <a:pt x="19345" y="0"/>
                      <a:pt x="22462" y="0"/>
                    </a:cubicBezTo>
                    <a:lnTo>
                      <a:pt x="29320" y="0"/>
                    </a:lnTo>
                    <a:cubicBezTo>
                      <a:pt x="33269" y="0"/>
                      <a:pt x="33892" y="623"/>
                      <a:pt x="34516" y="2909"/>
                    </a:cubicBezTo>
                    <a:lnTo>
                      <a:pt x="64026" y="84790"/>
                    </a:lnTo>
                    <a:cubicBezTo>
                      <a:pt x="64026" y="84790"/>
                      <a:pt x="64442" y="86037"/>
                      <a:pt x="64649" y="86037"/>
                    </a:cubicBezTo>
                    <a:cubicBezTo>
                      <a:pt x="64649" y="86037"/>
                      <a:pt x="64857" y="85829"/>
                      <a:pt x="65065" y="84790"/>
                    </a:cubicBezTo>
                    <a:lnTo>
                      <a:pt x="79612" y="270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9"/>
              <p:cNvSpPr/>
              <p:nvPr/>
            </p:nvSpPr>
            <p:spPr>
              <a:xfrm>
                <a:off x="7520194" y="-943361"/>
                <a:ext cx="67601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67601" h="80010" extrusionOk="0">
                    <a:moveTo>
                      <a:pt x="65047" y="3117"/>
                    </a:moveTo>
                    <a:cubicBezTo>
                      <a:pt x="67541" y="3741"/>
                      <a:pt x="67749" y="4572"/>
                      <a:pt x="67541" y="6442"/>
                    </a:cubicBezTo>
                    <a:lnTo>
                      <a:pt x="55280" y="76061"/>
                    </a:lnTo>
                    <a:cubicBezTo>
                      <a:pt x="55072" y="77516"/>
                      <a:pt x="54241" y="78971"/>
                      <a:pt x="51955" y="78971"/>
                    </a:cubicBezTo>
                    <a:lnTo>
                      <a:pt x="46344" y="78971"/>
                    </a:lnTo>
                    <a:cubicBezTo>
                      <a:pt x="44265" y="78971"/>
                      <a:pt x="43850" y="77932"/>
                      <a:pt x="44265" y="75854"/>
                    </a:cubicBezTo>
                    <a:lnTo>
                      <a:pt x="44889" y="71489"/>
                    </a:lnTo>
                    <a:cubicBezTo>
                      <a:pt x="36576" y="77516"/>
                      <a:pt x="31588" y="80010"/>
                      <a:pt x="22029" y="80010"/>
                    </a:cubicBezTo>
                    <a:cubicBezTo>
                      <a:pt x="9975" y="80010"/>
                      <a:pt x="0" y="72321"/>
                      <a:pt x="0" y="54864"/>
                    </a:cubicBezTo>
                    <a:cubicBezTo>
                      <a:pt x="0" y="52162"/>
                      <a:pt x="208" y="49461"/>
                      <a:pt x="831" y="46343"/>
                    </a:cubicBezTo>
                    <a:lnTo>
                      <a:pt x="3325" y="32212"/>
                    </a:lnTo>
                    <a:cubicBezTo>
                      <a:pt x="7689" y="7689"/>
                      <a:pt x="23068" y="0"/>
                      <a:pt x="40109" y="0"/>
                    </a:cubicBezTo>
                    <a:cubicBezTo>
                      <a:pt x="48630" y="0"/>
                      <a:pt x="57566" y="1455"/>
                      <a:pt x="64839" y="3325"/>
                    </a:cubicBezTo>
                    <a:moveTo>
                      <a:pt x="40317" y="10183"/>
                    </a:moveTo>
                    <a:cubicBezTo>
                      <a:pt x="25769" y="10183"/>
                      <a:pt x="18288" y="18288"/>
                      <a:pt x="15586" y="33251"/>
                    </a:cubicBezTo>
                    <a:lnTo>
                      <a:pt x="13092" y="47798"/>
                    </a:lnTo>
                    <a:cubicBezTo>
                      <a:pt x="12677" y="49876"/>
                      <a:pt x="12469" y="52162"/>
                      <a:pt x="12469" y="54241"/>
                    </a:cubicBezTo>
                    <a:cubicBezTo>
                      <a:pt x="12469" y="65255"/>
                      <a:pt x="18080" y="68996"/>
                      <a:pt x="24730" y="68996"/>
                    </a:cubicBezTo>
                    <a:cubicBezTo>
                      <a:pt x="31381" y="68996"/>
                      <a:pt x="37407" y="66086"/>
                      <a:pt x="45304" y="60683"/>
                    </a:cubicBezTo>
                    <a:lnTo>
                      <a:pt x="54033" y="11430"/>
                    </a:lnTo>
                    <a:cubicBezTo>
                      <a:pt x="50292" y="10807"/>
                      <a:pt x="46136" y="9975"/>
                      <a:pt x="40317" y="99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9"/>
              <p:cNvSpPr/>
              <p:nvPr/>
            </p:nvSpPr>
            <p:spPr>
              <a:xfrm>
                <a:off x="7593346" y="-943777"/>
                <a:ext cx="58479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58479" h="79802" extrusionOk="0">
                    <a:moveTo>
                      <a:pt x="14755" y="34498"/>
                    </a:moveTo>
                    <a:lnTo>
                      <a:pt x="12885" y="45512"/>
                    </a:lnTo>
                    <a:cubicBezTo>
                      <a:pt x="12261" y="48837"/>
                      <a:pt x="12053" y="51331"/>
                      <a:pt x="12053" y="54033"/>
                    </a:cubicBezTo>
                    <a:cubicBezTo>
                      <a:pt x="12053" y="64839"/>
                      <a:pt x="17249" y="68996"/>
                      <a:pt x="26393" y="68996"/>
                    </a:cubicBezTo>
                    <a:cubicBezTo>
                      <a:pt x="33251" y="68996"/>
                      <a:pt x="38031" y="68788"/>
                      <a:pt x="44265" y="67957"/>
                    </a:cubicBezTo>
                    <a:cubicBezTo>
                      <a:pt x="46551" y="67541"/>
                      <a:pt x="47175" y="68580"/>
                      <a:pt x="46759" y="70035"/>
                    </a:cubicBezTo>
                    <a:lnTo>
                      <a:pt x="45928" y="75230"/>
                    </a:lnTo>
                    <a:cubicBezTo>
                      <a:pt x="45720" y="77308"/>
                      <a:pt x="44889" y="77932"/>
                      <a:pt x="42603" y="78347"/>
                    </a:cubicBezTo>
                    <a:cubicBezTo>
                      <a:pt x="38031" y="79179"/>
                      <a:pt x="31380" y="79802"/>
                      <a:pt x="24730" y="79802"/>
                    </a:cubicBezTo>
                    <a:cubicBezTo>
                      <a:pt x="8105" y="79802"/>
                      <a:pt x="0" y="68372"/>
                      <a:pt x="0" y="53201"/>
                    </a:cubicBezTo>
                    <a:cubicBezTo>
                      <a:pt x="0" y="50708"/>
                      <a:pt x="208" y="48006"/>
                      <a:pt x="623" y="45512"/>
                    </a:cubicBezTo>
                    <a:lnTo>
                      <a:pt x="2494" y="34498"/>
                    </a:lnTo>
                    <a:cubicBezTo>
                      <a:pt x="6234" y="11638"/>
                      <a:pt x="19327" y="0"/>
                      <a:pt x="38654" y="0"/>
                    </a:cubicBezTo>
                    <a:cubicBezTo>
                      <a:pt x="45097" y="0"/>
                      <a:pt x="51539" y="623"/>
                      <a:pt x="56111" y="1663"/>
                    </a:cubicBezTo>
                    <a:cubicBezTo>
                      <a:pt x="58605" y="2078"/>
                      <a:pt x="58605" y="2909"/>
                      <a:pt x="58397" y="4780"/>
                    </a:cubicBezTo>
                    <a:lnTo>
                      <a:pt x="57566" y="9767"/>
                    </a:lnTo>
                    <a:cubicBezTo>
                      <a:pt x="57358" y="11430"/>
                      <a:pt x="56734" y="12261"/>
                      <a:pt x="54240" y="11846"/>
                    </a:cubicBezTo>
                    <a:cubicBezTo>
                      <a:pt x="48214" y="11222"/>
                      <a:pt x="43849" y="10807"/>
                      <a:pt x="36992" y="10807"/>
                    </a:cubicBezTo>
                    <a:cubicBezTo>
                      <a:pt x="25769" y="10807"/>
                      <a:pt x="17457" y="19743"/>
                      <a:pt x="14963" y="3429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9"/>
              <p:cNvSpPr/>
              <p:nvPr/>
            </p:nvSpPr>
            <p:spPr>
              <a:xfrm>
                <a:off x="7652526" y="-972040"/>
                <a:ext cx="30852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30852" h="107442" extrusionOk="0">
                    <a:moveTo>
                      <a:pt x="22908" y="29510"/>
                    </a:moveTo>
                    <a:cubicBezTo>
                      <a:pt x="24571" y="29510"/>
                      <a:pt x="25610" y="30134"/>
                      <a:pt x="25194" y="32420"/>
                    </a:cubicBezTo>
                    <a:lnTo>
                      <a:pt x="12517" y="104533"/>
                    </a:lnTo>
                    <a:cubicBezTo>
                      <a:pt x="12309" y="106195"/>
                      <a:pt x="11478" y="107442"/>
                      <a:pt x="9192" y="107442"/>
                    </a:cubicBezTo>
                    <a:lnTo>
                      <a:pt x="2334" y="107442"/>
                    </a:lnTo>
                    <a:cubicBezTo>
                      <a:pt x="256" y="107442"/>
                      <a:pt x="-160" y="105987"/>
                      <a:pt x="48" y="104533"/>
                    </a:cubicBezTo>
                    <a:lnTo>
                      <a:pt x="12725" y="32420"/>
                    </a:lnTo>
                    <a:cubicBezTo>
                      <a:pt x="13140" y="29926"/>
                      <a:pt x="14595" y="29510"/>
                      <a:pt x="16050" y="29510"/>
                    </a:cubicBezTo>
                    <a:lnTo>
                      <a:pt x="22908" y="29510"/>
                    </a:lnTo>
                    <a:close/>
                    <a:moveTo>
                      <a:pt x="28519" y="0"/>
                    </a:moveTo>
                    <a:cubicBezTo>
                      <a:pt x="30597" y="0"/>
                      <a:pt x="31013" y="831"/>
                      <a:pt x="30805" y="2909"/>
                    </a:cubicBezTo>
                    <a:lnTo>
                      <a:pt x="28727" y="14339"/>
                    </a:lnTo>
                    <a:cubicBezTo>
                      <a:pt x="28311" y="16418"/>
                      <a:pt x="27688" y="17249"/>
                      <a:pt x="25402" y="17249"/>
                    </a:cubicBezTo>
                    <a:lnTo>
                      <a:pt x="18128" y="17249"/>
                    </a:lnTo>
                    <a:cubicBezTo>
                      <a:pt x="16050" y="17249"/>
                      <a:pt x="15634" y="15794"/>
                      <a:pt x="15842" y="14339"/>
                    </a:cubicBezTo>
                    <a:lnTo>
                      <a:pt x="17712" y="2909"/>
                    </a:lnTo>
                    <a:cubicBezTo>
                      <a:pt x="17920" y="1455"/>
                      <a:pt x="18959" y="0"/>
                      <a:pt x="21037" y="0"/>
                    </a:cubicBezTo>
                    <a:lnTo>
                      <a:pt x="2831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9"/>
              <p:cNvSpPr/>
              <p:nvPr/>
            </p:nvSpPr>
            <p:spPr>
              <a:xfrm>
                <a:off x="7684578" y="-943569"/>
                <a:ext cx="66293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66293" h="79802" extrusionOk="0">
                    <a:moveTo>
                      <a:pt x="65463" y="34498"/>
                    </a:moveTo>
                    <a:lnTo>
                      <a:pt x="63592" y="45304"/>
                    </a:lnTo>
                    <a:cubicBezTo>
                      <a:pt x="59852" y="66710"/>
                      <a:pt x="48214" y="79802"/>
                      <a:pt x="25977" y="79802"/>
                    </a:cubicBezTo>
                    <a:cubicBezTo>
                      <a:pt x="8936" y="79802"/>
                      <a:pt x="0" y="68788"/>
                      <a:pt x="0" y="52994"/>
                    </a:cubicBezTo>
                    <a:cubicBezTo>
                      <a:pt x="0" y="50500"/>
                      <a:pt x="208" y="47798"/>
                      <a:pt x="623" y="45304"/>
                    </a:cubicBezTo>
                    <a:lnTo>
                      <a:pt x="2494" y="34498"/>
                    </a:lnTo>
                    <a:cubicBezTo>
                      <a:pt x="6442" y="11638"/>
                      <a:pt x="18911" y="0"/>
                      <a:pt x="40109" y="0"/>
                    </a:cubicBezTo>
                    <a:cubicBezTo>
                      <a:pt x="57566" y="0"/>
                      <a:pt x="66294" y="11014"/>
                      <a:pt x="66294" y="26601"/>
                    </a:cubicBezTo>
                    <a:cubicBezTo>
                      <a:pt x="66294" y="29095"/>
                      <a:pt x="66086" y="31796"/>
                      <a:pt x="65670" y="34498"/>
                    </a:cubicBezTo>
                    <a:moveTo>
                      <a:pt x="38238" y="10807"/>
                    </a:moveTo>
                    <a:cubicBezTo>
                      <a:pt x="25977" y="10807"/>
                      <a:pt x="17457" y="19951"/>
                      <a:pt x="14963" y="34498"/>
                    </a:cubicBezTo>
                    <a:lnTo>
                      <a:pt x="13092" y="45304"/>
                    </a:lnTo>
                    <a:cubicBezTo>
                      <a:pt x="12469" y="48422"/>
                      <a:pt x="12261" y="51123"/>
                      <a:pt x="12261" y="53617"/>
                    </a:cubicBezTo>
                    <a:cubicBezTo>
                      <a:pt x="12261" y="63592"/>
                      <a:pt x="16833" y="68996"/>
                      <a:pt x="27848" y="68996"/>
                    </a:cubicBezTo>
                    <a:cubicBezTo>
                      <a:pt x="40317" y="68996"/>
                      <a:pt x="48837" y="59228"/>
                      <a:pt x="51123" y="45304"/>
                    </a:cubicBezTo>
                    <a:lnTo>
                      <a:pt x="52994" y="34498"/>
                    </a:lnTo>
                    <a:cubicBezTo>
                      <a:pt x="53617" y="31588"/>
                      <a:pt x="53617" y="28887"/>
                      <a:pt x="53617" y="26393"/>
                    </a:cubicBezTo>
                    <a:cubicBezTo>
                      <a:pt x="53617" y="16210"/>
                      <a:pt x="49045" y="10807"/>
                      <a:pt x="38031" y="10807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9"/>
              <p:cNvSpPr/>
              <p:nvPr/>
            </p:nvSpPr>
            <p:spPr>
              <a:xfrm>
                <a:off x="7755962" y="-943569"/>
                <a:ext cx="68893" cy="78970"/>
              </a:xfrm>
              <a:custGeom>
                <a:avLst/>
                <a:gdLst/>
                <a:ahLst/>
                <a:cxnLst/>
                <a:rect l="l" t="t" r="r" b="b"/>
                <a:pathLst>
                  <a:path w="68893" h="78970" extrusionOk="0">
                    <a:moveTo>
                      <a:pt x="67647" y="29510"/>
                    </a:moveTo>
                    <a:lnTo>
                      <a:pt x="59334" y="76061"/>
                    </a:lnTo>
                    <a:cubicBezTo>
                      <a:pt x="59126" y="77516"/>
                      <a:pt x="57464" y="78971"/>
                      <a:pt x="56009" y="78971"/>
                    </a:cubicBezTo>
                    <a:lnTo>
                      <a:pt x="49151" y="78971"/>
                    </a:lnTo>
                    <a:cubicBezTo>
                      <a:pt x="47488" y="78971"/>
                      <a:pt x="46657" y="77516"/>
                      <a:pt x="46865" y="76061"/>
                    </a:cubicBezTo>
                    <a:lnTo>
                      <a:pt x="54970" y="29510"/>
                    </a:lnTo>
                    <a:cubicBezTo>
                      <a:pt x="55386" y="26809"/>
                      <a:pt x="55801" y="23899"/>
                      <a:pt x="55801" y="21613"/>
                    </a:cubicBezTo>
                    <a:cubicBezTo>
                      <a:pt x="55801" y="14755"/>
                      <a:pt x="52892" y="10807"/>
                      <a:pt x="42709" y="10807"/>
                    </a:cubicBezTo>
                    <a:cubicBezTo>
                      <a:pt x="37306" y="10807"/>
                      <a:pt x="31694" y="11846"/>
                      <a:pt x="22758" y="16210"/>
                    </a:cubicBezTo>
                    <a:lnTo>
                      <a:pt x="12367" y="76061"/>
                    </a:lnTo>
                    <a:cubicBezTo>
                      <a:pt x="12159" y="77516"/>
                      <a:pt x="10497" y="78971"/>
                      <a:pt x="9042" y="78971"/>
                    </a:cubicBezTo>
                    <a:lnTo>
                      <a:pt x="2184" y="78971"/>
                    </a:lnTo>
                    <a:cubicBezTo>
                      <a:pt x="522" y="78971"/>
                      <a:pt x="-310" y="77308"/>
                      <a:pt x="106" y="76061"/>
                    </a:cubicBezTo>
                    <a:lnTo>
                      <a:pt x="12783" y="3949"/>
                    </a:lnTo>
                    <a:cubicBezTo>
                      <a:pt x="12991" y="2286"/>
                      <a:pt x="13822" y="1039"/>
                      <a:pt x="16524" y="1039"/>
                    </a:cubicBezTo>
                    <a:lnTo>
                      <a:pt x="22550" y="1039"/>
                    </a:lnTo>
                    <a:cubicBezTo>
                      <a:pt x="24836" y="1039"/>
                      <a:pt x="25460" y="1870"/>
                      <a:pt x="25252" y="3949"/>
                    </a:cubicBezTo>
                    <a:lnTo>
                      <a:pt x="24836" y="6858"/>
                    </a:lnTo>
                    <a:cubicBezTo>
                      <a:pt x="31694" y="3117"/>
                      <a:pt x="37929" y="0"/>
                      <a:pt x="47696" y="0"/>
                    </a:cubicBezTo>
                    <a:cubicBezTo>
                      <a:pt x="62867" y="0"/>
                      <a:pt x="68894" y="9560"/>
                      <a:pt x="68894" y="21821"/>
                    </a:cubicBezTo>
                    <a:cubicBezTo>
                      <a:pt x="68894" y="24315"/>
                      <a:pt x="68686" y="27016"/>
                      <a:pt x="68270" y="2951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9"/>
              <p:cNvSpPr/>
              <p:nvPr/>
            </p:nvSpPr>
            <p:spPr>
              <a:xfrm>
                <a:off x="7831298" y="-943361"/>
                <a:ext cx="67601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67601" h="80010" extrusionOk="0">
                    <a:moveTo>
                      <a:pt x="65047" y="3117"/>
                    </a:moveTo>
                    <a:cubicBezTo>
                      <a:pt x="67541" y="3741"/>
                      <a:pt x="67749" y="4572"/>
                      <a:pt x="67541" y="6442"/>
                    </a:cubicBezTo>
                    <a:lnTo>
                      <a:pt x="55280" y="76061"/>
                    </a:lnTo>
                    <a:cubicBezTo>
                      <a:pt x="55072" y="77516"/>
                      <a:pt x="54241" y="78971"/>
                      <a:pt x="51955" y="78971"/>
                    </a:cubicBezTo>
                    <a:lnTo>
                      <a:pt x="46344" y="78971"/>
                    </a:lnTo>
                    <a:cubicBezTo>
                      <a:pt x="44265" y="78971"/>
                      <a:pt x="43850" y="77932"/>
                      <a:pt x="44265" y="75854"/>
                    </a:cubicBezTo>
                    <a:lnTo>
                      <a:pt x="44889" y="71489"/>
                    </a:lnTo>
                    <a:cubicBezTo>
                      <a:pt x="36576" y="77516"/>
                      <a:pt x="31588" y="80010"/>
                      <a:pt x="22029" y="80010"/>
                    </a:cubicBezTo>
                    <a:cubicBezTo>
                      <a:pt x="9976" y="80010"/>
                      <a:pt x="0" y="72321"/>
                      <a:pt x="0" y="54864"/>
                    </a:cubicBezTo>
                    <a:cubicBezTo>
                      <a:pt x="0" y="52162"/>
                      <a:pt x="208" y="49461"/>
                      <a:pt x="831" y="46343"/>
                    </a:cubicBezTo>
                    <a:lnTo>
                      <a:pt x="3325" y="32212"/>
                    </a:lnTo>
                    <a:cubicBezTo>
                      <a:pt x="7689" y="7689"/>
                      <a:pt x="23068" y="0"/>
                      <a:pt x="40109" y="0"/>
                    </a:cubicBezTo>
                    <a:cubicBezTo>
                      <a:pt x="48630" y="0"/>
                      <a:pt x="57566" y="1455"/>
                      <a:pt x="64839" y="3325"/>
                    </a:cubicBezTo>
                    <a:moveTo>
                      <a:pt x="40109" y="10183"/>
                    </a:moveTo>
                    <a:cubicBezTo>
                      <a:pt x="25562" y="10183"/>
                      <a:pt x="18080" y="18288"/>
                      <a:pt x="15379" y="33251"/>
                    </a:cubicBezTo>
                    <a:lnTo>
                      <a:pt x="12885" y="47798"/>
                    </a:lnTo>
                    <a:cubicBezTo>
                      <a:pt x="12469" y="49876"/>
                      <a:pt x="12262" y="52162"/>
                      <a:pt x="12262" y="54241"/>
                    </a:cubicBezTo>
                    <a:cubicBezTo>
                      <a:pt x="12262" y="65255"/>
                      <a:pt x="17872" y="68996"/>
                      <a:pt x="24523" y="68996"/>
                    </a:cubicBezTo>
                    <a:cubicBezTo>
                      <a:pt x="31173" y="68996"/>
                      <a:pt x="37200" y="66086"/>
                      <a:pt x="45097" y="60683"/>
                    </a:cubicBezTo>
                    <a:lnTo>
                      <a:pt x="53825" y="11430"/>
                    </a:lnTo>
                    <a:cubicBezTo>
                      <a:pt x="50084" y="10807"/>
                      <a:pt x="45928" y="9975"/>
                      <a:pt x="40109" y="99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9"/>
              <p:cNvSpPr/>
              <p:nvPr/>
            </p:nvSpPr>
            <p:spPr>
              <a:xfrm>
                <a:off x="7903372" y="-971209"/>
                <a:ext cx="30264" cy="106610"/>
              </a:xfrm>
              <a:custGeom>
                <a:avLst/>
                <a:gdLst/>
                <a:ahLst/>
                <a:cxnLst/>
                <a:rect l="l" t="t" r="r" b="b"/>
                <a:pathLst>
                  <a:path w="30264" h="106610" extrusionOk="0">
                    <a:moveTo>
                      <a:pt x="28094" y="0"/>
                    </a:moveTo>
                    <a:cubicBezTo>
                      <a:pt x="29549" y="0"/>
                      <a:pt x="30588" y="623"/>
                      <a:pt x="30172" y="2702"/>
                    </a:cubicBezTo>
                    <a:lnTo>
                      <a:pt x="12508" y="103701"/>
                    </a:lnTo>
                    <a:cubicBezTo>
                      <a:pt x="12300" y="105156"/>
                      <a:pt x="11677" y="106611"/>
                      <a:pt x="9391" y="106611"/>
                    </a:cubicBezTo>
                    <a:lnTo>
                      <a:pt x="2117" y="106611"/>
                    </a:lnTo>
                    <a:cubicBezTo>
                      <a:pt x="454" y="106611"/>
                      <a:pt x="-169" y="105156"/>
                      <a:pt x="39" y="103701"/>
                    </a:cubicBezTo>
                    <a:lnTo>
                      <a:pt x="17703" y="2702"/>
                    </a:lnTo>
                    <a:cubicBezTo>
                      <a:pt x="17911" y="1247"/>
                      <a:pt x="18742" y="0"/>
                      <a:pt x="20820" y="0"/>
                    </a:cubicBezTo>
                    <a:lnTo>
                      <a:pt x="280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9"/>
              <p:cNvSpPr/>
              <p:nvPr/>
            </p:nvSpPr>
            <p:spPr>
              <a:xfrm>
                <a:off x="6943083" y="-801422"/>
                <a:ext cx="72975" cy="107649"/>
              </a:xfrm>
              <a:custGeom>
                <a:avLst/>
                <a:gdLst/>
                <a:ahLst/>
                <a:cxnLst/>
                <a:rect l="l" t="t" r="r" b="b"/>
                <a:pathLst>
                  <a:path w="72975" h="107649" extrusionOk="0">
                    <a:moveTo>
                      <a:pt x="63592" y="0"/>
                    </a:moveTo>
                    <a:lnTo>
                      <a:pt x="70866" y="0"/>
                    </a:lnTo>
                    <a:cubicBezTo>
                      <a:pt x="72321" y="0"/>
                      <a:pt x="73152" y="623"/>
                      <a:pt x="72944" y="2702"/>
                    </a:cubicBezTo>
                    <a:lnTo>
                      <a:pt x="55487" y="101831"/>
                    </a:lnTo>
                    <a:cubicBezTo>
                      <a:pt x="55280" y="103701"/>
                      <a:pt x="54448" y="104740"/>
                      <a:pt x="51955" y="105156"/>
                    </a:cubicBezTo>
                    <a:cubicBezTo>
                      <a:pt x="42810" y="106819"/>
                      <a:pt x="34082" y="107650"/>
                      <a:pt x="25562" y="107650"/>
                    </a:cubicBezTo>
                    <a:cubicBezTo>
                      <a:pt x="8313" y="107650"/>
                      <a:pt x="0" y="97051"/>
                      <a:pt x="0" y="81673"/>
                    </a:cubicBezTo>
                    <a:cubicBezTo>
                      <a:pt x="0" y="78763"/>
                      <a:pt x="208" y="75854"/>
                      <a:pt x="831" y="72736"/>
                    </a:cubicBezTo>
                    <a:lnTo>
                      <a:pt x="2702" y="62553"/>
                    </a:lnTo>
                    <a:cubicBezTo>
                      <a:pt x="7066" y="38239"/>
                      <a:pt x="18911" y="27848"/>
                      <a:pt x="39693" y="27848"/>
                    </a:cubicBezTo>
                    <a:cubicBezTo>
                      <a:pt x="44057" y="27848"/>
                      <a:pt x="50708" y="28263"/>
                      <a:pt x="55903" y="29302"/>
                    </a:cubicBezTo>
                    <a:lnTo>
                      <a:pt x="60683" y="2909"/>
                    </a:lnTo>
                    <a:cubicBezTo>
                      <a:pt x="61098" y="1039"/>
                      <a:pt x="62345" y="208"/>
                      <a:pt x="64008" y="208"/>
                    </a:cubicBezTo>
                    <a:moveTo>
                      <a:pt x="37615" y="38446"/>
                    </a:moveTo>
                    <a:cubicBezTo>
                      <a:pt x="23691" y="38446"/>
                      <a:pt x="17457" y="48422"/>
                      <a:pt x="14963" y="62345"/>
                    </a:cubicBezTo>
                    <a:lnTo>
                      <a:pt x="13092" y="72529"/>
                    </a:lnTo>
                    <a:cubicBezTo>
                      <a:pt x="12469" y="75854"/>
                      <a:pt x="12053" y="78971"/>
                      <a:pt x="12053" y="81673"/>
                    </a:cubicBezTo>
                    <a:cubicBezTo>
                      <a:pt x="12053" y="91232"/>
                      <a:pt x="16210" y="96635"/>
                      <a:pt x="27224" y="96635"/>
                    </a:cubicBezTo>
                    <a:cubicBezTo>
                      <a:pt x="32004" y="96635"/>
                      <a:pt x="39070" y="96220"/>
                      <a:pt x="43850" y="95804"/>
                    </a:cubicBezTo>
                    <a:lnTo>
                      <a:pt x="53825" y="39693"/>
                    </a:lnTo>
                    <a:cubicBezTo>
                      <a:pt x="49253" y="38862"/>
                      <a:pt x="41979" y="38654"/>
                      <a:pt x="37615" y="3865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9"/>
              <p:cNvSpPr/>
              <p:nvPr/>
            </p:nvSpPr>
            <p:spPr>
              <a:xfrm>
                <a:off x="7016235" y="-773366"/>
                <a:ext cx="66086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66086" h="79802" extrusionOk="0">
                    <a:moveTo>
                      <a:pt x="65047" y="34498"/>
                    </a:moveTo>
                    <a:lnTo>
                      <a:pt x="64008" y="40525"/>
                    </a:lnTo>
                    <a:cubicBezTo>
                      <a:pt x="63592" y="42395"/>
                      <a:pt x="62969" y="43642"/>
                      <a:pt x="60891" y="43642"/>
                    </a:cubicBezTo>
                    <a:lnTo>
                      <a:pt x="13092" y="43642"/>
                    </a:lnTo>
                    <a:lnTo>
                      <a:pt x="13092" y="45304"/>
                    </a:lnTo>
                    <a:cubicBezTo>
                      <a:pt x="12261" y="48629"/>
                      <a:pt x="12053" y="51331"/>
                      <a:pt x="12053" y="54033"/>
                    </a:cubicBezTo>
                    <a:cubicBezTo>
                      <a:pt x="12053" y="64631"/>
                      <a:pt x="18704" y="69203"/>
                      <a:pt x="29510" y="69203"/>
                    </a:cubicBezTo>
                    <a:cubicBezTo>
                      <a:pt x="37615" y="69203"/>
                      <a:pt x="47383" y="68164"/>
                      <a:pt x="54033" y="67125"/>
                    </a:cubicBezTo>
                    <a:cubicBezTo>
                      <a:pt x="56111" y="66917"/>
                      <a:pt x="56942" y="67125"/>
                      <a:pt x="56734" y="69203"/>
                    </a:cubicBezTo>
                    <a:lnTo>
                      <a:pt x="55903" y="73983"/>
                    </a:lnTo>
                    <a:cubicBezTo>
                      <a:pt x="55695" y="76061"/>
                      <a:pt x="54864" y="76893"/>
                      <a:pt x="52578" y="77308"/>
                    </a:cubicBezTo>
                    <a:cubicBezTo>
                      <a:pt x="44265" y="78763"/>
                      <a:pt x="37199" y="79802"/>
                      <a:pt x="27848" y="79802"/>
                    </a:cubicBezTo>
                    <a:cubicBezTo>
                      <a:pt x="13924" y="79802"/>
                      <a:pt x="0" y="72736"/>
                      <a:pt x="0" y="53617"/>
                    </a:cubicBezTo>
                    <a:cubicBezTo>
                      <a:pt x="0" y="50915"/>
                      <a:pt x="208" y="48006"/>
                      <a:pt x="831" y="44889"/>
                    </a:cubicBezTo>
                    <a:lnTo>
                      <a:pt x="2702" y="34913"/>
                    </a:lnTo>
                    <a:cubicBezTo>
                      <a:pt x="6858" y="12469"/>
                      <a:pt x="20158" y="0"/>
                      <a:pt x="40109" y="0"/>
                    </a:cubicBezTo>
                    <a:cubicBezTo>
                      <a:pt x="57773" y="0"/>
                      <a:pt x="66086" y="11430"/>
                      <a:pt x="66086" y="26393"/>
                    </a:cubicBezTo>
                    <a:cubicBezTo>
                      <a:pt x="66086" y="29095"/>
                      <a:pt x="65878" y="31796"/>
                      <a:pt x="65255" y="34913"/>
                    </a:cubicBezTo>
                    <a:moveTo>
                      <a:pt x="38031" y="10391"/>
                    </a:moveTo>
                    <a:cubicBezTo>
                      <a:pt x="25769" y="10391"/>
                      <a:pt x="17457" y="20158"/>
                      <a:pt x="14963" y="33251"/>
                    </a:cubicBezTo>
                    <a:lnTo>
                      <a:pt x="14963" y="33874"/>
                    </a:lnTo>
                    <a:cubicBezTo>
                      <a:pt x="14963" y="33874"/>
                      <a:pt x="52370" y="33874"/>
                      <a:pt x="52370" y="33874"/>
                    </a:cubicBezTo>
                    <a:lnTo>
                      <a:pt x="52370" y="33251"/>
                    </a:lnTo>
                    <a:cubicBezTo>
                      <a:pt x="52994" y="30341"/>
                      <a:pt x="53409" y="27640"/>
                      <a:pt x="53409" y="25354"/>
                    </a:cubicBezTo>
                    <a:cubicBezTo>
                      <a:pt x="53409" y="15379"/>
                      <a:pt x="48214" y="10391"/>
                      <a:pt x="38031" y="1039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9"/>
              <p:cNvSpPr/>
              <p:nvPr/>
            </p:nvSpPr>
            <p:spPr>
              <a:xfrm>
                <a:off x="7116195" y="-801214"/>
                <a:ext cx="81256" cy="106195"/>
              </a:xfrm>
              <a:custGeom>
                <a:avLst/>
                <a:gdLst/>
                <a:ahLst/>
                <a:cxnLst/>
                <a:rect l="l" t="t" r="r" b="b"/>
                <a:pathLst>
                  <a:path w="81256" h="106195" extrusionOk="0">
                    <a:moveTo>
                      <a:pt x="79179" y="106195"/>
                    </a:moveTo>
                    <a:lnTo>
                      <a:pt x="70658" y="106195"/>
                    </a:lnTo>
                    <a:cubicBezTo>
                      <a:pt x="69411" y="106195"/>
                      <a:pt x="68788" y="105156"/>
                      <a:pt x="68580" y="104117"/>
                    </a:cubicBezTo>
                    <a:lnTo>
                      <a:pt x="65047" y="71489"/>
                    </a:lnTo>
                    <a:lnTo>
                      <a:pt x="28471" y="71489"/>
                    </a:lnTo>
                    <a:lnTo>
                      <a:pt x="13716" y="104117"/>
                    </a:lnTo>
                    <a:cubicBezTo>
                      <a:pt x="13301" y="105156"/>
                      <a:pt x="12469" y="106195"/>
                      <a:pt x="10807" y="106195"/>
                    </a:cubicBezTo>
                    <a:lnTo>
                      <a:pt x="2078" y="106195"/>
                    </a:lnTo>
                    <a:cubicBezTo>
                      <a:pt x="831" y="106195"/>
                      <a:pt x="0" y="105572"/>
                      <a:pt x="0" y="104325"/>
                    </a:cubicBezTo>
                    <a:cubicBezTo>
                      <a:pt x="0" y="103909"/>
                      <a:pt x="0" y="103493"/>
                      <a:pt x="208" y="102870"/>
                    </a:cubicBezTo>
                    <a:lnTo>
                      <a:pt x="42603" y="10807"/>
                    </a:lnTo>
                    <a:cubicBezTo>
                      <a:pt x="46551" y="2078"/>
                      <a:pt x="52578" y="0"/>
                      <a:pt x="58813" y="0"/>
                    </a:cubicBezTo>
                    <a:cubicBezTo>
                      <a:pt x="64631" y="0"/>
                      <a:pt x="70243" y="2078"/>
                      <a:pt x="71282" y="10599"/>
                    </a:cubicBezTo>
                    <a:lnTo>
                      <a:pt x="81257" y="102870"/>
                    </a:lnTo>
                    <a:lnTo>
                      <a:pt x="81257" y="103493"/>
                    </a:lnTo>
                    <a:cubicBezTo>
                      <a:pt x="81257" y="105156"/>
                      <a:pt x="80426" y="106195"/>
                      <a:pt x="78763" y="106195"/>
                    </a:cubicBezTo>
                    <a:moveTo>
                      <a:pt x="59644" y="13924"/>
                    </a:moveTo>
                    <a:cubicBezTo>
                      <a:pt x="59644" y="12469"/>
                      <a:pt x="58813" y="11430"/>
                      <a:pt x="57358" y="11430"/>
                    </a:cubicBezTo>
                    <a:cubicBezTo>
                      <a:pt x="55695" y="11430"/>
                      <a:pt x="54864" y="12469"/>
                      <a:pt x="54033" y="13924"/>
                    </a:cubicBezTo>
                    <a:lnTo>
                      <a:pt x="32835" y="60475"/>
                    </a:lnTo>
                    <a:lnTo>
                      <a:pt x="64216" y="60475"/>
                    </a:lnTo>
                    <a:lnTo>
                      <a:pt x="59644" y="1392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9"/>
              <p:cNvSpPr/>
              <p:nvPr/>
            </p:nvSpPr>
            <p:spPr>
              <a:xfrm>
                <a:off x="7202648" y="-773990"/>
                <a:ext cx="72736" cy="106610"/>
              </a:xfrm>
              <a:custGeom>
                <a:avLst/>
                <a:gdLst/>
                <a:ahLst/>
                <a:cxnLst/>
                <a:rect l="l" t="t" r="r" b="b"/>
                <a:pathLst>
                  <a:path w="72736" h="106610" extrusionOk="0">
                    <a:moveTo>
                      <a:pt x="72321" y="35121"/>
                    </a:moveTo>
                    <a:lnTo>
                      <a:pt x="70450" y="45304"/>
                    </a:lnTo>
                    <a:cubicBezTo>
                      <a:pt x="66086" y="69411"/>
                      <a:pt x="55072" y="80010"/>
                      <a:pt x="33459" y="80010"/>
                    </a:cubicBezTo>
                    <a:cubicBezTo>
                      <a:pt x="29095" y="80010"/>
                      <a:pt x="22444" y="79387"/>
                      <a:pt x="17249" y="78347"/>
                    </a:cubicBezTo>
                    <a:lnTo>
                      <a:pt x="12677" y="103909"/>
                    </a:lnTo>
                    <a:cubicBezTo>
                      <a:pt x="12469" y="105364"/>
                      <a:pt x="11014" y="106611"/>
                      <a:pt x="9352" y="106611"/>
                    </a:cubicBezTo>
                    <a:lnTo>
                      <a:pt x="2078" y="106611"/>
                    </a:lnTo>
                    <a:cubicBezTo>
                      <a:pt x="831" y="106611"/>
                      <a:pt x="0" y="105779"/>
                      <a:pt x="0" y="104533"/>
                    </a:cubicBezTo>
                    <a:lnTo>
                      <a:pt x="0" y="104117"/>
                    </a:lnTo>
                    <a:lnTo>
                      <a:pt x="0" y="104117"/>
                    </a:lnTo>
                    <a:cubicBezTo>
                      <a:pt x="0" y="104117"/>
                      <a:pt x="17041" y="6650"/>
                      <a:pt x="17041" y="6650"/>
                    </a:cubicBezTo>
                    <a:cubicBezTo>
                      <a:pt x="17249" y="4572"/>
                      <a:pt x="18080" y="3949"/>
                      <a:pt x="20574" y="3325"/>
                    </a:cubicBezTo>
                    <a:cubicBezTo>
                      <a:pt x="28263" y="1455"/>
                      <a:pt x="38446" y="0"/>
                      <a:pt x="47175" y="0"/>
                    </a:cubicBezTo>
                    <a:cubicBezTo>
                      <a:pt x="64424" y="0"/>
                      <a:pt x="72736" y="10391"/>
                      <a:pt x="72736" y="25977"/>
                    </a:cubicBezTo>
                    <a:cubicBezTo>
                      <a:pt x="72736" y="28887"/>
                      <a:pt x="72529" y="32004"/>
                      <a:pt x="71905" y="35121"/>
                    </a:cubicBezTo>
                    <a:moveTo>
                      <a:pt x="45720" y="10599"/>
                    </a:moveTo>
                    <a:cubicBezTo>
                      <a:pt x="39693" y="10599"/>
                      <a:pt x="32835" y="11222"/>
                      <a:pt x="28887" y="12053"/>
                    </a:cubicBezTo>
                    <a:lnTo>
                      <a:pt x="19119" y="68164"/>
                    </a:lnTo>
                    <a:cubicBezTo>
                      <a:pt x="23691" y="68996"/>
                      <a:pt x="30965" y="69619"/>
                      <a:pt x="35329" y="69619"/>
                    </a:cubicBezTo>
                    <a:cubicBezTo>
                      <a:pt x="48422" y="69619"/>
                      <a:pt x="55280" y="60059"/>
                      <a:pt x="57981" y="45304"/>
                    </a:cubicBezTo>
                    <a:lnTo>
                      <a:pt x="59852" y="35121"/>
                    </a:lnTo>
                    <a:cubicBezTo>
                      <a:pt x="60475" y="31381"/>
                      <a:pt x="60891" y="28263"/>
                      <a:pt x="60891" y="25354"/>
                    </a:cubicBezTo>
                    <a:cubicBezTo>
                      <a:pt x="60891" y="15794"/>
                      <a:pt x="56734" y="10599"/>
                      <a:pt x="45720" y="1059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9"/>
              <p:cNvSpPr/>
              <p:nvPr/>
            </p:nvSpPr>
            <p:spPr>
              <a:xfrm>
                <a:off x="7280889" y="-773574"/>
                <a:ext cx="48044" cy="78763"/>
              </a:xfrm>
              <a:custGeom>
                <a:avLst/>
                <a:gdLst/>
                <a:ahLst/>
                <a:cxnLst/>
                <a:rect l="l" t="t" r="r" b="b"/>
                <a:pathLst>
                  <a:path w="48044" h="78763" extrusionOk="0">
                    <a:moveTo>
                      <a:pt x="12367" y="75854"/>
                    </a:moveTo>
                    <a:cubicBezTo>
                      <a:pt x="12159" y="77516"/>
                      <a:pt x="10497" y="78763"/>
                      <a:pt x="9042" y="78763"/>
                    </a:cubicBezTo>
                    <a:lnTo>
                      <a:pt x="2184" y="78763"/>
                    </a:lnTo>
                    <a:cubicBezTo>
                      <a:pt x="522" y="78763"/>
                      <a:pt x="-310" y="77308"/>
                      <a:pt x="106" y="75854"/>
                    </a:cubicBezTo>
                    <a:lnTo>
                      <a:pt x="12783" y="3741"/>
                    </a:lnTo>
                    <a:cubicBezTo>
                      <a:pt x="12991" y="2286"/>
                      <a:pt x="14445" y="831"/>
                      <a:pt x="16108" y="831"/>
                    </a:cubicBezTo>
                    <a:lnTo>
                      <a:pt x="22758" y="831"/>
                    </a:lnTo>
                    <a:cubicBezTo>
                      <a:pt x="24421" y="831"/>
                      <a:pt x="25252" y="2286"/>
                      <a:pt x="24836" y="3741"/>
                    </a:cubicBezTo>
                    <a:lnTo>
                      <a:pt x="24213" y="7066"/>
                    </a:lnTo>
                    <a:cubicBezTo>
                      <a:pt x="31902" y="1039"/>
                      <a:pt x="38552" y="0"/>
                      <a:pt x="45203" y="0"/>
                    </a:cubicBezTo>
                    <a:lnTo>
                      <a:pt x="45410" y="0"/>
                    </a:lnTo>
                    <a:cubicBezTo>
                      <a:pt x="47904" y="0"/>
                      <a:pt x="48320" y="1039"/>
                      <a:pt x="47904" y="2494"/>
                    </a:cubicBezTo>
                    <a:lnTo>
                      <a:pt x="46865" y="8313"/>
                    </a:lnTo>
                    <a:cubicBezTo>
                      <a:pt x="46657" y="9975"/>
                      <a:pt x="45410" y="10807"/>
                      <a:pt x="43540" y="10807"/>
                    </a:cubicBezTo>
                    <a:lnTo>
                      <a:pt x="43124" y="10807"/>
                    </a:lnTo>
                    <a:cubicBezTo>
                      <a:pt x="35019" y="10807"/>
                      <a:pt x="29824" y="12261"/>
                      <a:pt x="22966" y="16625"/>
                    </a:cubicBezTo>
                    <a:lnTo>
                      <a:pt x="12575" y="758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9"/>
              <p:cNvSpPr/>
              <p:nvPr/>
            </p:nvSpPr>
            <p:spPr>
              <a:xfrm>
                <a:off x="7324429" y="-773366"/>
                <a:ext cx="66086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66086" h="79802" extrusionOk="0">
                    <a:moveTo>
                      <a:pt x="65047" y="34498"/>
                    </a:moveTo>
                    <a:lnTo>
                      <a:pt x="64008" y="40525"/>
                    </a:lnTo>
                    <a:cubicBezTo>
                      <a:pt x="63592" y="42395"/>
                      <a:pt x="62969" y="43642"/>
                      <a:pt x="60891" y="43642"/>
                    </a:cubicBezTo>
                    <a:lnTo>
                      <a:pt x="13092" y="43642"/>
                    </a:lnTo>
                    <a:lnTo>
                      <a:pt x="13092" y="45304"/>
                    </a:lnTo>
                    <a:cubicBezTo>
                      <a:pt x="12261" y="48629"/>
                      <a:pt x="12053" y="51331"/>
                      <a:pt x="12053" y="54033"/>
                    </a:cubicBezTo>
                    <a:cubicBezTo>
                      <a:pt x="12053" y="64631"/>
                      <a:pt x="18704" y="69203"/>
                      <a:pt x="29510" y="69203"/>
                    </a:cubicBezTo>
                    <a:cubicBezTo>
                      <a:pt x="37615" y="69203"/>
                      <a:pt x="47383" y="68164"/>
                      <a:pt x="54033" y="67125"/>
                    </a:cubicBezTo>
                    <a:cubicBezTo>
                      <a:pt x="56111" y="66917"/>
                      <a:pt x="56942" y="67125"/>
                      <a:pt x="56734" y="69203"/>
                    </a:cubicBezTo>
                    <a:lnTo>
                      <a:pt x="55903" y="73983"/>
                    </a:lnTo>
                    <a:cubicBezTo>
                      <a:pt x="55695" y="76061"/>
                      <a:pt x="54864" y="76893"/>
                      <a:pt x="52578" y="77308"/>
                    </a:cubicBezTo>
                    <a:cubicBezTo>
                      <a:pt x="44265" y="78763"/>
                      <a:pt x="37199" y="79802"/>
                      <a:pt x="27848" y="79802"/>
                    </a:cubicBezTo>
                    <a:cubicBezTo>
                      <a:pt x="13924" y="79802"/>
                      <a:pt x="0" y="72736"/>
                      <a:pt x="0" y="53617"/>
                    </a:cubicBezTo>
                    <a:cubicBezTo>
                      <a:pt x="0" y="50915"/>
                      <a:pt x="208" y="48006"/>
                      <a:pt x="831" y="44889"/>
                    </a:cubicBezTo>
                    <a:lnTo>
                      <a:pt x="2702" y="34913"/>
                    </a:lnTo>
                    <a:cubicBezTo>
                      <a:pt x="6858" y="12469"/>
                      <a:pt x="20158" y="0"/>
                      <a:pt x="40109" y="0"/>
                    </a:cubicBezTo>
                    <a:cubicBezTo>
                      <a:pt x="57773" y="0"/>
                      <a:pt x="66086" y="11430"/>
                      <a:pt x="66086" y="26393"/>
                    </a:cubicBezTo>
                    <a:cubicBezTo>
                      <a:pt x="66086" y="29095"/>
                      <a:pt x="65878" y="31796"/>
                      <a:pt x="65255" y="34913"/>
                    </a:cubicBezTo>
                    <a:moveTo>
                      <a:pt x="38238" y="10391"/>
                    </a:moveTo>
                    <a:cubicBezTo>
                      <a:pt x="25977" y="10391"/>
                      <a:pt x="17665" y="20158"/>
                      <a:pt x="15171" y="33251"/>
                    </a:cubicBezTo>
                    <a:lnTo>
                      <a:pt x="15171" y="33874"/>
                    </a:lnTo>
                    <a:cubicBezTo>
                      <a:pt x="15171" y="33874"/>
                      <a:pt x="52578" y="33874"/>
                      <a:pt x="52578" y="33874"/>
                    </a:cubicBezTo>
                    <a:lnTo>
                      <a:pt x="52578" y="33251"/>
                    </a:lnTo>
                    <a:cubicBezTo>
                      <a:pt x="53201" y="30341"/>
                      <a:pt x="53617" y="27640"/>
                      <a:pt x="53617" y="25354"/>
                    </a:cubicBezTo>
                    <a:cubicBezTo>
                      <a:pt x="53617" y="15379"/>
                      <a:pt x="48422" y="10391"/>
                      <a:pt x="38238" y="1039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9"/>
              <p:cNvSpPr/>
              <p:nvPr/>
            </p:nvSpPr>
            <p:spPr>
              <a:xfrm>
                <a:off x="7395397" y="-773782"/>
                <a:ext cx="68893" cy="78970"/>
              </a:xfrm>
              <a:custGeom>
                <a:avLst/>
                <a:gdLst/>
                <a:ahLst/>
                <a:cxnLst/>
                <a:rect l="l" t="t" r="r" b="b"/>
                <a:pathLst>
                  <a:path w="68893" h="78970" extrusionOk="0">
                    <a:moveTo>
                      <a:pt x="67855" y="29510"/>
                    </a:moveTo>
                    <a:lnTo>
                      <a:pt x="59542" y="76061"/>
                    </a:lnTo>
                    <a:cubicBezTo>
                      <a:pt x="59334" y="77516"/>
                      <a:pt x="57672" y="78971"/>
                      <a:pt x="56217" y="78971"/>
                    </a:cubicBezTo>
                    <a:lnTo>
                      <a:pt x="49359" y="78971"/>
                    </a:lnTo>
                    <a:cubicBezTo>
                      <a:pt x="47696" y="78971"/>
                      <a:pt x="46865" y="77516"/>
                      <a:pt x="47073" y="76061"/>
                    </a:cubicBezTo>
                    <a:lnTo>
                      <a:pt x="55178" y="29510"/>
                    </a:lnTo>
                    <a:cubicBezTo>
                      <a:pt x="55593" y="26809"/>
                      <a:pt x="55801" y="23899"/>
                      <a:pt x="55801" y="21613"/>
                    </a:cubicBezTo>
                    <a:cubicBezTo>
                      <a:pt x="55801" y="14755"/>
                      <a:pt x="52892" y="10807"/>
                      <a:pt x="42709" y="10807"/>
                    </a:cubicBezTo>
                    <a:cubicBezTo>
                      <a:pt x="37305" y="10807"/>
                      <a:pt x="31694" y="11846"/>
                      <a:pt x="22758" y="16210"/>
                    </a:cubicBezTo>
                    <a:lnTo>
                      <a:pt x="12367" y="76061"/>
                    </a:lnTo>
                    <a:cubicBezTo>
                      <a:pt x="12159" y="77516"/>
                      <a:pt x="10497" y="78971"/>
                      <a:pt x="9042" y="78971"/>
                    </a:cubicBezTo>
                    <a:lnTo>
                      <a:pt x="2184" y="78971"/>
                    </a:lnTo>
                    <a:cubicBezTo>
                      <a:pt x="522" y="78971"/>
                      <a:pt x="-310" y="77308"/>
                      <a:pt x="106" y="76061"/>
                    </a:cubicBezTo>
                    <a:lnTo>
                      <a:pt x="12783" y="3949"/>
                    </a:lnTo>
                    <a:cubicBezTo>
                      <a:pt x="12991" y="2286"/>
                      <a:pt x="13822" y="1039"/>
                      <a:pt x="16524" y="1039"/>
                    </a:cubicBezTo>
                    <a:lnTo>
                      <a:pt x="22550" y="1039"/>
                    </a:lnTo>
                    <a:cubicBezTo>
                      <a:pt x="24836" y="1039"/>
                      <a:pt x="25460" y="1870"/>
                      <a:pt x="25252" y="3949"/>
                    </a:cubicBezTo>
                    <a:lnTo>
                      <a:pt x="24836" y="6858"/>
                    </a:lnTo>
                    <a:cubicBezTo>
                      <a:pt x="31694" y="3117"/>
                      <a:pt x="37929" y="0"/>
                      <a:pt x="47696" y="0"/>
                    </a:cubicBezTo>
                    <a:cubicBezTo>
                      <a:pt x="62867" y="0"/>
                      <a:pt x="68894" y="9560"/>
                      <a:pt x="68894" y="21821"/>
                    </a:cubicBezTo>
                    <a:cubicBezTo>
                      <a:pt x="68894" y="24315"/>
                      <a:pt x="68686" y="27016"/>
                      <a:pt x="68270" y="2951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9"/>
              <p:cNvSpPr/>
              <p:nvPr/>
            </p:nvSpPr>
            <p:spPr>
              <a:xfrm>
                <a:off x="7472812" y="-801422"/>
                <a:ext cx="72982" cy="107649"/>
              </a:xfrm>
              <a:custGeom>
                <a:avLst/>
                <a:gdLst/>
                <a:ahLst/>
                <a:cxnLst/>
                <a:rect l="l" t="t" r="r" b="b"/>
                <a:pathLst>
                  <a:path w="72982" h="107649" extrusionOk="0">
                    <a:moveTo>
                      <a:pt x="63592" y="0"/>
                    </a:moveTo>
                    <a:lnTo>
                      <a:pt x="70866" y="0"/>
                    </a:lnTo>
                    <a:cubicBezTo>
                      <a:pt x="72529" y="0"/>
                      <a:pt x="73152" y="623"/>
                      <a:pt x="72944" y="2702"/>
                    </a:cubicBezTo>
                    <a:lnTo>
                      <a:pt x="55487" y="101831"/>
                    </a:lnTo>
                    <a:cubicBezTo>
                      <a:pt x="55280" y="103701"/>
                      <a:pt x="54448" y="104740"/>
                      <a:pt x="51955" y="105156"/>
                    </a:cubicBezTo>
                    <a:cubicBezTo>
                      <a:pt x="42810" y="106819"/>
                      <a:pt x="34082" y="107650"/>
                      <a:pt x="25562" y="107650"/>
                    </a:cubicBezTo>
                    <a:cubicBezTo>
                      <a:pt x="8313" y="107650"/>
                      <a:pt x="0" y="97051"/>
                      <a:pt x="0" y="81673"/>
                    </a:cubicBezTo>
                    <a:cubicBezTo>
                      <a:pt x="0" y="78763"/>
                      <a:pt x="208" y="75854"/>
                      <a:pt x="831" y="72736"/>
                    </a:cubicBezTo>
                    <a:lnTo>
                      <a:pt x="2702" y="62553"/>
                    </a:lnTo>
                    <a:cubicBezTo>
                      <a:pt x="7066" y="38239"/>
                      <a:pt x="18911" y="27848"/>
                      <a:pt x="39693" y="27848"/>
                    </a:cubicBezTo>
                    <a:cubicBezTo>
                      <a:pt x="44058" y="27848"/>
                      <a:pt x="50708" y="28263"/>
                      <a:pt x="55903" y="29302"/>
                    </a:cubicBezTo>
                    <a:lnTo>
                      <a:pt x="60683" y="2909"/>
                    </a:lnTo>
                    <a:cubicBezTo>
                      <a:pt x="61099" y="1039"/>
                      <a:pt x="62345" y="208"/>
                      <a:pt x="64008" y="208"/>
                    </a:cubicBezTo>
                    <a:moveTo>
                      <a:pt x="37407" y="38446"/>
                    </a:moveTo>
                    <a:cubicBezTo>
                      <a:pt x="23483" y="38446"/>
                      <a:pt x="17249" y="48422"/>
                      <a:pt x="14755" y="62345"/>
                    </a:cubicBezTo>
                    <a:lnTo>
                      <a:pt x="12885" y="72529"/>
                    </a:lnTo>
                    <a:cubicBezTo>
                      <a:pt x="12261" y="75854"/>
                      <a:pt x="11846" y="78971"/>
                      <a:pt x="11846" y="81673"/>
                    </a:cubicBezTo>
                    <a:cubicBezTo>
                      <a:pt x="11846" y="91232"/>
                      <a:pt x="16002" y="96635"/>
                      <a:pt x="27016" y="96635"/>
                    </a:cubicBezTo>
                    <a:cubicBezTo>
                      <a:pt x="31796" y="96635"/>
                      <a:pt x="38862" y="96220"/>
                      <a:pt x="43642" y="95804"/>
                    </a:cubicBezTo>
                    <a:lnTo>
                      <a:pt x="53617" y="39693"/>
                    </a:lnTo>
                    <a:cubicBezTo>
                      <a:pt x="49045" y="38862"/>
                      <a:pt x="41771" y="38654"/>
                      <a:pt x="37407" y="3865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9"/>
              <p:cNvSpPr/>
              <p:nvPr/>
            </p:nvSpPr>
            <p:spPr>
              <a:xfrm>
                <a:off x="7544669" y="-802253"/>
                <a:ext cx="3085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30853" h="107442" extrusionOk="0">
                    <a:moveTo>
                      <a:pt x="22908" y="29510"/>
                    </a:moveTo>
                    <a:cubicBezTo>
                      <a:pt x="24570" y="29510"/>
                      <a:pt x="25610" y="30134"/>
                      <a:pt x="25194" y="32420"/>
                    </a:cubicBezTo>
                    <a:lnTo>
                      <a:pt x="12517" y="104533"/>
                    </a:lnTo>
                    <a:cubicBezTo>
                      <a:pt x="12309" y="106195"/>
                      <a:pt x="11478" y="107442"/>
                      <a:pt x="9192" y="107442"/>
                    </a:cubicBezTo>
                    <a:lnTo>
                      <a:pt x="2334" y="107442"/>
                    </a:lnTo>
                    <a:cubicBezTo>
                      <a:pt x="256" y="107442"/>
                      <a:pt x="-160" y="105987"/>
                      <a:pt x="48" y="104533"/>
                    </a:cubicBezTo>
                    <a:lnTo>
                      <a:pt x="12725" y="32420"/>
                    </a:lnTo>
                    <a:cubicBezTo>
                      <a:pt x="13140" y="29926"/>
                      <a:pt x="14595" y="29510"/>
                      <a:pt x="16050" y="29510"/>
                    </a:cubicBezTo>
                    <a:lnTo>
                      <a:pt x="22908" y="29510"/>
                    </a:lnTo>
                    <a:close/>
                    <a:moveTo>
                      <a:pt x="28519" y="0"/>
                    </a:moveTo>
                    <a:cubicBezTo>
                      <a:pt x="30597" y="0"/>
                      <a:pt x="31013" y="831"/>
                      <a:pt x="30805" y="2909"/>
                    </a:cubicBezTo>
                    <a:lnTo>
                      <a:pt x="28727" y="14339"/>
                    </a:lnTo>
                    <a:cubicBezTo>
                      <a:pt x="28311" y="16418"/>
                      <a:pt x="27688" y="17249"/>
                      <a:pt x="25402" y="17249"/>
                    </a:cubicBezTo>
                    <a:lnTo>
                      <a:pt x="18128" y="17249"/>
                    </a:lnTo>
                    <a:cubicBezTo>
                      <a:pt x="16050" y="17249"/>
                      <a:pt x="15634" y="15794"/>
                      <a:pt x="15842" y="14339"/>
                    </a:cubicBezTo>
                    <a:lnTo>
                      <a:pt x="17920" y="2909"/>
                    </a:lnTo>
                    <a:cubicBezTo>
                      <a:pt x="18128" y="1455"/>
                      <a:pt x="19167" y="0"/>
                      <a:pt x="21245" y="0"/>
                    </a:cubicBezTo>
                    <a:lnTo>
                      <a:pt x="285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9"/>
              <p:cNvSpPr/>
              <p:nvPr/>
            </p:nvSpPr>
            <p:spPr>
              <a:xfrm>
                <a:off x="7572772" y="-772535"/>
                <a:ext cx="61306" cy="77723"/>
              </a:xfrm>
              <a:custGeom>
                <a:avLst/>
                <a:gdLst/>
                <a:ahLst/>
                <a:cxnLst/>
                <a:rect l="l" t="t" r="r" b="b"/>
                <a:pathLst>
                  <a:path w="61306" h="77723" extrusionOk="0">
                    <a:moveTo>
                      <a:pt x="57566" y="18496"/>
                    </a:moveTo>
                    <a:lnTo>
                      <a:pt x="13300" y="64424"/>
                    </a:lnTo>
                    <a:cubicBezTo>
                      <a:pt x="13300" y="64424"/>
                      <a:pt x="12261" y="65671"/>
                      <a:pt x="12261" y="66086"/>
                    </a:cubicBezTo>
                    <a:cubicBezTo>
                      <a:pt x="12261" y="66710"/>
                      <a:pt x="12885" y="67125"/>
                      <a:pt x="13716" y="67125"/>
                    </a:cubicBezTo>
                    <a:lnTo>
                      <a:pt x="49876" y="67125"/>
                    </a:lnTo>
                    <a:cubicBezTo>
                      <a:pt x="52370" y="67125"/>
                      <a:pt x="52370" y="68580"/>
                      <a:pt x="52162" y="70035"/>
                    </a:cubicBezTo>
                    <a:lnTo>
                      <a:pt x="51331" y="74815"/>
                    </a:lnTo>
                    <a:cubicBezTo>
                      <a:pt x="50916" y="76893"/>
                      <a:pt x="50500" y="77724"/>
                      <a:pt x="48006" y="77724"/>
                    </a:cubicBezTo>
                    <a:lnTo>
                      <a:pt x="12261" y="77724"/>
                    </a:lnTo>
                    <a:cubicBezTo>
                      <a:pt x="3741" y="77724"/>
                      <a:pt x="0" y="73152"/>
                      <a:pt x="0" y="67749"/>
                    </a:cubicBezTo>
                    <a:cubicBezTo>
                      <a:pt x="0" y="64839"/>
                      <a:pt x="831" y="61722"/>
                      <a:pt x="3325" y="59436"/>
                    </a:cubicBezTo>
                    <a:lnTo>
                      <a:pt x="48422" y="12677"/>
                    </a:lnTo>
                    <a:cubicBezTo>
                      <a:pt x="48422" y="12677"/>
                      <a:pt x="49253" y="11638"/>
                      <a:pt x="49253" y="11222"/>
                    </a:cubicBezTo>
                    <a:cubicBezTo>
                      <a:pt x="49253" y="10807"/>
                      <a:pt x="48837" y="10599"/>
                      <a:pt x="47798" y="10599"/>
                    </a:cubicBezTo>
                    <a:lnTo>
                      <a:pt x="12885" y="10599"/>
                    </a:lnTo>
                    <a:cubicBezTo>
                      <a:pt x="11222" y="10599"/>
                      <a:pt x="10391" y="9767"/>
                      <a:pt x="10599" y="7689"/>
                    </a:cubicBezTo>
                    <a:lnTo>
                      <a:pt x="11430" y="2909"/>
                    </a:lnTo>
                    <a:cubicBezTo>
                      <a:pt x="11846" y="623"/>
                      <a:pt x="13093" y="0"/>
                      <a:pt x="14755" y="0"/>
                    </a:cubicBezTo>
                    <a:lnTo>
                      <a:pt x="50084" y="0"/>
                    </a:lnTo>
                    <a:cubicBezTo>
                      <a:pt x="58189" y="0"/>
                      <a:pt x="61306" y="4572"/>
                      <a:pt x="61306" y="9767"/>
                    </a:cubicBezTo>
                    <a:cubicBezTo>
                      <a:pt x="61306" y="12677"/>
                      <a:pt x="60267" y="15794"/>
                      <a:pt x="57566" y="18704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9"/>
              <p:cNvSpPr/>
              <p:nvPr/>
            </p:nvSpPr>
            <p:spPr>
              <a:xfrm>
                <a:off x="7636988" y="-773574"/>
                <a:ext cx="67601" cy="80009"/>
              </a:xfrm>
              <a:custGeom>
                <a:avLst/>
                <a:gdLst/>
                <a:ahLst/>
                <a:cxnLst/>
                <a:rect l="l" t="t" r="r" b="b"/>
                <a:pathLst>
                  <a:path w="67601" h="80009" extrusionOk="0">
                    <a:moveTo>
                      <a:pt x="65047" y="3117"/>
                    </a:moveTo>
                    <a:cubicBezTo>
                      <a:pt x="67541" y="3741"/>
                      <a:pt x="67749" y="4572"/>
                      <a:pt x="67541" y="6442"/>
                    </a:cubicBezTo>
                    <a:lnTo>
                      <a:pt x="55280" y="76061"/>
                    </a:lnTo>
                    <a:cubicBezTo>
                      <a:pt x="55072" y="77516"/>
                      <a:pt x="54241" y="78971"/>
                      <a:pt x="51955" y="78971"/>
                    </a:cubicBezTo>
                    <a:lnTo>
                      <a:pt x="46343" y="78971"/>
                    </a:lnTo>
                    <a:cubicBezTo>
                      <a:pt x="44265" y="78971"/>
                      <a:pt x="43850" y="77932"/>
                      <a:pt x="44265" y="75854"/>
                    </a:cubicBezTo>
                    <a:lnTo>
                      <a:pt x="44889" y="71489"/>
                    </a:lnTo>
                    <a:cubicBezTo>
                      <a:pt x="36576" y="77516"/>
                      <a:pt x="31588" y="80010"/>
                      <a:pt x="22029" y="80010"/>
                    </a:cubicBezTo>
                    <a:cubicBezTo>
                      <a:pt x="9975" y="80010"/>
                      <a:pt x="0" y="72321"/>
                      <a:pt x="0" y="54864"/>
                    </a:cubicBezTo>
                    <a:cubicBezTo>
                      <a:pt x="0" y="52162"/>
                      <a:pt x="208" y="49253"/>
                      <a:pt x="831" y="46343"/>
                    </a:cubicBezTo>
                    <a:lnTo>
                      <a:pt x="3325" y="32212"/>
                    </a:lnTo>
                    <a:cubicBezTo>
                      <a:pt x="7689" y="7689"/>
                      <a:pt x="23068" y="0"/>
                      <a:pt x="40109" y="0"/>
                    </a:cubicBezTo>
                    <a:cubicBezTo>
                      <a:pt x="48629" y="0"/>
                      <a:pt x="57566" y="1455"/>
                      <a:pt x="64839" y="3325"/>
                    </a:cubicBezTo>
                    <a:moveTo>
                      <a:pt x="40317" y="10183"/>
                    </a:moveTo>
                    <a:cubicBezTo>
                      <a:pt x="25769" y="10183"/>
                      <a:pt x="18288" y="18288"/>
                      <a:pt x="15586" y="33251"/>
                    </a:cubicBezTo>
                    <a:lnTo>
                      <a:pt x="13092" y="47798"/>
                    </a:lnTo>
                    <a:cubicBezTo>
                      <a:pt x="12677" y="49876"/>
                      <a:pt x="12469" y="52162"/>
                      <a:pt x="12469" y="54241"/>
                    </a:cubicBezTo>
                    <a:cubicBezTo>
                      <a:pt x="12469" y="65255"/>
                      <a:pt x="18080" y="68996"/>
                      <a:pt x="24730" y="68996"/>
                    </a:cubicBezTo>
                    <a:cubicBezTo>
                      <a:pt x="31380" y="68996"/>
                      <a:pt x="37407" y="66086"/>
                      <a:pt x="45304" y="60683"/>
                    </a:cubicBezTo>
                    <a:lnTo>
                      <a:pt x="54033" y="11430"/>
                    </a:lnTo>
                    <a:cubicBezTo>
                      <a:pt x="50292" y="10807"/>
                      <a:pt x="46136" y="9975"/>
                      <a:pt x="40317" y="99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>
                <a:off x="7704882" y="-773782"/>
                <a:ext cx="72463" cy="106818"/>
              </a:xfrm>
              <a:custGeom>
                <a:avLst/>
                <a:gdLst/>
                <a:ahLst/>
                <a:cxnLst/>
                <a:rect l="l" t="t" r="r" b="b"/>
                <a:pathLst>
                  <a:path w="72463" h="106818" extrusionOk="0">
                    <a:moveTo>
                      <a:pt x="7544" y="34706"/>
                    </a:moveTo>
                    <a:cubicBezTo>
                      <a:pt x="12116" y="9144"/>
                      <a:pt x="23961" y="0"/>
                      <a:pt x="45159" y="0"/>
                    </a:cubicBezTo>
                    <a:cubicBezTo>
                      <a:pt x="53471" y="0"/>
                      <a:pt x="63655" y="1663"/>
                      <a:pt x="69889" y="3325"/>
                    </a:cubicBezTo>
                    <a:cubicBezTo>
                      <a:pt x="72591" y="3949"/>
                      <a:pt x="72591" y="4780"/>
                      <a:pt x="72383" y="6650"/>
                    </a:cubicBezTo>
                    <a:lnTo>
                      <a:pt x="59706" y="78763"/>
                    </a:lnTo>
                    <a:cubicBezTo>
                      <a:pt x="55965" y="100792"/>
                      <a:pt x="46406" y="106819"/>
                      <a:pt x="26039" y="106819"/>
                    </a:cubicBezTo>
                    <a:cubicBezTo>
                      <a:pt x="15233" y="106819"/>
                      <a:pt x="6297" y="105364"/>
                      <a:pt x="2348" y="104325"/>
                    </a:cubicBezTo>
                    <a:cubicBezTo>
                      <a:pt x="62" y="103701"/>
                      <a:pt x="-146" y="103078"/>
                      <a:pt x="62" y="101415"/>
                    </a:cubicBezTo>
                    <a:lnTo>
                      <a:pt x="686" y="97259"/>
                    </a:lnTo>
                    <a:cubicBezTo>
                      <a:pt x="893" y="95389"/>
                      <a:pt x="1725" y="94765"/>
                      <a:pt x="4011" y="94973"/>
                    </a:cubicBezTo>
                    <a:cubicBezTo>
                      <a:pt x="8790" y="95596"/>
                      <a:pt x="20221" y="96635"/>
                      <a:pt x="27702" y="96635"/>
                    </a:cubicBezTo>
                    <a:cubicBezTo>
                      <a:pt x="40379" y="96635"/>
                      <a:pt x="44743" y="92479"/>
                      <a:pt x="47029" y="79594"/>
                    </a:cubicBezTo>
                    <a:lnTo>
                      <a:pt x="47029" y="77932"/>
                    </a:lnTo>
                    <a:cubicBezTo>
                      <a:pt x="43704" y="78763"/>
                      <a:pt x="35391" y="80010"/>
                      <a:pt x="31235" y="80010"/>
                    </a:cubicBezTo>
                    <a:cubicBezTo>
                      <a:pt x="15856" y="80010"/>
                      <a:pt x="4842" y="72529"/>
                      <a:pt x="4842" y="54656"/>
                    </a:cubicBezTo>
                    <a:cubicBezTo>
                      <a:pt x="4842" y="51747"/>
                      <a:pt x="5050" y="48629"/>
                      <a:pt x="5673" y="45097"/>
                    </a:cubicBezTo>
                    <a:lnTo>
                      <a:pt x="7544" y="34706"/>
                    </a:lnTo>
                    <a:close/>
                    <a:moveTo>
                      <a:pt x="43288" y="10391"/>
                    </a:moveTo>
                    <a:cubicBezTo>
                      <a:pt x="30196" y="10391"/>
                      <a:pt x="22922" y="18080"/>
                      <a:pt x="20013" y="34706"/>
                    </a:cubicBezTo>
                    <a:lnTo>
                      <a:pt x="18142" y="45097"/>
                    </a:lnTo>
                    <a:cubicBezTo>
                      <a:pt x="17519" y="48837"/>
                      <a:pt x="17103" y="52370"/>
                      <a:pt x="17103" y="55072"/>
                    </a:cubicBezTo>
                    <a:cubicBezTo>
                      <a:pt x="17103" y="65878"/>
                      <a:pt x="22091" y="69411"/>
                      <a:pt x="32897" y="69411"/>
                    </a:cubicBezTo>
                    <a:cubicBezTo>
                      <a:pt x="36846" y="69411"/>
                      <a:pt x="44535" y="68788"/>
                      <a:pt x="49107" y="67749"/>
                    </a:cubicBezTo>
                    <a:lnTo>
                      <a:pt x="58875" y="12053"/>
                    </a:lnTo>
                    <a:cubicBezTo>
                      <a:pt x="55134" y="11430"/>
                      <a:pt x="49315" y="10599"/>
                      <a:pt x="43288" y="10599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7" name="Google Shape;357;p9"/>
              <p:cNvSpPr/>
              <p:nvPr/>
            </p:nvSpPr>
            <p:spPr>
              <a:xfrm>
                <a:off x="7783084" y="-773366"/>
                <a:ext cx="66086" cy="79802"/>
              </a:xfrm>
              <a:custGeom>
                <a:avLst/>
                <a:gdLst/>
                <a:ahLst/>
                <a:cxnLst/>
                <a:rect l="l" t="t" r="r" b="b"/>
                <a:pathLst>
                  <a:path w="66086" h="79802" extrusionOk="0">
                    <a:moveTo>
                      <a:pt x="65047" y="34498"/>
                    </a:moveTo>
                    <a:lnTo>
                      <a:pt x="64008" y="40525"/>
                    </a:lnTo>
                    <a:cubicBezTo>
                      <a:pt x="63592" y="42395"/>
                      <a:pt x="62969" y="43642"/>
                      <a:pt x="60891" y="43642"/>
                    </a:cubicBezTo>
                    <a:lnTo>
                      <a:pt x="13093" y="43642"/>
                    </a:lnTo>
                    <a:lnTo>
                      <a:pt x="13093" y="45304"/>
                    </a:lnTo>
                    <a:cubicBezTo>
                      <a:pt x="12261" y="48629"/>
                      <a:pt x="12053" y="51331"/>
                      <a:pt x="12053" y="54033"/>
                    </a:cubicBezTo>
                    <a:cubicBezTo>
                      <a:pt x="12053" y="64631"/>
                      <a:pt x="18704" y="69203"/>
                      <a:pt x="29510" y="69203"/>
                    </a:cubicBezTo>
                    <a:cubicBezTo>
                      <a:pt x="37615" y="69203"/>
                      <a:pt x="47383" y="68164"/>
                      <a:pt x="54033" y="67125"/>
                    </a:cubicBezTo>
                    <a:cubicBezTo>
                      <a:pt x="56111" y="66917"/>
                      <a:pt x="56942" y="67125"/>
                      <a:pt x="56734" y="69203"/>
                    </a:cubicBezTo>
                    <a:lnTo>
                      <a:pt x="55903" y="73983"/>
                    </a:lnTo>
                    <a:cubicBezTo>
                      <a:pt x="55695" y="76061"/>
                      <a:pt x="54864" y="76893"/>
                      <a:pt x="52578" y="77308"/>
                    </a:cubicBezTo>
                    <a:cubicBezTo>
                      <a:pt x="44265" y="78763"/>
                      <a:pt x="37199" y="79802"/>
                      <a:pt x="27848" y="79802"/>
                    </a:cubicBezTo>
                    <a:cubicBezTo>
                      <a:pt x="13924" y="79802"/>
                      <a:pt x="0" y="72736"/>
                      <a:pt x="0" y="53617"/>
                    </a:cubicBezTo>
                    <a:cubicBezTo>
                      <a:pt x="0" y="50915"/>
                      <a:pt x="208" y="48006"/>
                      <a:pt x="831" y="44889"/>
                    </a:cubicBezTo>
                    <a:lnTo>
                      <a:pt x="2702" y="34913"/>
                    </a:lnTo>
                    <a:cubicBezTo>
                      <a:pt x="7066" y="12469"/>
                      <a:pt x="20158" y="0"/>
                      <a:pt x="40109" y="0"/>
                    </a:cubicBezTo>
                    <a:cubicBezTo>
                      <a:pt x="57773" y="0"/>
                      <a:pt x="66086" y="11430"/>
                      <a:pt x="66086" y="26393"/>
                    </a:cubicBezTo>
                    <a:cubicBezTo>
                      <a:pt x="66086" y="29095"/>
                      <a:pt x="65878" y="31796"/>
                      <a:pt x="65255" y="34913"/>
                    </a:cubicBezTo>
                    <a:moveTo>
                      <a:pt x="38238" y="10391"/>
                    </a:moveTo>
                    <a:cubicBezTo>
                      <a:pt x="25977" y="10391"/>
                      <a:pt x="17665" y="20158"/>
                      <a:pt x="15171" y="33251"/>
                    </a:cubicBezTo>
                    <a:lnTo>
                      <a:pt x="15171" y="33874"/>
                    </a:lnTo>
                    <a:cubicBezTo>
                      <a:pt x="15171" y="33874"/>
                      <a:pt x="52578" y="33874"/>
                      <a:pt x="52578" y="33874"/>
                    </a:cubicBezTo>
                    <a:lnTo>
                      <a:pt x="52578" y="33251"/>
                    </a:lnTo>
                    <a:cubicBezTo>
                      <a:pt x="53201" y="30341"/>
                      <a:pt x="53617" y="27640"/>
                      <a:pt x="53617" y="25354"/>
                    </a:cubicBezTo>
                    <a:cubicBezTo>
                      <a:pt x="53617" y="15379"/>
                      <a:pt x="48422" y="10391"/>
                      <a:pt x="38238" y="1039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8" name="Google Shape;358;p9"/>
              <p:cNvSpPr/>
              <p:nvPr/>
            </p:nvSpPr>
            <p:spPr>
              <a:xfrm>
                <a:off x="7853901" y="-773990"/>
                <a:ext cx="103335" cy="79178"/>
              </a:xfrm>
              <a:custGeom>
                <a:avLst/>
                <a:gdLst/>
                <a:ahLst/>
                <a:cxnLst/>
                <a:rect l="l" t="t" r="r" b="b"/>
                <a:pathLst>
                  <a:path w="103335" h="79178" extrusionOk="0">
                    <a:moveTo>
                      <a:pt x="102296" y="26809"/>
                    </a:moveTo>
                    <a:lnTo>
                      <a:pt x="93568" y="76269"/>
                    </a:lnTo>
                    <a:cubicBezTo>
                      <a:pt x="93360" y="77724"/>
                      <a:pt x="91697" y="79179"/>
                      <a:pt x="90242" y="79179"/>
                    </a:cubicBezTo>
                    <a:lnTo>
                      <a:pt x="83384" y="79179"/>
                    </a:lnTo>
                    <a:cubicBezTo>
                      <a:pt x="81722" y="79179"/>
                      <a:pt x="80891" y="77724"/>
                      <a:pt x="81098" y="76269"/>
                    </a:cubicBezTo>
                    <a:lnTo>
                      <a:pt x="89827" y="26809"/>
                    </a:lnTo>
                    <a:cubicBezTo>
                      <a:pt x="90242" y="24523"/>
                      <a:pt x="90450" y="22652"/>
                      <a:pt x="90450" y="20782"/>
                    </a:cubicBezTo>
                    <a:cubicBezTo>
                      <a:pt x="90450" y="13300"/>
                      <a:pt x="86710" y="11014"/>
                      <a:pt x="79228" y="11014"/>
                    </a:cubicBezTo>
                    <a:cubicBezTo>
                      <a:pt x="74864" y="11014"/>
                      <a:pt x="68421" y="11846"/>
                      <a:pt x="61979" y="15171"/>
                    </a:cubicBezTo>
                    <a:cubicBezTo>
                      <a:pt x="62603" y="18288"/>
                      <a:pt x="61979" y="23899"/>
                      <a:pt x="61771" y="26393"/>
                    </a:cubicBezTo>
                    <a:lnTo>
                      <a:pt x="53043" y="76061"/>
                    </a:lnTo>
                    <a:cubicBezTo>
                      <a:pt x="52835" y="77516"/>
                      <a:pt x="51381" y="78971"/>
                      <a:pt x="49926" y="78971"/>
                    </a:cubicBezTo>
                    <a:lnTo>
                      <a:pt x="42444" y="78971"/>
                    </a:lnTo>
                    <a:cubicBezTo>
                      <a:pt x="40782" y="78971"/>
                      <a:pt x="40366" y="77516"/>
                      <a:pt x="40574" y="76061"/>
                    </a:cubicBezTo>
                    <a:lnTo>
                      <a:pt x="49302" y="26393"/>
                    </a:lnTo>
                    <a:cubicBezTo>
                      <a:pt x="49926" y="23276"/>
                      <a:pt x="50341" y="20990"/>
                      <a:pt x="50341" y="18704"/>
                    </a:cubicBezTo>
                    <a:cubicBezTo>
                      <a:pt x="50341" y="12677"/>
                      <a:pt x="46601" y="10807"/>
                      <a:pt x="41821" y="10807"/>
                    </a:cubicBezTo>
                    <a:cubicBezTo>
                      <a:pt x="35171" y="10807"/>
                      <a:pt x="26650" y="14547"/>
                      <a:pt x="22909" y="16210"/>
                    </a:cubicBezTo>
                    <a:lnTo>
                      <a:pt x="12518" y="75854"/>
                    </a:lnTo>
                    <a:cubicBezTo>
                      <a:pt x="12311" y="77308"/>
                      <a:pt x="11064" y="78763"/>
                      <a:pt x="9401" y="78763"/>
                    </a:cubicBezTo>
                    <a:lnTo>
                      <a:pt x="1920" y="78763"/>
                    </a:lnTo>
                    <a:cubicBezTo>
                      <a:pt x="257" y="78763"/>
                      <a:pt x="-159" y="77308"/>
                      <a:pt x="49" y="75854"/>
                    </a:cubicBezTo>
                    <a:lnTo>
                      <a:pt x="12726" y="3741"/>
                    </a:lnTo>
                    <a:cubicBezTo>
                      <a:pt x="12934" y="2078"/>
                      <a:pt x="13765" y="831"/>
                      <a:pt x="16051" y="831"/>
                    </a:cubicBezTo>
                    <a:lnTo>
                      <a:pt x="22909" y="831"/>
                    </a:lnTo>
                    <a:cubicBezTo>
                      <a:pt x="25195" y="831"/>
                      <a:pt x="25403" y="2286"/>
                      <a:pt x="24988" y="3741"/>
                    </a:cubicBezTo>
                    <a:lnTo>
                      <a:pt x="24572" y="6442"/>
                    </a:lnTo>
                    <a:cubicBezTo>
                      <a:pt x="31638" y="2078"/>
                      <a:pt x="38080" y="0"/>
                      <a:pt x="45146" y="0"/>
                    </a:cubicBezTo>
                    <a:cubicBezTo>
                      <a:pt x="51173" y="0"/>
                      <a:pt x="56784" y="2702"/>
                      <a:pt x="59277" y="6442"/>
                    </a:cubicBezTo>
                    <a:cubicBezTo>
                      <a:pt x="68214" y="1455"/>
                      <a:pt x="74656" y="0"/>
                      <a:pt x="82553" y="0"/>
                    </a:cubicBezTo>
                    <a:cubicBezTo>
                      <a:pt x="96685" y="0"/>
                      <a:pt x="103335" y="8313"/>
                      <a:pt x="103335" y="20574"/>
                    </a:cubicBezTo>
                    <a:cubicBezTo>
                      <a:pt x="103335" y="22652"/>
                      <a:pt x="103127" y="24315"/>
                      <a:pt x="102712" y="26601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9"/>
              <p:cNvSpPr/>
              <p:nvPr/>
            </p:nvSpPr>
            <p:spPr>
              <a:xfrm>
                <a:off x="6911238" y="-630387"/>
                <a:ext cx="30928" cy="105363"/>
              </a:xfrm>
              <a:custGeom>
                <a:avLst/>
                <a:gdLst/>
                <a:ahLst/>
                <a:cxnLst/>
                <a:rect l="l" t="t" r="r" b="b"/>
                <a:pathLst>
                  <a:path w="30928" h="105363" extrusionOk="0">
                    <a:moveTo>
                      <a:pt x="28728" y="0"/>
                    </a:moveTo>
                    <a:cubicBezTo>
                      <a:pt x="30598" y="0"/>
                      <a:pt x="31221" y="831"/>
                      <a:pt x="30806" y="2702"/>
                    </a:cubicBezTo>
                    <a:lnTo>
                      <a:pt x="13141" y="102454"/>
                    </a:lnTo>
                    <a:cubicBezTo>
                      <a:pt x="12933" y="104533"/>
                      <a:pt x="12102" y="105364"/>
                      <a:pt x="10024" y="105364"/>
                    </a:cubicBezTo>
                    <a:lnTo>
                      <a:pt x="2127" y="105364"/>
                    </a:lnTo>
                    <a:cubicBezTo>
                      <a:pt x="256" y="105364"/>
                      <a:pt x="-159" y="103909"/>
                      <a:pt x="49" y="102454"/>
                    </a:cubicBezTo>
                    <a:lnTo>
                      <a:pt x="17505" y="2702"/>
                    </a:lnTo>
                    <a:cubicBezTo>
                      <a:pt x="17713" y="1247"/>
                      <a:pt x="18337" y="0"/>
                      <a:pt x="20415" y="0"/>
                    </a:cubicBezTo>
                    <a:lnTo>
                      <a:pt x="2831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9"/>
              <p:cNvSpPr/>
              <p:nvPr/>
            </p:nvSpPr>
            <p:spPr>
              <a:xfrm>
                <a:off x="6942837" y="-603994"/>
                <a:ext cx="68826" cy="78970"/>
              </a:xfrm>
              <a:custGeom>
                <a:avLst/>
                <a:gdLst/>
                <a:ahLst/>
                <a:cxnLst/>
                <a:rect l="l" t="t" r="r" b="b"/>
                <a:pathLst>
                  <a:path w="68826" h="78970" extrusionOk="0">
                    <a:moveTo>
                      <a:pt x="67787" y="29510"/>
                    </a:moveTo>
                    <a:lnTo>
                      <a:pt x="59475" y="76061"/>
                    </a:lnTo>
                    <a:cubicBezTo>
                      <a:pt x="59267" y="77516"/>
                      <a:pt x="57604" y="78971"/>
                      <a:pt x="56149" y="78971"/>
                    </a:cubicBezTo>
                    <a:lnTo>
                      <a:pt x="49292" y="78971"/>
                    </a:lnTo>
                    <a:cubicBezTo>
                      <a:pt x="47629" y="78971"/>
                      <a:pt x="46798" y="77516"/>
                      <a:pt x="47006" y="76061"/>
                    </a:cubicBezTo>
                    <a:lnTo>
                      <a:pt x="55110" y="29510"/>
                    </a:lnTo>
                    <a:cubicBezTo>
                      <a:pt x="55526" y="26809"/>
                      <a:pt x="55734" y="23899"/>
                      <a:pt x="55734" y="21613"/>
                    </a:cubicBezTo>
                    <a:cubicBezTo>
                      <a:pt x="55734" y="14755"/>
                      <a:pt x="52824" y="10807"/>
                      <a:pt x="42641" y="10807"/>
                    </a:cubicBezTo>
                    <a:cubicBezTo>
                      <a:pt x="37238" y="10807"/>
                      <a:pt x="31627" y="11846"/>
                      <a:pt x="22691" y="16210"/>
                    </a:cubicBezTo>
                    <a:lnTo>
                      <a:pt x="12300" y="76061"/>
                    </a:lnTo>
                    <a:cubicBezTo>
                      <a:pt x="12092" y="77516"/>
                      <a:pt x="10429" y="78971"/>
                      <a:pt x="8975" y="78971"/>
                    </a:cubicBezTo>
                    <a:lnTo>
                      <a:pt x="2117" y="78971"/>
                    </a:lnTo>
                    <a:cubicBezTo>
                      <a:pt x="454" y="78971"/>
                      <a:pt x="-169" y="77308"/>
                      <a:pt x="39" y="76061"/>
                    </a:cubicBezTo>
                    <a:lnTo>
                      <a:pt x="12716" y="3949"/>
                    </a:lnTo>
                    <a:cubicBezTo>
                      <a:pt x="12923" y="2286"/>
                      <a:pt x="13755" y="1039"/>
                      <a:pt x="16456" y="1039"/>
                    </a:cubicBezTo>
                    <a:lnTo>
                      <a:pt x="22483" y="1039"/>
                    </a:lnTo>
                    <a:cubicBezTo>
                      <a:pt x="24769" y="1039"/>
                      <a:pt x="25392" y="1870"/>
                      <a:pt x="25185" y="3949"/>
                    </a:cubicBezTo>
                    <a:lnTo>
                      <a:pt x="24769" y="6858"/>
                    </a:lnTo>
                    <a:cubicBezTo>
                      <a:pt x="31627" y="3117"/>
                      <a:pt x="37861" y="0"/>
                      <a:pt x="47629" y="0"/>
                    </a:cubicBezTo>
                    <a:cubicBezTo>
                      <a:pt x="62800" y="0"/>
                      <a:pt x="68826" y="9560"/>
                      <a:pt x="68826" y="21821"/>
                    </a:cubicBezTo>
                    <a:cubicBezTo>
                      <a:pt x="68826" y="24315"/>
                      <a:pt x="68619" y="27016"/>
                      <a:pt x="68203" y="2951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7020184" y="-631634"/>
                <a:ext cx="72982" cy="107649"/>
              </a:xfrm>
              <a:custGeom>
                <a:avLst/>
                <a:gdLst/>
                <a:ahLst/>
                <a:cxnLst/>
                <a:rect l="l" t="t" r="r" b="b"/>
                <a:pathLst>
                  <a:path w="72982" h="107649" extrusionOk="0">
                    <a:moveTo>
                      <a:pt x="63592" y="0"/>
                    </a:moveTo>
                    <a:lnTo>
                      <a:pt x="70866" y="0"/>
                    </a:lnTo>
                    <a:cubicBezTo>
                      <a:pt x="72529" y="0"/>
                      <a:pt x="73152" y="623"/>
                      <a:pt x="72944" y="2702"/>
                    </a:cubicBezTo>
                    <a:lnTo>
                      <a:pt x="55487" y="101831"/>
                    </a:lnTo>
                    <a:cubicBezTo>
                      <a:pt x="55280" y="103701"/>
                      <a:pt x="54448" y="104740"/>
                      <a:pt x="51955" y="105156"/>
                    </a:cubicBezTo>
                    <a:cubicBezTo>
                      <a:pt x="42810" y="106819"/>
                      <a:pt x="34082" y="107650"/>
                      <a:pt x="25562" y="107650"/>
                    </a:cubicBezTo>
                    <a:cubicBezTo>
                      <a:pt x="8313" y="107650"/>
                      <a:pt x="0" y="97051"/>
                      <a:pt x="0" y="81673"/>
                    </a:cubicBezTo>
                    <a:cubicBezTo>
                      <a:pt x="0" y="78763"/>
                      <a:pt x="208" y="75854"/>
                      <a:pt x="831" y="72736"/>
                    </a:cubicBezTo>
                    <a:lnTo>
                      <a:pt x="2702" y="62553"/>
                    </a:lnTo>
                    <a:cubicBezTo>
                      <a:pt x="7066" y="38239"/>
                      <a:pt x="18911" y="27848"/>
                      <a:pt x="39693" y="27848"/>
                    </a:cubicBezTo>
                    <a:cubicBezTo>
                      <a:pt x="44057" y="27848"/>
                      <a:pt x="50708" y="28263"/>
                      <a:pt x="55903" y="29302"/>
                    </a:cubicBezTo>
                    <a:lnTo>
                      <a:pt x="60683" y="2909"/>
                    </a:lnTo>
                    <a:cubicBezTo>
                      <a:pt x="61098" y="1039"/>
                      <a:pt x="62345" y="208"/>
                      <a:pt x="64008" y="208"/>
                    </a:cubicBezTo>
                    <a:moveTo>
                      <a:pt x="37615" y="38446"/>
                    </a:moveTo>
                    <a:cubicBezTo>
                      <a:pt x="23691" y="38446"/>
                      <a:pt x="17457" y="48422"/>
                      <a:pt x="14963" y="62138"/>
                    </a:cubicBezTo>
                    <a:lnTo>
                      <a:pt x="13092" y="72321"/>
                    </a:lnTo>
                    <a:cubicBezTo>
                      <a:pt x="12469" y="75646"/>
                      <a:pt x="12053" y="78763"/>
                      <a:pt x="12053" y="81465"/>
                    </a:cubicBezTo>
                    <a:cubicBezTo>
                      <a:pt x="12053" y="91024"/>
                      <a:pt x="16210" y="96428"/>
                      <a:pt x="27224" y="96428"/>
                    </a:cubicBezTo>
                    <a:cubicBezTo>
                      <a:pt x="32004" y="96428"/>
                      <a:pt x="39070" y="96012"/>
                      <a:pt x="43850" y="95596"/>
                    </a:cubicBezTo>
                    <a:lnTo>
                      <a:pt x="53825" y="39485"/>
                    </a:lnTo>
                    <a:cubicBezTo>
                      <a:pt x="49253" y="38654"/>
                      <a:pt x="41979" y="38446"/>
                      <a:pt x="37615" y="38446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7094375" y="-603163"/>
                <a:ext cx="68703" cy="79178"/>
              </a:xfrm>
              <a:custGeom>
                <a:avLst/>
                <a:gdLst/>
                <a:ahLst/>
                <a:cxnLst/>
                <a:rect l="l" t="t" r="r" b="b"/>
                <a:pathLst>
                  <a:path w="68703" h="79178" extrusionOk="0">
                    <a:moveTo>
                      <a:pt x="66502" y="208"/>
                    </a:moveTo>
                    <a:cubicBezTo>
                      <a:pt x="68372" y="208"/>
                      <a:pt x="68996" y="1870"/>
                      <a:pt x="68580" y="3117"/>
                    </a:cubicBezTo>
                    <a:lnTo>
                      <a:pt x="55903" y="75230"/>
                    </a:lnTo>
                    <a:cubicBezTo>
                      <a:pt x="55695" y="76893"/>
                      <a:pt x="54241" y="78140"/>
                      <a:pt x="52578" y="78140"/>
                    </a:cubicBezTo>
                    <a:lnTo>
                      <a:pt x="45928" y="78140"/>
                    </a:lnTo>
                    <a:cubicBezTo>
                      <a:pt x="44265" y="78140"/>
                      <a:pt x="43642" y="76685"/>
                      <a:pt x="43850" y="75230"/>
                    </a:cubicBezTo>
                    <a:lnTo>
                      <a:pt x="44265" y="72736"/>
                    </a:lnTo>
                    <a:cubicBezTo>
                      <a:pt x="35745" y="77101"/>
                      <a:pt x="29095" y="79179"/>
                      <a:pt x="20782" y="79179"/>
                    </a:cubicBezTo>
                    <a:cubicBezTo>
                      <a:pt x="8520" y="79179"/>
                      <a:pt x="0" y="71697"/>
                      <a:pt x="0" y="56734"/>
                    </a:cubicBezTo>
                    <a:cubicBezTo>
                      <a:pt x="0" y="54033"/>
                      <a:pt x="416" y="51123"/>
                      <a:pt x="831" y="48006"/>
                    </a:cubicBezTo>
                    <a:lnTo>
                      <a:pt x="8728" y="2909"/>
                    </a:lnTo>
                    <a:cubicBezTo>
                      <a:pt x="9144" y="831"/>
                      <a:pt x="10599" y="0"/>
                      <a:pt x="12053" y="0"/>
                    </a:cubicBezTo>
                    <a:lnTo>
                      <a:pt x="18911" y="0"/>
                    </a:lnTo>
                    <a:cubicBezTo>
                      <a:pt x="20574" y="0"/>
                      <a:pt x="21405" y="1039"/>
                      <a:pt x="21197" y="2909"/>
                    </a:cubicBezTo>
                    <a:lnTo>
                      <a:pt x="13092" y="49461"/>
                    </a:lnTo>
                    <a:cubicBezTo>
                      <a:pt x="12469" y="52578"/>
                      <a:pt x="12261" y="55280"/>
                      <a:pt x="12261" y="57566"/>
                    </a:cubicBezTo>
                    <a:cubicBezTo>
                      <a:pt x="12261" y="65463"/>
                      <a:pt x="16002" y="67957"/>
                      <a:pt x="25354" y="67957"/>
                    </a:cubicBezTo>
                    <a:cubicBezTo>
                      <a:pt x="31381" y="67957"/>
                      <a:pt x="38446" y="65878"/>
                      <a:pt x="45512" y="62761"/>
                    </a:cubicBezTo>
                    <a:lnTo>
                      <a:pt x="55903" y="2909"/>
                    </a:lnTo>
                    <a:cubicBezTo>
                      <a:pt x="56111" y="1455"/>
                      <a:pt x="56942" y="0"/>
                      <a:pt x="59228" y="0"/>
                    </a:cubicBezTo>
                    <a:lnTo>
                      <a:pt x="66086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7163971" y="-604202"/>
                <a:ext cx="61473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61473" h="80010" extrusionOk="0">
                    <a:moveTo>
                      <a:pt x="59251" y="2078"/>
                    </a:moveTo>
                    <a:cubicBezTo>
                      <a:pt x="61329" y="2494"/>
                      <a:pt x="61745" y="2909"/>
                      <a:pt x="61329" y="4988"/>
                    </a:cubicBezTo>
                    <a:lnTo>
                      <a:pt x="60706" y="9560"/>
                    </a:lnTo>
                    <a:cubicBezTo>
                      <a:pt x="60498" y="11222"/>
                      <a:pt x="59459" y="12261"/>
                      <a:pt x="57381" y="12053"/>
                    </a:cubicBezTo>
                    <a:cubicBezTo>
                      <a:pt x="52601" y="11430"/>
                      <a:pt x="44496" y="11014"/>
                      <a:pt x="36599" y="11014"/>
                    </a:cubicBezTo>
                    <a:cubicBezTo>
                      <a:pt x="30156" y="11014"/>
                      <a:pt x="21844" y="12885"/>
                      <a:pt x="21844" y="20990"/>
                    </a:cubicBezTo>
                    <a:cubicBezTo>
                      <a:pt x="21844" y="24523"/>
                      <a:pt x="24753" y="27224"/>
                      <a:pt x="29533" y="30341"/>
                    </a:cubicBezTo>
                    <a:lnTo>
                      <a:pt x="42210" y="38654"/>
                    </a:lnTo>
                    <a:cubicBezTo>
                      <a:pt x="51977" y="45097"/>
                      <a:pt x="54887" y="50084"/>
                      <a:pt x="54887" y="57566"/>
                    </a:cubicBezTo>
                    <a:cubicBezTo>
                      <a:pt x="54887" y="74191"/>
                      <a:pt x="40132" y="80010"/>
                      <a:pt x="24545" y="80010"/>
                    </a:cubicBezTo>
                    <a:cubicBezTo>
                      <a:pt x="18519" y="80010"/>
                      <a:pt x="8751" y="79387"/>
                      <a:pt x="2517" y="77932"/>
                    </a:cubicBezTo>
                    <a:cubicBezTo>
                      <a:pt x="1062" y="77724"/>
                      <a:pt x="-185" y="76685"/>
                      <a:pt x="23" y="75022"/>
                    </a:cubicBezTo>
                    <a:lnTo>
                      <a:pt x="854" y="70035"/>
                    </a:lnTo>
                    <a:cubicBezTo>
                      <a:pt x="1270" y="68164"/>
                      <a:pt x="1893" y="67749"/>
                      <a:pt x="4387" y="67957"/>
                    </a:cubicBezTo>
                    <a:cubicBezTo>
                      <a:pt x="11037" y="68788"/>
                      <a:pt x="21220" y="69411"/>
                      <a:pt x="26208" y="69411"/>
                    </a:cubicBezTo>
                    <a:cubicBezTo>
                      <a:pt x="34521" y="69411"/>
                      <a:pt x="42210" y="66502"/>
                      <a:pt x="42210" y="57358"/>
                    </a:cubicBezTo>
                    <a:cubicBezTo>
                      <a:pt x="42210" y="54033"/>
                      <a:pt x="40547" y="51539"/>
                      <a:pt x="34105" y="47383"/>
                    </a:cubicBezTo>
                    <a:lnTo>
                      <a:pt x="21428" y="39070"/>
                    </a:lnTo>
                    <a:cubicBezTo>
                      <a:pt x="13739" y="33874"/>
                      <a:pt x="9582" y="28263"/>
                      <a:pt x="9582" y="20574"/>
                    </a:cubicBezTo>
                    <a:cubicBezTo>
                      <a:pt x="9582" y="4780"/>
                      <a:pt x="24753" y="0"/>
                      <a:pt x="38885" y="0"/>
                    </a:cubicBezTo>
                    <a:cubicBezTo>
                      <a:pt x="49691" y="0"/>
                      <a:pt x="53640" y="623"/>
                      <a:pt x="59667" y="1870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7231093" y="-620435"/>
                <a:ext cx="47440" cy="96658"/>
              </a:xfrm>
              <a:custGeom>
                <a:avLst/>
                <a:gdLst/>
                <a:ahLst/>
                <a:cxnLst/>
                <a:rect l="l" t="t" r="r" b="b"/>
                <a:pathLst>
                  <a:path w="47440" h="96658" extrusionOk="0">
                    <a:moveTo>
                      <a:pt x="45123" y="17480"/>
                    </a:moveTo>
                    <a:cubicBezTo>
                      <a:pt x="46786" y="17480"/>
                      <a:pt x="47617" y="18311"/>
                      <a:pt x="47409" y="20389"/>
                    </a:cubicBezTo>
                    <a:lnTo>
                      <a:pt x="46578" y="25169"/>
                    </a:lnTo>
                    <a:cubicBezTo>
                      <a:pt x="46162" y="27663"/>
                      <a:pt x="44915" y="28078"/>
                      <a:pt x="43253" y="28078"/>
                    </a:cubicBezTo>
                    <a:lnTo>
                      <a:pt x="28082" y="28078"/>
                    </a:lnTo>
                    <a:lnTo>
                      <a:pt x="19354" y="77747"/>
                    </a:lnTo>
                    <a:cubicBezTo>
                      <a:pt x="19146" y="79409"/>
                      <a:pt x="18938" y="80656"/>
                      <a:pt x="18938" y="81903"/>
                    </a:cubicBezTo>
                    <a:cubicBezTo>
                      <a:pt x="18938" y="86060"/>
                      <a:pt x="21016" y="86475"/>
                      <a:pt x="25380" y="86475"/>
                    </a:cubicBezTo>
                    <a:lnTo>
                      <a:pt x="34109" y="86475"/>
                    </a:lnTo>
                    <a:cubicBezTo>
                      <a:pt x="35771" y="86475"/>
                      <a:pt x="36395" y="86891"/>
                      <a:pt x="36187" y="88553"/>
                    </a:cubicBezTo>
                    <a:lnTo>
                      <a:pt x="35356" y="93541"/>
                    </a:lnTo>
                    <a:cubicBezTo>
                      <a:pt x="35148" y="94788"/>
                      <a:pt x="34316" y="95619"/>
                      <a:pt x="32446" y="95827"/>
                    </a:cubicBezTo>
                    <a:cubicBezTo>
                      <a:pt x="29537" y="96243"/>
                      <a:pt x="26211" y="96658"/>
                      <a:pt x="23510" y="96658"/>
                    </a:cubicBezTo>
                    <a:cubicBezTo>
                      <a:pt x="13950" y="96658"/>
                      <a:pt x="6469" y="92918"/>
                      <a:pt x="6469" y="83150"/>
                    </a:cubicBezTo>
                    <a:cubicBezTo>
                      <a:pt x="6469" y="81280"/>
                      <a:pt x="6469" y="79825"/>
                      <a:pt x="7092" y="77747"/>
                    </a:cubicBezTo>
                    <a:lnTo>
                      <a:pt x="15821" y="28286"/>
                    </a:lnTo>
                    <a:lnTo>
                      <a:pt x="2313" y="26624"/>
                    </a:lnTo>
                    <a:cubicBezTo>
                      <a:pt x="858" y="26624"/>
                      <a:pt x="-181" y="25584"/>
                      <a:pt x="26" y="24130"/>
                    </a:cubicBezTo>
                    <a:lnTo>
                      <a:pt x="650" y="20389"/>
                    </a:lnTo>
                    <a:cubicBezTo>
                      <a:pt x="1065" y="18519"/>
                      <a:pt x="2313" y="17895"/>
                      <a:pt x="3767" y="17895"/>
                    </a:cubicBezTo>
                    <a:lnTo>
                      <a:pt x="17483" y="17895"/>
                    </a:lnTo>
                    <a:lnTo>
                      <a:pt x="19769" y="3971"/>
                    </a:lnTo>
                    <a:cubicBezTo>
                      <a:pt x="19977" y="2517"/>
                      <a:pt x="21432" y="1478"/>
                      <a:pt x="22886" y="1062"/>
                    </a:cubicBezTo>
                    <a:lnTo>
                      <a:pt x="30368" y="23"/>
                    </a:lnTo>
                    <a:cubicBezTo>
                      <a:pt x="32446" y="-185"/>
                      <a:pt x="32862" y="1062"/>
                      <a:pt x="32446" y="2309"/>
                    </a:cubicBezTo>
                    <a:lnTo>
                      <a:pt x="29952" y="17687"/>
                    </a:lnTo>
                    <a:lnTo>
                      <a:pt x="45331" y="176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7275902" y="-603786"/>
                <a:ext cx="48044" cy="78763"/>
              </a:xfrm>
              <a:custGeom>
                <a:avLst/>
                <a:gdLst/>
                <a:ahLst/>
                <a:cxnLst/>
                <a:rect l="l" t="t" r="r" b="b"/>
                <a:pathLst>
                  <a:path w="48044" h="78763" extrusionOk="0">
                    <a:moveTo>
                      <a:pt x="12367" y="75854"/>
                    </a:moveTo>
                    <a:cubicBezTo>
                      <a:pt x="12159" y="77516"/>
                      <a:pt x="10497" y="78763"/>
                      <a:pt x="9042" y="78763"/>
                    </a:cubicBezTo>
                    <a:lnTo>
                      <a:pt x="2184" y="78763"/>
                    </a:lnTo>
                    <a:cubicBezTo>
                      <a:pt x="522" y="78763"/>
                      <a:pt x="-310" y="77308"/>
                      <a:pt x="106" y="75854"/>
                    </a:cubicBezTo>
                    <a:lnTo>
                      <a:pt x="12783" y="3741"/>
                    </a:lnTo>
                    <a:cubicBezTo>
                      <a:pt x="12991" y="2286"/>
                      <a:pt x="14445" y="831"/>
                      <a:pt x="16108" y="831"/>
                    </a:cubicBezTo>
                    <a:lnTo>
                      <a:pt x="22758" y="831"/>
                    </a:lnTo>
                    <a:cubicBezTo>
                      <a:pt x="24421" y="831"/>
                      <a:pt x="25252" y="2286"/>
                      <a:pt x="24836" y="3741"/>
                    </a:cubicBezTo>
                    <a:lnTo>
                      <a:pt x="24213" y="7066"/>
                    </a:lnTo>
                    <a:cubicBezTo>
                      <a:pt x="31902" y="1039"/>
                      <a:pt x="38760" y="0"/>
                      <a:pt x="45202" y="0"/>
                    </a:cubicBezTo>
                    <a:lnTo>
                      <a:pt x="45410" y="0"/>
                    </a:lnTo>
                    <a:cubicBezTo>
                      <a:pt x="47904" y="0"/>
                      <a:pt x="48320" y="1039"/>
                      <a:pt x="47904" y="2494"/>
                    </a:cubicBezTo>
                    <a:lnTo>
                      <a:pt x="46865" y="8313"/>
                    </a:lnTo>
                    <a:cubicBezTo>
                      <a:pt x="46657" y="9975"/>
                      <a:pt x="45410" y="10807"/>
                      <a:pt x="43540" y="10807"/>
                    </a:cubicBezTo>
                    <a:lnTo>
                      <a:pt x="43124" y="10807"/>
                    </a:lnTo>
                    <a:cubicBezTo>
                      <a:pt x="35019" y="10807"/>
                      <a:pt x="29824" y="12261"/>
                      <a:pt x="22966" y="16625"/>
                    </a:cubicBezTo>
                    <a:lnTo>
                      <a:pt x="12575" y="7585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7321888" y="-632465"/>
                <a:ext cx="30853" cy="107442"/>
              </a:xfrm>
              <a:custGeom>
                <a:avLst/>
                <a:gdLst/>
                <a:ahLst/>
                <a:cxnLst/>
                <a:rect l="l" t="t" r="r" b="b"/>
                <a:pathLst>
                  <a:path w="30853" h="107442" extrusionOk="0">
                    <a:moveTo>
                      <a:pt x="22908" y="29510"/>
                    </a:moveTo>
                    <a:cubicBezTo>
                      <a:pt x="24570" y="29510"/>
                      <a:pt x="25610" y="30134"/>
                      <a:pt x="25194" y="32420"/>
                    </a:cubicBezTo>
                    <a:lnTo>
                      <a:pt x="12517" y="104533"/>
                    </a:lnTo>
                    <a:cubicBezTo>
                      <a:pt x="12309" y="106195"/>
                      <a:pt x="11478" y="107442"/>
                      <a:pt x="9192" y="107442"/>
                    </a:cubicBezTo>
                    <a:lnTo>
                      <a:pt x="2334" y="107442"/>
                    </a:lnTo>
                    <a:cubicBezTo>
                      <a:pt x="256" y="107442"/>
                      <a:pt x="-160" y="105987"/>
                      <a:pt x="48" y="104533"/>
                    </a:cubicBezTo>
                    <a:lnTo>
                      <a:pt x="12725" y="32420"/>
                    </a:lnTo>
                    <a:cubicBezTo>
                      <a:pt x="13141" y="29926"/>
                      <a:pt x="14595" y="29510"/>
                      <a:pt x="16050" y="29510"/>
                    </a:cubicBezTo>
                    <a:lnTo>
                      <a:pt x="22908" y="29510"/>
                    </a:lnTo>
                    <a:close/>
                    <a:moveTo>
                      <a:pt x="28519" y="0"/>
                    </a:moveTo>
                    <a:cubicBezTo>
                      <a:pt x="30597" y="0"/>
                      <a:pt x="31013" y="831"/>
                      <a:pt x="30805" y="2909"/>
                    </a:cubicBezTo>
                    <a:lnTo>
                      <a:pt x="28727" y="14339"/>
                    </a:lnTo>
                    <a:cubicBezTo>
                      <a:pt x="28311" y="16210"/>
                      <a:pt x="27688" y="17249"/>
                      <a:pt x="25402" y="17249"/>
                    </a:cubicBezTo>
                    <a:lnTo>
                      <a:pt x="18128" y="17249"/>
                    </a:lnTo>
                    <a:cubicBezTo>
                      <a:pt x="16050" y="17249"/>
                      <a:pt x="15634" y="15794"/>
                      <a:pt x="15842" y="14339"/>
                    </a:cubicBezTo>
                    <a:lnTo>
                      <a:pt x="17920" y="2909"/>
                    </a:lnTo>
                    <a:cubicBezTo>
                      <a:pt x="18128" y="1455"/>
                      <a:pt x="19167" y="0"/>
                      <a:pt x="21245" y="0"/>
                    </a:cubicBezTo>
                    <a:lnTo>
                      <a:pt x="285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7351861" y="-603786"/>
                <a:ext cx="67601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67601" h="80010" extrusionOk="0">
                    <a:moveTo>
                      <a:pt x="65047" y="3117"/>
                    </a:moveTo>
                    <a:cubicBezTo>
                      <a:pt x="67541" y="3741"/>
                      <a:pt x="67749" y="4572"/>
                      <a:pt x="67541" y="6442"/>
                    </a:cubicBezTo>
                    <a:lnTo>
                      <a:pt x="55280" y="76061"/>
                    </a:lnTo>
                    <a:cubicBezTo>
                      <a:pt x="55072" y="77516"/>
                      <a:pt x="54241" y="78971"/>
                      <a:pt x="51955" y="78971"/>
                    </a:cubicBezTo>
                    <a:lnTo>
                      <a:pt x="46343" y="78971"/>
                    </a:lnTo>
                    <a:cubicBezTo>
                      <a:pt x="44265" y="78971"/>
                      <a:pt x="43850" y="77932"/>
                      <a:pt x="44265" y="75854"/>
                    </a:cubicBezTo>
                    <a:lnTo>
                      <a:pt x="44889" y="71489"/>
                    </a:lnTo>
                    <a:cubicBezTo>
                      <a:pt x="36576" y="77516"/>
                      <a:pt x="31588" y="80010"/>
                      <a:pt x="22029" y="80010"/>
                    </a:cubicBezTo>
                    <a:cubicBezTo>
                      <a:pt x="9975" y="80010"/>
                      <a:pt x="0" y="72321"/>
                      <a:pt x="0" y="54864"/>
                    </a:cubicBezTo>
                    <a:cubicBezTo>
                      <a:pt x="0" y="52162"/>
                      <a:pt x="208" y="49253"/>
                      <a:pt x="831" y="46343"/>
                    </a:cubicBezTo>
                    <a:lnTo>
                      <a:pt x="3325" y="32212"/>
                    </a:lnTo>
                    <a:cubicBezTo>
                      <a:pt x="7689" y="7689"/>
                      <a:pt x="23068" y="0"/>
                      <a:pt x="40109" y="0"/>
                    </a:cubicBezTo>
                    <a:cubicBezTo>
                      <a:pt x="48629" y="0"/>
                      <a:pt x="57566" y="1455"/>
                      <a:pt x="64839" y="3325"/>
                    </a:cubicBezTo>
                    <a:moveTo>
                      <a:pt x="40317" y="10183"/>
                    </a:moveTo>
                    <a:cubicBezTo>
                      <a:pt x="25769" y="10183"/>
                      <a:pt x="18288" y="18288"/>
                      <a:pt x="15586" y="33251"/>
                    </a:cubicBezTo>
                    <a:lnTo>
                      <a:pt x="13092" y="47798"/>
                    </a:lnTo>
                    <a:cubicBezTo>
                      <a:pt x="12677" y="49876"/>
                      <a:pt x="12469" y="52162"/>
                      <a:pt x="12469" y="54241"/>
                    </a:cubicBezTo>
                    <a:cubicBezTo>
                      <a:pt x="12469" y="65255"/>
                      <a:pt x="18080" y="68996"/>
                      <a:pt x="24730" y="68996"/>
                    </a:cubicBezTo>
                    <a:cubicBezTo>
                      <a:pt x="31381" y="68996"/>
                      <a:pt x="37407" y="66086"/>
                      <a:pt x="45304" y="60683"/>
                    </a:cubicBezTo>
                    <a:lnTo>
                      <a:pt x="54033" y="11430"/>
                    </a:lnTo>
                    <a:cubicBezTo>
                      <a:pt x="50292" y="10807"/>
                      <a:pt x="46136" y="9975"/>
                      <a:pt x="40317" y="9975"/>
                    </a:cubicBezTo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7424143" y="-631634"/>
                <a:ext cx="30264" cy="106610"/>
              </a:xfrm>
              <a:custGeom>
                <a:avLst/>
                <a:gdLst/>
                <a:ahLst/>
                <a:cxnLst/>
                <a:rect l="l" t="t" r="r" b="b"/>
                <a:pathLst>
                  <a:path w="30264" h="106610" extrusionOk="0">
                    <a:moveTo>
                      <a:pt x="28094" y="0"/>
                    </a:moveTo>
                    <a:cubicBezTo>
                      <a:pt x="29549" y="0"/>
                      <a:pt x="30588" y="831"/>
                      <a:pt x="30172" y="2702"/>
                    </a:cubicBezTo>
                    <a:lnTo>
                      <a:pt x="12508" y="103701"/>
                    </a:lnTo>
                    <a:cubicBezTo>
                      <a:pt x="12300" y="105156"/>
                      <a:pt x="11676" y="106611"/>
                      <a:pt x="9390" y="106611"/>
                    </a:cubicBezTo>
                    <a:lnTo>
                      <a:pt x="2117" y="106611"/>
                    </a:lnTo>
                    <a:cubicBezTo>
                      <a:pt x="454" y="106611"/>
                      <a:pt x="-169" y="105156"/>
                      <a:pt x="39" y="103701"/>
                    </a:cubicBezTo>
                    <a:lnTo>
                      <a:pt x="17703" y="2702"/>
                    </a:lnTo>
                    <a:cubicBezTo>
                      <a:pt x="17911" y="1039"/>
                      <a:pt x="18742" y="0"/>
                      <a:pt x="20820" y="0"/>
                    </a:cubicBezTo>
                    <a:lnTo>
                      <a:pt x="28094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69" name="Google Shape;369;p9"/>
            <p:cNvSpPr/>
            <p:nvPr/>
          </p:nvSpPr>
          <p:spPr>
            <a:xfrm>
              <a:off x="5109919" y="-976405"/>
              <a:ext cx="361811" cy="457407"/>
            </a:xfrm>
            <a:custGeom>
              <a:avLst/>
              <a:gdLst/>
              <a:ahLst/>
              <a:cxnLst/>
              <a:rect l="l" t="t" r="r" b="b"/>
              <a:pathLst>
                <a:path w="361811" h="457407" extrusionOk="0">
                  <a:moveTo>
                    <a:pt x="361811" y="26393"/>
                  </a:moveTo>
                  <a:lnTo>
                    <a:pt x="348511" y="101415"/>
                  </a:lnTo>
                  <a:cubicBezTo>
                    <a:pt x="347264" y="108065"/>
                    <a:pt x="342484" y="112845"/>
                    <a:pt x="335834" y="112845"/>
                  </a:cubicBezTo>
                  <a:lnTo>
                    <a:pt x="334587" y="112845"/>
                  </a:lnTo>
                  <a:cubicBezTo>
                    <a:pt x="310480" y="110975"/>
                    <a:pt x="242732" y="104948"/>
                    <a:pt x="199505" y="104948"/>
                  </a:cubicBezTo>
                  <a:cubicBezTo>
                    <a:pt x="182672" y="104948"/>
                    <a:pt x="165215" y="110351"/>
                    <a:pt x="165215" y="130094"/>
                  </a:cubicBezTo>
                  <a:cubicBezTo>
                    <a:pt x="165215" y="138407"/>
                    <a:pt x="171242" y="143810"/>
                    <a:pt x="191608" y="155864"/>
                  </a:cubicBezTo>
                  <a:lnTo>
                    <a:pt x="264760" y="199090"/>
                  </a:lnTo>
                  <a:cubicBezTo>
                    <a:pt x="307987" y="224236"/>
                    <a:pt x="324820" y="257279"/>
                    <a:pt x="324820" y="299466"/>
                  </a:cubicBezTo>
                  <a:cubicBezTo>
                    <a:pt x="324820" y="411688"/>
                    <a:pt x="230470" y="457408"/>
                    <a:pt x="128432" y="457408"/>
                  </a:cubicBezTo>
                  <a:cubicBezTo>
                    <a:pt x="79179" y="457408"/>
                    <a:pt x="40732" y="450758"/>
                    <a:pt x="10183" y="441821"/>
                  </a:cubicBezTo>
                  <a:cubicBezTo>
                    <a:pt x="4780" y="439951"/>
                    <a:pt x="0" y="437042"/>
                    <a:pt x="0" y="431638"/>
                  </a:cubicBezTo>
                  <a:lnTo>
                    <a:pt x="0" y="429768"/>
                  </a:lnTo>
                  <a:lnTo>
                    <a:pt x="12677" y="355993"/>
                  </a:lnTo>
                  <a:cubicBezTo>
                    <a:pt x="13924" y="349342"/>
                    <a:pt x="19327" y="343939"/>
                    <a:pt x="26393" y="343939"/>
                  </a:cubicBezTo>
                  <a:lnTo>
                    <a:pt x="27640" y="343939"/>
                  </a:lnTo>
                  <a:cubicBezTo>
                    <a:pt x="52162" y="346433"/>
                    <a:pt x="115963" y="352875"/>
                    <a:pt x="147759" y="352875"/>
                  </a:cubicBezTo>
                  <a:cubicBezTo>
                    <a:pt x="171866" y="352875"/>
                    <a:pt x="191608" y="344563"/>
                    <a:pt x="191608" y="317546"/>
                  </a:cubicBezTo>
                  <a:cubicBezTo>
                    <a:pt x="191608" y="308610"/>
                    <a:pt x="185582" y="301960"/>
                    <a:pt x="168125" y="290530"/>
                  </a:cubicBezTo>
                  <a:lnTo>
                    <a:pt x="90609" y="239407"/>
                  </a:lnTo>
                  <a:cubicBezTo>
                    <a:pt x="55903" y="216547"/>
                    <a:pt x="39070" y="177477"/>
                    <a:pt x="39070" y="140277"/>
                  </a:cubicBezTo>
                  <a:cubicBezTo>
                    <a:pt x="39485" y="32420"/>
                    <a:pt x="124067" y="0"/>
                    <a:pt x="219456" y="0"/>
                  </a:cubicBezTo>
                  <a:cubicBezTo>
                    <a:pt x="267046" y="0"/>
                    <a:pt x="329392" y="7897"/>
                    <a:pt x="352875" y="14963"/>
                  </a:cubicBezTo>
                  <a:cubicBezTo>
                    <a:pt x="357655" y="16833"/>
                    <a:pt x="361811" y="19119"/>
                    <a:pt x="361811" y="24523"/>
                  </a:cubicBezTo>
                  <a:lnTo>
                    <a:pt x="361811" y="2639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9"/>
            <p:cNvSpPr/>
            <p:nvPr/>
          </p:nvSpPr>
          <p:spPr>
            <a:xfrm>
              <a:off x="5471938" y="-976405"/>
              <a:ext cx="340821" cy="457615"/>
            </a:xfrm>
            <a:custGeom>
              <a:avLst/>
              <a:gdLst/>
              <a:ahLst/>
              <a:cxnLst/>
              <a:rect l="l" t="t" r="r" b="b"/>
              <a:pathLst>
                <a:path w="340821" h="457615" extrusionOk="0">
                  <a:moveTo>
                    <a:pt x="340822" y="19119"/>
                  </a:moveTo>
                  <a:lnTo>
                    <a:pt x="328145" y="92271"/>
                  </a:lnTo>
                  <a:cubicBezTo>
                    <a:pt x="326898" y="98921"/>
                    <a:pt x="320248" y="104325"/>
                    <a:pt x="313805" y="104325"/>
                  </a:cubicBezTo>
                  <a:lnTo>
                    <a:pt x="192647" y="104325"/>
                  </a:lnTo>
                  <a:cubicBezTo>
                    <a:pt x="171034" y="104325"/>
                    <a:pt x="162514" y="111598"/>
                    <a:pt x="158357" y="134251"/>
                  </a:cubicBezTo>
                  <a:lnTo>
                    <a:pt x="150460" y="178100"/>
                  </a:lnTo>
                  <a:lnTo>
                    <a:pt x="298219" y="178100"/>
                  </a:lnTo>
                  <a:cubicBezTo>
                    <a:pt x="304246" y="178100"/>
                    <a:pt x="308402" y="182257"/>
                    <a:pt x="308402" y="188283"/>
                  </a:cubicBezTo>
                  <a:lnTo>
                    <a:pt x="308402" y="190154"/>
                  </a:lnTo>
                  <a:lnTo>
                    <a:pt x="295725" y="261020"/>
                  </a:lnTo>
                  <a:cubicBezTo>
                    <a:pt x="294478" y="267670"/>
                    <a:pt x="288452" y="273073"/>
                    <a:pt x="282009" y="273073"/>
                  </a:cubicBezTo>
                  <a:lnTo>
                    <a:pt x="134251" y="273073"/>
                  </a:lnTo>
                  <a:lnTo>
                    <a:pt x="125314" y="322949"/>
                  </a:lnTo>
                  <a:cubicBezTo>
                    <a:pt x="124691" y="327729"/>
                    <a:pt x="124067" y="331262"/>
                    <a:pt x="124067" y="335003"/>
                  </a:cubicBezTo>
                  <a:cubicBezTo>
                    <a:pt x="124067" y="348719"/>
                    <a:pt x="131341" y="353083"/>
                    <a:pt x="148590" y="353083"/>
                  </a:cubicBezTo>
                  <a:lnTo>
                    <a:pt x="269748" y="353083"/>
                  </a:lnTo>
                  <a:cubicBezTo>
                    <a:pt x="275775" y="353083"/>
                    <a:pt x="279931" y="357239"/>
                    <a:pt x="279931" y="363266"/>
                  </a:cubicBezTo>
                  <a:lnTo>
                    <a:pt x="279931" y="365137"/>
                  </a:lnTo>
                  <a:lnTo>
                    <a:pt x="266631" y="438289"/>
                  </a:lnTo>
                  <a:cubicBezTo>
                    <a:pt x="265384" y="445562"/>
                    <a:pt x="260604" y="449095"/>
                    <a:pt x="252707" y="450342"/>
                  </a:cubicBezTo>
                  <a:cubicBezTo>
                    <a:pt x="229223" y="453251"/>
                    <a:pt x="192647" y="457616"/>
                    <a:pt x="134458" y="457616"/>
                  </a:cubicBezTo>
                  <a:cubicBezTo>
                    <a:pt x="64216" y="457616"/>
                    <a:pt x="0" y="432470"/>
                    <a:pt x="0" y="353707"/>
                  </a:cubicBezTo>
                  <a:cubicBezTo>
                    <a:pt x="0" y="344147"/>
                    <a:pt x="1247" y="333964"/>
                    <a:pt x="2909" y="323157"/>
                  </a:cubicBezTo>
                  <a:lnTo>
                    <a:pt x="35953" y="134666"/>
                  </a:lnTo>
                  <a:cubicBezTo>
                    <a:pt x="57358" y="13300"/>
                    <a:pt x="129471" y="0"/>
                    <a:pt x="214053" y="0"/>
                  </a:cubicBezTo>
                  <a:cubicBezTo>
                    <a:pt x="272242" y="0"/>
                    <a:pt x="308818" y="4156"/>
                    <a:pt x="331054" y="7274"/>
                  </a:cubicBezTo>
                  <a:cubicBezTo>
                    <a:pt x="337705" y="7897"/>
                    <a:pt x="340614" y="10807"/>
                    <a:pt x="340614" y="16833"/>
                  </a:cubicBezTo>
                  <a:lnTo>
                    <a:pt x="340614" y="1932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9"/>
            <p:cNvSpPr/>
            <p:nvPr/>
          </p:nvSpPr>
          <p:spPr>
            <a:xfrm>
              <a:off x="5794888" y="-970378"/>
              <a:ext cx="443483" cy="446185"/>
            </a:xfrm>
            <a:custGeom>
              <a:avLst/>
              <a:gdLst/>
              <a:ahLst/>
              <a:cxnLst/>
              <a:rect l="l" t="t" r="r" b="b"/>
              <a:pathLst>
                <a:path w="443483" h="446185" extrusionOk="0">
                  <a:moveTo>
                    <a:pt x="443484" y="12053"/>
                  </a:moveTo>
                  <a:lnTo>
                    <a:pt x="371371" y="423949"/>
                  </a:lnTo>
                  <a:cubicBezTo>
                    <a:pt x="369085" y="436003"/>
                    <a:pt x="357032" y="446186"/>
                    <a:pt x="344978" y="446186"/>
                  </a:cubicBezTo>
                  <a:lnTo>
                    <a:pt x="270579" y="446186"/>
                  </a:lnTo>
                  <a:cubicBezTo>
                    <a:pt x="259773" y="446186"/>
                    <a:pt x="253123" y="441406"/>
                    <a:pt x="248343" y="429976"/>
                  </a:cubicBezTo>
                  <a:lnTo>
                    <a:pt x="159397" y="228808"/>
                  </a:lnTo>
                  <a:cubicBezTo>
                    <a:pt x="157526" y="224651"/>
                    <a:pt x="155864" y="224028"/>
                    <a:pt x="153993" y="224028"/>
                  </a:cubicBezTo>
                  <a:cubicBezTo>
                    <a:pt x="152123" y="224028"/>
                    <a:pt x="151084" y="225275"/>
                    <a:pt x="150460" y="229431"/>
                  </a:cubicBezTo>
                  <a:lnTo>
                    <a:pt x="114508" y="434132"/>
                  </a:lnTo>
                  <a:cubicBezTo>
                    <a:pt x="113261" y="440782"/>
                    <a:pt x="106611" y="446186"/>
                    <a:pt x="100168" y="446186"/>
                  </a:cubicBezTo>
                  <a:lnTo>
                    <a:pt x="10183" y="446186"/>
                  </a:lnTo>
                  <a:cubicBezTo>
                    <a:pt x="4156" y="446186"/>
                    <a:pt x="0" y="442029"/>
                    <a:pt x="0" y="436003"/>
                  </a:cubicBezTo>
                  <a:lnTo>
                    <a:pt x="0" y="434132"/>
                  </a:lnTo>
                  <a:lnTo>
                    <a:pt x="72113" y="22237"/>
                  </a:lnTo>
                  <a:cubicBezTo>
                    <a:pt x="74399" y="10183"/>
                    <a:pt x="86452" y="0"/>
                    <a:pt x="98506" y="0"/>
                  </a:cubicBezTo>
                  <a:lnTo>
                    <a:pt x="171658" y="0"/>
                  </a:lnTo>
                  <a:cubicBezTo>
                    <a:pt x="183088" y="0"/>
                    <a:pt x="187868" y="7274"/>
                    <a:pt x="192647" y="17457"/>
                  </a:cubicBezTo>
                  <a:lnTo>
                    <a:pt x="283880" y="224651"/>
                  </a:lnTo>
                  <a:cubicBezTo>
                    <a:pt x="285750" y="228808"/>
                    <a:pt x="286374" y="230055"/>
                    <a:pt x="288036" y="230055"/>
                  </a:cubicBezTo>
                  <a:cubicBezTo>
                    <a:pt x="289699" y="230055"/>
                    <a:pt x="291569" y="229431"/>
                    <a:pt x="292192" y="224651"/>
                  </a:cubicBezTo>
                  <a:lnTo>
                    <a:pt x="329392" y="12053"/>
                  </a:lnTo>
                  <a:cubicBezTo>
                    <a:pt x="330639" y="5403"/>
                    <a:pt x="337289" y="0"/>
                    <a:pt x="343731" y="0"/>
                  </a:cubicBezTo>
                  <a:lnTo>
                    <a:pt x="433717" y="0"/>
                  </a:lnTo>
                  <a:cubicBezTo>
                    <a:pt x="439743" y="0"/>
                    <a:pt x="443276" y="4156"/>
                    <a:pt x="443276" y="9560"/>
                  </a:cubicBezTo>
                  <a:lnTo>
                    <a:pt x="443276" y="120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9"/>
            <p:cNvSpPr/>
            <p:nvPr/>
          </p:nvSpPr>
          <p:spPr>
            <a:xfrm>
              <a:off x="6198886" y="-975781"/>
              <a:ext cx="392568" cy="451588"/>
            </a:xfrm>
            <a:custGeom>
              <a:avLst/>
              <a:gdLst/>
              <a:ahLst/>
              <a:cxnLst/>
              <a:rect l="l" t="t" r="r" b="b"/>
              <a:pathLst>
                <a:path w="392568" h="451588" extrusionOk="0">
                  <a:moveTo>
                    <a:pt x="381139" y="451381"/>
                  </a:moveTo>
                  <a:lnTo>
                    <a:pt x="279100" y="451381"/>
                  </a:lnTo>
                  <a:cubicBezTo>
                    <a:pt x="273073" y="451381"/>
                    <a:pt x="268917" y="445978"/>
                    <a:pt x="268917" y="439951"/>
                  </a:cubicBezTo>
                  <a:lnTo>
                    <a:pt x="267046" y="356408"/>
                  </a:lnTo>
                  <a:lnTo>
                    <a:pt x="160228" y="356408"/>
                  </a:lnTo>
                  <a:lnTo>
                    <a:pt x="128432" y="439951"/>
                  </a:lnTo>
                  <a:cubicBezTo>
                    <a:pt x="125938" y="445978"/>
                    <a:pt x="120535" y="451381"/>
                    <a:pt x="114508" y="451381"/>
                  </a:cubicBezTo>
                  <a:lnTo>
                    <a:pt x="8313" y="451381"/>
                  </a:lnTo>
                  <a:cubicBezTo>
                    <a:pt x="2909" y="451381"/>
                    <a:pt x="0" y="448472"/>
                    <a:pt x="0" y="443484"/>
                  </a:cubicBezTo>
                  <a:cubicBezTo>
                    <a:pt x="0" y="442237"/>
                    <a:pt x="623" y="440575"/>
                    <a:pt x="1247" y="438704"/>
                  </a:cubicBezTo>
                  <a:lnTo>
                    <a:pt x="146512" y="71282"/>
                  </a:lnTo>
                  <a:cubicBezTo>
                    <a:pt x="169787" y="12053"/>
                    <a:pt x="217170" y="0"/>
                    <a:pt x="274320" y="0"/>
                  </a:cubicBezTo>
                  <a:cubicBezTo>
                    <a:pt x="331470" y="0"/>
                    <a:pt x="374488" y="12053"/>
                    <a:pt x="376982" y="71489"/>
                  </a:cubicBezTo>
                  <a:lnTo>
                    <a:pt x="392568" y="438912"/>
                  </a:lnTo>
                  <a:lnTo>
                    <a:pt x="392568" y="439535"/>
                  </a:lnTo>
                  <a:cubicBezTo>
                    <a:pt x="392568" y="446186"/>
                    <a:pt x="387789" y="451589"/>
                    <a:pt x="381139" y="451589"/>
                  </a:cubicBezTo>
                  <a:moveTo>
                    <a:pt x="264137" y="108065"/>
                  </a:moveTo>
                  <a:cubicBezTo>
                    <a:pt x="264137" y="102662"/>
                    <a:pt x="264137" y="99753"/>
                    <a:pt x="258734" y="99753"/>
                  </a:cubicBezTo>
                  <a:cubicBezTo>
                    <a:pt x="253330" y="99753"/>
                    <a:pt x="252707" y="102662"/>
                    <a:pt x="250836" y="108065"/>
                  </a:cubicBezTo>
                  <a:lnTo>
                    <a:pt x="194310" y="260604"/>
                  </a:lnTo>
                  <a:lnTo>
                    <a:pt x="266423" y="260604"/>
                  </a:lnTo>
                  <a:lnTo>
                    <a:pt x="263929" y="10806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9"/>
            <p:cNvSpPr/>
            <p:nvPr/>
          </p:nvSpPr>
          <p:spPr>
            <a:xfrm>
              <a:off x="6685804" y="-970378"/>
              <a:ext cx="141306" cy="118040"/>
            </a:xfrm>
            <a:custGeom>
              <a:avLst/>
              <a:gdLst/>
              <a:ahLst/>
              <a:cxnLst/>
              <a:rect l="l" t="t" r="r" b="b"/>
              <a:pathLst>
                <a:path w="141306" h="118040" extrusionOk="0">
                  <a:moveTo>
                    <a:pt x="141109" y="11430"/>
                  </a:moveTo>
                  <a:cubicBezTo>
                    <a:pt x="142356" y="3533"/>
                    <a:pt x="137576" y="0"/>
                    <a:pt x="130926" y="0"/>
                  </a:cubicBezTo>
                  <a:lnTo>
                    <a:pt x="32420" y="0"/>
                  </a:lnTo>
                  <a:cubicBezTo>
                    <a:pt x="25770" y="0"/>
                    <a:pt x="19743" y="4780"/>
                    <a:pt x="18704" y="11430"/>
                  </a:cubicBezTo>
                  <a:lnTo>
                    <a:pt x="0" y="118041"/>
                  </a:lnTo>
                  <a:lnTo>
                    <a:pt x="133419" y="55487"/>
                  </a:lnTo>
                  <a:lnTo>
                    <a:pt x="141109" y="1143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6629664" y="-867300"/>
              <a:ext cx="180831" cy="342900"/>
            </a:xfrm>
            <a:custGeom>
              <a:avLst/>
              <a:gdLst/>
              <a:ahLst/>
              <a:cxnLst/>
              <a:rect l="l" t="t" r="r" b="b"/>
              <a:pathLst>
                <a:path w="180831" h="342900" extrusionOk="0">
                  <a:moveTo>
                    <a:pt x="47620" y="62553"/>
                  </a:moveTo>
                  <a:lnTo>
                    <a:pt x="237" y="330847"/>
                  </a:lnTo>
                  <a:cubicBezTo>
                    <a:pt x="-1010" y="336873"/>
                    <a:pt x="2731" y="342900"/>
                    <a:pt x="9797" y="342900"/>
                  </a:cubicBezTo>
                  <a:lnTo>
                    <a:pt x="108303" y="342900"/>
                  </a:lnTo>
                  <a:cubicBezTo>
                    <a:pt x="117239" y="342900"/>
                    <a:pt x="121395" y="337497"/>
                    <a:pt x="122642" y="330847"/>
                  </a:cubicBezTo>
                  <a:lnTo>
                    <a:pt x="180831" y="0"/>
                  </a:lnTo>
                  <a:lnTo>
                    <a:pt x="47412" y="625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75" name="Google Shape;375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6444" cy="310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CONTEÚDO - SENAI">
  <p:cSld name="04 CONTEÚDO - SENAI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0"/>
          <p:cNvSpPr/>
          <p:nvPr/>
        </p:nvSpPr>
        <p:spPr>
          <a:xfrm>
            <a:off x="11451780" y="6620366"/>
            <a:ext cx="665655" cy="237634"/>
          </a:xfrm>
          <a:custGeom>
            <a:avLst/>
            <a:gdLst/>
            <a:ahLst/>
            <a:cxnLst/>
            <a:rect l="l" t="t" r="r" b="b"/>
            <a:pathLst>
              <a:path w="665655" h="237634" extrusionOk="0">
                <a:moveTo>
                  <a:pt x="102772" y="0"/>
                </a:moveTo>
                <a:lnTo>
                  <a:pt x="612012" y="0"/>
                </a:lnTo>
                <a:cubicBezTo>
                  <a:pt x="645730" y="0"/>
                  <a:pt x="670803" y="19021"/>
                  <a:pt x="664751" y="58792"/>
                </a:cubicBezTo>
                <a:lnTo>
                  <a:pt x="663887" y="58792"/>
                </a:lnTo>
                <a:lnTo>
                  <a:pt x="632487" y="237634"/>
                </a:lnTo>
                <a:lnTo>
                  <a:pt x="0" y="237634"/>
                </a:lnTo>
                <a:lnTo>
                  <a:pt x="31876" y="58792"/>
                </a:lnTo>
                <a:cubicBezTo>
                  <a:pt x="37928" y="25073"/>
                  <a:pt x="69053" y="0"/>
                  <a:pt x="102772" y="0"/>
                </a:cubicBezTo>
                <a:close/>
              </a:path>
            </a:pathLst>
          </a:custGeom>
          <a:solidFill>
            <a:srgbClr val="0095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0"/>
          <p:cNvSpPr txBox="1"/>
          <p:nvPr/>
        </p:nvSpPr>
        <p:spPr>
          <a:xfrm>
            <a:off x="11451780" y="6620366"/>
            <a:ext cx="665655" cy="23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5CAA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380" name="Google Shape;380;p10"/>
          <p:cNvGrpSpPr/>
          <p:nvPr/>
        </p:nvGrpSpPr>
        <p:grpSpPr>
          <a:xfrm>
            <a:off x="0" y="1"/>
            <a:ext cx="420900" cy="2322824"/>
            <a:chOff x="0" y="0"/>
            <a:chExt cx="1242481" cy="6856889"/>
          </a:xfrm>
        </p:grpSpPr>
        <p:sp>
          <p:nvSpPr>
            <p:cNvPr id="381" name="Google Shape;381;p10"/>
            <p:cNvSpPr/>
            <p:nvPr/>
          </p:nvSpPr>
          <p:spPr>
            <a:xfrm>
              <a:off x="0" y="0"/>
              <a:ext cx="1242481" cy="1352390"/>
            </a:xfrm>
            <a:custGeom>
              <a:avLst/>
              <a:gdLst/>
              <a:ahLst/>
              <a:cxnLst/>
              <a:rect l="l" t="t" r="r" b="b"/>
              <a:pathLst>
                <a:path w="1242481" h="1352390" extrusionOk="0">
                  <a:moveTo>
                    <a:pt x="0" y="0"/>
                  </a:moveTo>
                  <a:lnTo>
                    <a:pt x="1242481" y="0"/>
                  </a:lnTo>
                  <a:lnTo>
                    <a:pt x="1104962" y="816732"/>
                  </a:lnTo>
                  <a:lnTo>
                    <a:pt x="0" y="1352390"/>
                  </a:lnTo>
                  <a:close/>
                </a:path>
              </a:pathLst>
            </a:custGeom>
            <a:solidFill>
              <a:srgbClr val="F156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10"/>
            <p:cNvSpPr/>
            <p:nvPr/>
          </p:nvSpPr>
          <p:spPr>
            <a:xfrm>
              <a:off x="1" y="1633462"/>
              <a:ext cx="967570" cy="5223427"/>
            </a:xfrm>
            <a:custGeom>
              <a:avLst/>
              <a:gdLst/>
              <a:ahLst/>
              <a:cxnLst/>
              <a:rect l="l" t="t" r="r" b="b"/>
              <a:pathLst>
                <a:path w="967570" h="5223427" extrusionOk="0">
                  <a:moveTo>
                    <a:pt x="967570" y="0"/>
                  </a:moveTo>
                  <a:lnTo>
                    <a:pt x="65000" y="5223427"/>
                  </a:lnTo>
                  <a:lnTo>
                    <a:pt x="0" y="5223427"/>
                  </a:lnTo>
                  <a:lnTo>
                    <a:pt x="0" y="466952"/>
                  </a:lnTo>
                  <a:close/>
                </a:path>
              </a:pathLst>
            </a:custGeom>
            <a:solidFill>
              <a:srgbClr val="1F44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3" name="Google Shape;383;p10"/>
          <p:cNvGrpSpPr/>
          <p:nvPr/>
        </p:nvGrpSpPr>
        <p:grpSpPr>
          <a:xfrm>
            <a:off x="11277324" y="185263"/>
            <a:ext cx="732746" cy="200804"/>
            <a:chOff x="9991449" y="185263"/>
            <a:chExt cx="732746" cy="200804"/>
          </a:xfrm>
        </p:grpSpPr>
        <p:grpSp>
          <p:nvGrpSpPr>
            <p:cNvPr id="384" name="Google Shape;384;p10"/>
            <p:cNvGrpSpPr/>
            <p:nvPr/>
          </p:nvGrpSpPr>
          <p:grpSpPr>
            <a:xfrm>
              <a:off x="9991449" y="185263"/>
              <a:ext cx="630372" cy="200804"/>
              <a:chOff x="9991449" y="185263"/>
              <a:chExt cx="630372" cy="200804"/>
            </a:xfrm>
          </p:grpSpPr>
          <p:sp>
            <p:nvSpPr>
              <p:cNvPr id="385" name="Google Shape;385;p10"/>
              <p:cNvSpPr/>
              <p:nvPr/>
            </p:nvSpPr>
            <p:spPr>
              <a:xfrm>
                <a:off x="9991449" y="185263"/>
                <a:ext cx="149126" cy="200804"/>
              </a:xfrm>
              <a:custGeom>
                <a:avLst/>
                <a:gdLst/>
                <a:ahLst/>
                <a:cxnLst/>
                <a:rect l="l" t="t" r="r" b="b"/>
                <a:pathLst>
                  <a:path w="149126" h="200804" extrusionOk="0">
                    <a:moveTo>
                      <a:pt x="149080" y="11581"/>
                    </a:moveTo>
                    <a:lnTo>
                      <a:pt x="143636" y="44526"/>
                    </a:lnTo>
                    <a:cubicBezTo>
                      <a:pt x="143128" y="47433"/>
                      <a:pt x="141144" y="49509"/>
                      <a:pt x="138422" y="49509"/>
                    </a:cubicBezTo>
                    <a:lnTo>
                      <a:pt x="137914" y="49509"/>
                    </a:lnTo>
                    <a:cubicBezTo>
                      <a:pt x="127994" y="48725"/>
                      <a:pt x="100033" y="46095"/>
                      <a:pt x="82176" y="46095"/>
                    </a:cubicBezTo>
                    <a:cubicBezTo>
                      <a:pt x="75255" y="46095"/>
                      <a:pt x="68057" y="48448"/>
                      <a:pt x="68057" y="57168"/>
                    </a:cubicBezTo>
                    <a:cubicBezTo>
                      <a:pt x="68057" y="60860"/>
                      <a:pt x="70549" y="63213"/>
                      <a:pt x="78947" y="68519"/>
                    </a:cubicBezTo>
                    <a:lnTo>
                      <a:pt x="109169" y="87483"/>
                    </a:lnTo>
                    <a:cubicBezTo>
                      <a:pt x="126979" y="98557"/>
                      <a:pt x="133946" y="113045"/>
                      <a:pt x="133946" y="131501"/>
                    </a:cubicBezTo>
                    <a:cubicBezTo>
                      <a:pt x="133946" y="180779"/>
                      <a:pt x="95050" y="200804"/>
                      <a:pt x="52969" y="200804"/>
                    </a:cubicBezTo>
                    <a:cubicBezTo>
                      <a:pt x="32668" y="200804"/>
                      <a:pt x="16795" y="197897"/>
                      <a:pt x="4199" y="193975"/>
                    </a:cubicBezTo>
                    <a:cubicBezTo>
                      <a:pt x="1984" y="193191"/>
                      <a:pt x="0" y="191853"/>
                      <a:pt x="0" y="189500"/>
                    </a:cubicBezTo>
                    <a:lnTo>
                      <a:pt x="0" y="188715"/>
                    </a:lnTo>
                    <a:lnTo>
                      <a:pt x="5214" y="156325"/>
                    </a:lnTo>
                    <a:cubicBezTo>
                      <a:pt x="5721" y="153418"/>
                      <a:pt x="7936" y="151065"/>
                      <a:pt x="10889" y="151065"/>
                    </a:cubicBezTo>
                    <a:lnTo>
                      <a:pt x="11397" y="151065"/>
                    </a:lnTo>
                    <a:cubicBezTo>
                      <a:pt x="21548" y="152126"/>
                      <a:pt x="47802" y="155033"/>
                      <a:pt x="60952" y="155033"/>
                    </a:cubicBezTo>
                    <a:cubicBezTo>
                      <a:pt x="70872" y="155033"/>
                      <a:pt x="79039" y="151341"/>
                      <a:pt x="79039" y="139483"/>
                    </a:cubicBezTo>
                    <a:cubicBezTo>
                      <a:pt x="79039" y="135515"/>
                      <a:pt x="76547" y="132654"/>
                      <a:pt x="69396" y="127625"/>
                    </a:cubicBezTo>
                    <a:lnTo>
                      <a:pt x="37466" y="105247"/>
                    </a:lnTo>
                    <a:cubicBezTo>
                      <a:pt x="23116" y="95234"/>
                      <a:pt x="16149" y="78116"/>
                      <a:pt x="16149" y="61782"/>
                    </a:cubicBezTo>
                    <a:cubicBezTo>
                      <a:pt x="16103" y="14211"/>
                      <a:pt x="51032" y="0"/>
                      <a:pt x="90389" y="0"/>
                    </a:cubicBezTo>
                    <a:cubicBezTo>
                      <a:pt x="109953" y="0"/>
                      <a:pt x="135700" y="3414"/>
                      <a:pt x="145389" y="6598"/>
                    </a:cubicBezTo>
                    <a:cubicBezTo>
                      <a:pt x="147373" y="7383"/>
                      <a:pt x="149127" y="8444"/>
                      <a:pt x="149127" y="10797"/>
                    </a:cubicBezTo>
                    <a:lnTo>
                      <a:pt x="149127" y="11581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6" name="Google Shape;386;p10"/>
              <p:cNvSpPr/>
              <p:nvPr/>
            </p:nvSpPr>
            <p:spPr>
              <a:xfrm>
                <a:off x="10147173" y="185263"/>
                <a:ext cx="140544" cy="200804"/>
              </a:xfrm>
              <a:custGeom>
                <a:avLst/>
                <a:gdLst/>
                <a:ahLst/>
                <a:cxnLst/>
                <a:rect l="l" t="t" r="r" b="b"/>
                <a:pathLst>
                  <a:path w="140544" h="200804" extrusionOk="0">
                    <a:moveTo>
                      <a:pt x="140498" y="8444"/>
                    </a:moveTo>
                    <a:lnTo>
                      <a:pt x="135284" y="40604"/>
                    </a:lnTo>
                    <a:cubicBezTo>
                      <a:pt x="134777" y="43511"/>
                      <a:pt x="132054" y="45864"/>
                      <a:pt x="129332" y="45864"/>
                    </a:cubicBezTo>
                    <a:lnTo>
                      <a:pt x="79316" y="45864"/>
                    </a:lnTo>
                    <a:cubicBezTo>
                      <a:pt x="70411" y="45864"/>
                      <a:pt x="66950" y="49048"/>
                      <a:pt x="65197" y="59060"/>
                    </a:cubicBezTo>
                    <a:lnTo>
                      <a:pt x="61967" y="78301"/>
                    </a:lnTo>
                    <a:lnTo>
                      <a:pt x="122873" y="78301"/>
                    </a:lnTo>
                    <a:cubicBezTo>
                      <a:pt x="125364" y="78301"/>
                      <a:pt x="127071" y="80146"/>
                      <a:pt x="127071" y="82776"/>
                    </a:cubicBezTo>
                    <a:lnTo>
                      <a:pt x="127071" y="83561"/>
                    </a:lnTo>
                    <a:lnTo>
                      <a:pt x="121857" y="114660"/>
                    </a:lnTo>
                    <a:cubicBezTo>
                      <a:pt x="121350" y="117566"/>
                      <a:pt x="118904" y="119920"/>
                      <a:pt x="116182" y="119920"/>
                    </a:cubicBezTo>
                    <a:lnTo>
                      <a:pt x="55276" y="119920"/>
                    </a:lnTo>
                    <a:lnTo>
                      <a:pt x="51539" y="141790"/>
                    </a:lnTo>
                    <a:cubicBezTo>
                      <a:pt x="51308" y="143913"/>
                      <a:pt x="51032" y="145482"/>
                      <a:pt x="51032" y="147050"/>
                    </a:cubicBezTo>
                    <a:cubicBezTo>
                      <a:pt x="51032" y="153095"/>
                      <a:pt x="53985" y="154940"/>
                      <a:pt x="61182" y="154940"/>
                    </a:cubicBezTo>
                    <a:lnTo>
                      <a:pt x="111199" y="154940"/>
                    </a:lnTo>
                    <a:cubicBezTo>
                      <a:pt x="113691" y="154940"/>
                      <a:pt x="115398" y="156786"/>
                      <a:pt x="115398" y="159416"/>
                    </a:cubicBezTo>
                    <a:lnTo>
                      <a:pt x="115398" y="160200"/>
                    </a:lnTo>
                    <a:lnTo>
                      <a:pt x="109953" y="192361"/>
                    </a:lnTo>
                    <a:cubicBezTo>
                      <a:pt x="109446" y="195544"/>
                      <a:pt x="107462" y="197113"/>
                      <a:pt x="104232" y="197621"/>
                    </a:cubicBezTo>
                    <a:cubicBezTo>
                      <a:pt x="94588" y="198959"/>
                      <a:pt x="79454" y="200804"/>
                      <a:pt x="55461" y="200804"/>
                    </a:cubicBezTo>
                    <a:cubicBezTo>
                      <a:pt x="26485" y="200804"/>
                      <a:pt x="0" y="189730"/>
                      <a:pt x="0" y="155217"/>
                    </a:cubicBezTo>
                    <a:cubicBezTo>
                      <a:pt x="0" y="151018"/>
                      <a:pt x="508" y="146543"/>
                      <a:pt x="1246" y="141790"/>
                    </a:cubicBezTo>
                    <a:lnTo>
                      <a:pt x="14857" y="59060"/>
                    </a:lnTo>
                    <a:cubicBezTo>
                      <a:pt x="23578" y="5814"/>
                      <a:pt x="53339" y="0"/>
                      <a:pt x="88267" y="0"/>
                    </a:cubicBezTo>
                    <a:cubicBezTo>
                      <a:pt x="112306" y="0"/>
                      <a:pt x="127394" y="1846"/>
                      <a:pt x="136576" y="3138"/>
                    </a:cubicBezTo>
                    <a:cubicBezTo>
                      <a:pt x="139299" y="3414"/>
                      <a:pt x="140544" y="4706"/>
                      <a:pt x="140544" y="7336"/>
                    </a:cubicBezTo>
                    <a:lnTo>
                      <a:pt x="140544" y="8398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7" name="Google Shape;387;p10"/>
              <p:cNvSpPr/>
              <p:nvPr/>
            </p:nvSpPr>
            <p:spPr>
              <a:xfrm>
                <a:off x="10286749" y="187846"/>
                <a:ext cx="183086" cy="195821"/>
              </a:xfrm>
              <a:custGeom>
                <a:avLst/>
                <a:gdLst/>
                <a:ahLst/>
                <a:cxnLst/>
                <a:rect l="l" t="t" r="r" b="b"/>
                <a:pathLst>
                  <a:path w="183086" h="195821" extrusionOk="0">
                    <a:moveTo>
                      <a:pt x="182994" y="5306"/>
                    </a:moveTo>
                    <a:lnTo>
                      <a:pt x="153279" y="186085"/>
                    </a:lnTo>
                    <a:cubicBezTo>
                      <a:pt x="152310" y="191345"/>
                      <a:pt x="147327" y="195821"/>
                      <a:pt x="142390" y="195821"/>
                    </a:cubicBezTo>
                    <a:lnTo>
                      <a:pt x="111660" y="195821"/>
                    </a:lnTo>
                    <a:cubicBezTo>
                      <a:pt x="107185" y="195821"/>
                      <a:pt x="104462" y="193699"/>
                      <a:pt x="102478" y="188715"/>
                    </a:cubicBezTo>
                    <a:lnTo>
                      <a:pt x="65843" y="100448"/>
                    </a:lnTo>
                    <a:cubicBezTo>
                      <a:pt x="65104" y="98603"/>
                      <a:pt x="64366" y="98326"/>
                      <a:pt x="63628" y="98326"/>
                    </a:cubicBezTo>
                    <a:cubicBezTo>
                      <a:pt x="62890" y="98326"/>
                      <a:pt x="62382" y="98833"/>
                      <a:pt x="62151" y="100679"/>
                    </a:cubicBezTo>
                    <a:lnTo>
                      <a:pt x="47294" y="190515"/>
                    </a:lnTo>
                    <a:cubicBezTo>
                      <a:pt x="46787" y="193422"/>
                      <a:pt x="44064" y="195775"/>
                      <a:pt x="41342" y="195775"/>
                    </a:cubicBezTo>
                    <a:lnTo>
                      <a:pt x="4199" y="195775"/>
                    </a:lnTo>
                    <a:cubicBezTo>
                      <a:pt x="1707" y="195775"/>
                      <a:pt x="0" y="193929"/>
                      <a:pt x="0" y="191299"/>
                    </a:cubicBezTo>
                    <a:lnTo>
                      <a:pt x="0" y="190515"/>
                    </a:lnTo>
                    <a:lnTo>
                      <a:pt x="29715" y="9736"/>
                    </a:lnTo>
                    <a:cubicBezTo>
                      <a:pt x="30684" y="4476"/>
                      <a:pt x="35667" y="0"/>
                      <a:pt x="40604" y="0"/>
                    </a:cubicBezTo>
                    <a:lnTo>
                      <a:pt x="70826" y="0"/>
                    </a:lnTo>
                    <a:cubicBezTo>
                      <a:pt x="75532" y="0"/>
                      <a:pt x="77516" y="3184"/>
                      <a:pt x="79500" y="7659"/>
                    </a:cubicBezTo>
                    <a:lnTo>
                      <a:pt x="117151" y="98557"/>
                    </a:lnTo>
                    <a:cubicBezTo>
                      <a:pt x="117889" y="100402"/>
                      <a:pt x="118120" y="100910"/>
                      <a:pt x="118904" y="100910"/>
                    </a:cubicBezTo>
                    <a:cubicBezTo>
                      <a:pt x="119689" y="100910"/>
                      <a:pt x="120381" y="100633"/>
                      <a:pt x="120658" y="98557"/>
                    </a:cubicBezTo>
                    <a:lnTo>
                      <a:pt x="136023" y="5260"/>
                    </a:lnTo>
                    <a:cubicBezTo>
                      <a:pt x="136530" y="2353"/>
                      <a:pt x="139252" y="0"/>
                      <a:pt x="141975" y="0"/>
                    </a:cubicBezTo>
                    <a:lnTo>
                      <a:pt x="179118" y="0"/>
                    </a:lnTo>
                    <a:cubicBezTo>
                      <a:pt x="181610" y="0"/>
                      <a:pt x="183086" y="1846"/>
                      <a:pt x="183086" y="4199"/>
                    </a:cubicBezTo>
                    <a:lnTo>
                      <a:pt x="183086" y="5260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" name="Google Shape;388;p10"/>
              <p:cNvSpPr/>
              <p:nvPr/>
            </p:nvSpPr>
            <p:spPr>
              <a:xfrm>
                <a:off x="10459822" y="185539"/>
                <a:ext cx="161999" cy="198174"/>
              </a:xfrm>
              <a:custGeom>
                <a:avLst/>
                <a:gdLst/>
                <a:ahLst/>
                <a:cxnLst/>
                <a:rect l="l" t="t" r="r" b="b"/>
                <a:pathLst>
                  <a:path w="161999" h="198174" extrusionOk="0">
                    <a:moveTo>
                      <a:pt x="157293" y="198128"/>
                    </a:moveTo>
                    <a:lnTo>
                      <a:pt x="115167" y="198128"/>
                    </a:lnTo>
                    <a:cubicBezTo>
                      <a:pt x="112675" y="198128"/>
                      <a:pt x="110968" y="195775"/>
                      <a:pt x="110968" y="193145"/>
                    </a:cubicBezTo>
                    <a:lnTo>
                      <a:pt x="110230" y="156509"/>
                    </a:lnTo>
                    <a:lnTo>
                      <a:pt x="66119" y="156509"/>
                    </a:lnTo>
                    <a:lnTo>
                      <a:pt x="53016" y="193145"/>
                    </a:lnTo>
                    <a:cubicBezTo>
                      <a:pt x="52047" y="195775"/>
                      <a:pt x="49786" y="198128"/>
                      <a:pt x="47294" y="198128"/>
                    </a:cubicBezTo>
                    <a:lnTo>
                      <a:pt x="3461" y="198128"/>
                    </a:lnTo>
                    <a:cubicBezTo>
                      <a:pt x="1246" y="198128"/>
                      <a:pt x="0" y="196790"/>
                      <a:pt x="0" y="194714"/>
                    </a:cubicBezTo>
                    <a:cubicBezTo>
                      <a:pt x="0" y="194206"/>
                      <a:pt x="231" y="193376"/>
                      <a:pt x="508" y="192591"/>
                    </a:cubicBezTo>
                    <a:lnTo>
                      <a:pt x="60444" y="31330"/>
                    </a:lnTo>
                    <a:cubicBezTo>
                      <a:pt x="70088" y="5260"/>
                      <a:pt x="89651" y="0"/>
                      <a:pt x="113183" y="0"/>
                    </a:cubicBezTo>
                    <a:cubicBezTo>
                      <a:pt x="136715" y="0"/>
                      <a:pt x="154525" y="5260"/>
                      <a:pt x="155540" y="31376"/>
                    </a:cubicBezTo>
                    <a:lnTo>
                      <a:pt x="162000" y="192637"/>
                    </a:lnTo>
                    <a:lnTo>
                      <a:pt x="162000" y="192914"/>
                    </a:lnTo>
                    <a:cubicBezTo>
                      <a:pt x="162000" y="195821"/>
                      <a:pt x="160016" y="198174"/>
                      <a:pt x="157293" y="198174"/>
                    </a:cubicBezTo>
                    <a:close/>
                    <a:moveTo>
                      <a:pt x="108984" y="47433"/>
                    </a:moveTo>
                    <a:cubicBezTo>
                      <a:pt x="108984" y="45079"/>
                      <a:pt x="108984" y="43741"/>
                      <a:pt x="106769" y="43741"/>
                    </a:cubicBezTo>
                    <a:cubicBezTo>
                      <a:pt x="104555" y="43741"/>
                      <a:pt x="104278" y="45079"/>
                      <a:pt x="103540" y="47433"/>
                    </a:cubicBezTo>
                    <a:lnTo>
                      <a:pt x="80239" y="114383"/>
                    </a:lnTo>
                    <a:lnTo>
                      <a:pt x="109953" y="114383"/>
                    </a:lnTo>
                    <a:lnTo>
                      <a:pt x="108984" y="47433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9" name="Google Shape;389;p10"/>
            <p:cNvSpPr/>
            <p:nvPr/>
          </p:nvSpPr>
          <p:spPr>
            <a:xfrm>
              <a:off x="10642764" y="229014"/>
              <a:ext cx="75224" cy="154653"/>
            </a:xfrm>
            <a:custGeom>
              <a:avLst/>
              <a:gdLst/>
              <a:ahLst/>
              <a:cxnLst/>
              <a:rect l="l" t="t" r="r" b="b"/>
              <a:pathLst>
                <a:path w="75224" h="154653" extrusionOk="0">
                  <a:moveTo>
                    <a:pt x="21231" y="27490"/>
                  </a:moveTo>
                  <a:cubicBezTo>
                    <a:pt x="20585" y="27813"/>
                    <a:pt x="20123" y="28459"/>
                    <a:pt x="19985" y="29197"/>
                  </a:cubicBezTo>
                  <a:lnTo>
                    <a:pt x="98" y="149394"/>
                  </a:lnTo>
                  <a:cubicBezTo>
                    <a:pt x="-409" y="152024"/>
                    <a:pt x="1067" y="154654"/>
                    <a:pt x="4066" y="154654"/>
                  </a:cubicBezTo>
                  <a:lnTo>
                    <a:pt x="44670" y="154654"/>
                  </a:lnTo>
                  <a:cubicBezTo>
                    <a:pt x="48361" y="154654"/>
                    <a:pt x="50115" y="152300"/>
                    <a:pt x="50622" y="149394"/>
                  </a:cubicBezTo>
                  <a:lnTo>
                    <a:pt x="75215" y="867"/>
                  </a:lnTo>
                  <a:cubicBezTo>
                    <a:pt x="75308" y="267"/>
                    <a:pt x="74662" y="-194"/>
                    <a:pt x="74154" y="82"/>
                  </a:cubicBezTo>
                  <a:lnTo>
                    <a:pt x="21277" y="2749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0"/>
            <p:cNvSpPr/>
            <p:nvPr/>
          </p:nvSpPr>
          <p:spPr>
            <a:xfrm>
              <a:off x="10666763" y="187893"/>
              <a:ext cx="57432" cy="46279"/>
            </a:xfrm>
            <a:custGeom>
              <a:avLst/>
              <a:gdLst/>
              <a:ahLst/>
              <a:cxnLst/>
              <a:rect l="l" t="t" r="r" b="b"/>
              <a:pathLst>
                <a:path w="57432" h="46279" extrusionOk="0">
                  <a:moveTo>
                    <a:pt x="53108" y="0"/>
                  </a:moveTo>
                  <a:lnTo>
                    <a:pt x="12504" y="0"/>
                  </a:lnTo>
                  <a:cubicBezTo>
                    <a:pt x="9782" y="0"/>
                    <a:pt x="7290" y="2122"/>
                    <a:pt x="6829" y="4983"/>
                  </a:cubicBezTo>
                  <a:lnTo>
                    <a:pt x="0" y="46279"/>
                  </a:lnTo>
                  <a:lnTo>
                    <a:pt x="51539" y="20625"/>
                  </a:lnTo>
                  <a:cubicBezTo>
                    <a:pt x="53754" y="19518"/>
                    <a:pt x="55323" y="17441"/>
                    <a:pt x="55692" y="14996"/>
                  </a:cubicBezTo>
                  <a:lnTo>
                    <a:pt x="57353" y="4983"/>
                  </a:lnTo>
                  <a:cubicBezTo>
                    <a:pt x="57860" y="1569"/>
                    <a:pt x="55876" y="0"/>
                    <a:pt x="53154" y="0"/>
                  </a:cubicBezTo>
                  <a:close/>
                </a:path>
              </a:pathLst>
            </a:custGeom>
            <a:solidFill>
              <a:srgbClr val="F1562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ÍTULO PRINCIPAL">
  <p:cSld name="6_TÍTULO PRINCIPAL"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3" name="Google Shape;393;p11"/>
          <p:cNvGrpSpPr/>
          <p:nvPr/>
        </p:nvGrpSpPr>
        <p:grpSpPr>
          <a:xfrm>
            <a:off x="0" y="0"/>
            <a:ext cx="4958785" cy="6858002"/>
            <a:chOff x="0" y="0"/>
            <a:chExt cx="4958785" cy="6858002"/>
          </a:xfrm>
        </p:grpSpPr>
        <p:sp>
          <p:nvSpPr>
            <p:cNvPr id="394" name="Google Shape;394;p11"/>
            <p:cNvSpPr/>
            <p:nvPr/>
          </p:nvSpPr>
          <p:spPr>
            <a:xfrm>
              <a:off x="0" y="0"/>
              <a:ext cx="4958785" cy="4444972"/>
            </a:xfrm>
            <a:custGeom>
              <a:avLst/>
              <a:gdLst/>
              <a:ahLst/>
              <a:cxnLst/>
              <a:rect l="l" t="t" r="r" b="b"/>
              <a:pathLst>
                <a:path w="1366932" h="1225295" extrusionOk="0">
                  <a:moveTo>
                    <a:pt x="0" y="1225296"/>
                  </a:moveTo>
                  <a:lnTo>
                    <a:pt x="0" y="0"/>
                  </a:lnTo>
                  <a:lnTo>
                    <a:pt x="1366933" y="0"/>
                  </a:lnTo>
                  <a:lnTo>
                    <a:pt x="1263777" y="612648"/>
                  </a:lnTo>
                  <a:lnTo>
                    <a:pt x="0" y="1225296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1"/>
            <p:cNvSpPr/>
            <p:nvPr/>
          </p:nvSpPr>
          <p:spPr>
            <a:xfrm>
              <a:off x="0" y="3053993"/>
              <a:ext cx="4419605" cy="3804009"/>
            </a:xfrm>
            <a:custGeom>
              <a:avLst/>
              <a:gdLst/>
              <a:ahLst/>
              <a:cxnLst/>
              <a:rect l="l" t="t" r="r" b="b"/>
              <a:pathLst>
                <a:path w="4419605" h="3804009" extrusionOk="0">
                  <a:moveTo>
                    <a:pt x="4419605" y="0"/>
                  </a:moveTo>
                  <a:lnTo>
                    <a:pt x="3762300" y="3804009"/>
                  </a:lnTo>
                  <a:lnTo>
                    <a:pt x="0" y="3804009"/>
                  </a:lnTo>
                  <a:lnTo>
                    <a:pt x="0" y="2132913"/>
                  </a:lnTo>
                  <a:close/>
                </a:path>
              </a:pathLst>
            </a:custGeom>
            <a:noFill/>
            <a:ln w="9525" cap="flat" cmpd="sng">
              <a:solidFill>
                <a:schemeClr val="lt1">
                  <a:alpha val="49803"/>
                </a:scheme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396" name="Google Shape;39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526734" y="3429000"/>
            <a:ext cx="1446602" cy="3267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7" name="Google Shape;397;p11"/>
          <p:cNvGrpSpPr/>
          <p:nvPr/>
        </p:nvGrpSpPr>
        <p:grpSpPr>
          <a:xfrm>
            <a:off x="238621" y="5962195"/>
            <a:ext cx="959687" cy="659349"/>
            <a:chOff x="10618476" y="5819821"/>
            <a:chExt cx="1448425" cy="995135"/>
          </a:xfrm>
        </p:grpSpPr>
        <p:sp>
          <p:nvSpPr>
            <p:cNvPr id="398" name="Google Shape;398;p11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11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11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11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11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11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11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11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11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11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11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11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11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11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11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11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1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1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11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1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1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1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1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1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1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1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1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1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11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11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1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1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11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11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1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3" name="Google Shape;433;p11"/>
          <p:cNvSpPr txBox="1">
            <a:spLocks noGrp="1"/>
          </p:cNvSpPr>
          <p:nvPr>
            <p:ph type="body" idx="1"/>
          </p:nvPr>
        </p:nvSpPr>
        <p:spPr>
          <a:xfrm>
            <a:off x="5191125" y="2950119"/>
            <a:ext cx="6171736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1" i="0" u="none" strike="noStrike" cap="none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34" name="Google Shape;434;p11"/>
          <p:cNvGrpSpPr/>
          <p:nvPr/>
        </p:nvGrpSpPr>
        <p:grpSpPr>
          <a:xfrm>
            <a:off x="2182292" y="6691087"/>
            <a:ext cx="7827417" cy="166914"/>
            <a:chOff x="2182292" y="6691087"/>
            <a:chExt cx="7827417" cy="166914"/>
          </a:xfrm>
        </p:grpSpPr>
        <p:sp>
          <p:nvSpPr>
            <p:cNvPr id="435" name="Google Shape;435;p11"/>
            <p:cNvSpPr/>
            <p:nvPr/>
          </p:nvSpPr>
          <p:spPr>
            <a:xfrm>
              <a:off x="218229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1A4B9F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1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11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1"/>
            <p:cNvSpPr/>
            <p:nvPr/>
          </p:nvSpPr>
          <p:spPr>
            <a:xfrm>
              <a:off x="8258667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noFill/>
            <a:ln w="12700" cap="flat" cmpd="sng">
              <a:solidFill>
                <a:schemeClr val="lt1">
                  <a:alpha val="29803"/>
                </a:schemeClr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9" name="Google Shape;439;p11"/>
          <p:cNvGrpSpPr/>
          <p:nvPr/>
        </p:nvGrpSpPr>
        <p:grpSpPr>
          <a:xfrm>
            <a:off x="11027497" y="250137"/>
            <a:ext cx="945839" cy="259142"/>
            <a:chOff x="1721246" y="907308"/>
            <a:chExt cx="1512638" cy="414433"/>
          </a:xfrm>
        </p:grpSpPr>
        <p:grpSp>
          <p:nvGrpSpPr>
            <p:cNvPr id="440" name="Google Shape;440;p11"/>
            <p:cNvGrpSpPr/>
            <p:nvPr/>
          </p:nvGrpSpPr>
          <p:grpSpPr>
            <a:xfrm>
              <a:off x="1721246" y="907308"/>
              <a:ext cx="1301209" cy="414433"/>
              <a:chOff x="1721246" y="907308"/>
              <a:chExt cx="1301209" cy="414433"/>
            </a:xfrm>
          </p:grpSpPr>
          <p:sp>
            <p:nvSpPr>
              <p:cNvPr id="441" name="Google Shape;441;p11"/>
              <p:cNvSpPr/>
              <p:nvPr/>
            </p:nvSpPr>
            <p:spPr>
              <a:xfrm>
                <a:off x="1721246" y="907499"/>
                <a:ext cx="307943" cy="414242"/>
              </a:xfrm>
              <a:custGeom>
                <a:avLst/>
                <a:gdLst/>
                <a:ahLst/>
                <a:cxnLst/>
                <a:rect l="l" t="t" r="r" b="b"/>
                <a:pathLst>
                  <a:path w="307943" h="414242" extrusionOk="0">
                    <a:moveTo>
                      <a:pt x="307753" y="23622"/>
                    </a:moveTo>
                    <a:lnTo>
                      <a:pt x="296513" y="91631"/>
                    </a:lnTo>
                    <a:cubicBezTo>
                      <a:pt x="295466" y="97631"/>
                      <a:pt x="291370" y="101918"/>
                      <a:pt x="285750" y="101918"/>
                    </a:cubicBezTo>
                    <a:lnTo>
                      <a:pt x="284702" y="101918"/>
                    </a:lnTo>
                    <a:cubicBezTo>
                      <a:pt x="264224" y="100298"/>
                      <a:pt x="206502" y="94869"/>
                      <a:pt x="169640" y="94869"/>
                    </a:cubicBezTo>
                    <a:cubicBezTo>
                      <a:pt x="155353" y="94869"/>
                      <a:pt x="140494" y="99727"/>
                      <a:pt x="140494" y="117729"/>
                    </a:cubicBezTo>
                    <a:cubicBezTo>
                      <a:pt x="140494" y="125349"/>
                      <a:pt x="145637" y="130207"/>
                      <a:pt x="162973" y="141161"/>
                    </a:cubicBezTo>
                    <a:lnTo>
                      <a:pt x="225362" y="180308"/>
                    </a:lnTo>
                    <a:cubicBezTo>
                      <a:pt x="262128" y="203168"/>
                      <a:pt x="276511" y="233077"/>
                      <a:pt x="276511" y="271177"/>
                    </a:cubicBezTo>
                    <a:cubicBezTo>
                      <a:pt x="276511" y="372904"/>
                      <a:pt x="196215" y="414242"/>
                      <a:pt x="109347" y="414242"/>
                    </a:cubicBezTo>
                    <a:cubicBezTo>
                      <a:pt x="67437" y="414242"/>
                      <a:pt x="34671" y="408242"/>
                      <a:pt x="8668" y="400145"/>
                    </a:cubicBezTo>
                    <a:cubicBezTo>
                      <a:pt x="4096" y="398526"/>
                      <a:pt x="0" y="395764"/>
                      <a:pt x="0" y="390906"/>
                    </a:cubicBezTo>
                    <a:lnTo>
                      <a:pt x="0" y="389287"/>
                    </a:lnTo>
                    <a:lnTo>
                      <a:pt x="10763" y="322421"/>
                    </a:lnTo>
                    <a:cubicBezTo>
                      <a:pt x="11811" y="316421"/>
                      <a:pt x="16383" y="311563"/>
                      <a:pt x="22479" y="311563"/>
                    </a:cubicBezTo>
                    <a:lnTo>
                      <a:pt x="23527" y="311563"/>
                    </a:lnTo>
                    <a:cubicBezTo>
                      <a:pt x="44482" y="313754"/>
                      <a:pt x="98679" y="319754"/>
                      <a:pt x="125825" y="319754"/>
                    </a:cubicBezTo>
                    <a:cubicBezTo>
                      <a:pt x="146304" y="319754"/>
                      <a:pt x="163163" y="312134"/>
                      <a:pt x="163163" y="287655"/>
                    </a:cubicBezTo>
                    <a:cubicBezTo>
                      <a:pt x="163163" y="279464"/>
                      <a:pt x="158020" y="273558"/>
                      <a:pt x="143256" y="263176"/>
                    </a:cubicBezTo>
                    <a:lnTo>
                      <a:pt x="77343" y="216980"/>
                    </a:lnTo>
                    <a:cubicBezTo>
                      <a:pt x="47720" y="196310"/>
                      <a:pt x="33338" y="160973"/>
                      <a:pt x="33338" y="127254"/>
                    </a:cubicBezTo>
                    <a:cubicBezTo>
                      <a:pt x="33338" y="29337"/>
                      <a:pt x="105442" y="0"/>
                      <a:pt x="186690" y="0"/>
                    </a:cubicBezTo>
                    <a:cubicBezTo>
                      <a:pt x="227076" y="0"/>
                      <a:pt x="280225" y="7049"/>
                      <a:pt x="300228" y="13621"/>
                    </a:cubicBezTo>
                    <a:cubicBezTo>
                      <a:pt x="304324" y="15240"/>
                      <a:pt x="307943" y="17431"/>
                      <a:pt x="307943" y="22289"/>
                    </a:cubicBezTo>
                    <a:lnTo>
                      <a:pt x="307943" y="2390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2042715" y="907308"/>
                <a:ext cx="290036" cy="414432"/>
              </a:xfrm>
              <a:custGeom>
                <a:avLst/>
                <a:gdLst/>
                <a:ahLst/>
                <a:cxnLst/>
                <a:rect l="l" t="t" r="r" b="b"/>
                <a:pathLst>
                  <a:path w="290036" h="414432" extrusionOk="0">
                    <a:moveTo>
                      <a:pt x="290036" y="17336"/>
                    </a:moveTo>
                    <a:lnTo>
                      <a:pt x="279273" y="83725"/>
                    </a:lnTo>
                    <a:cubicBezTo>
                      <a:pt x="278225" y="89726"/>
                      <a:pt x="272605" y="94583"/>
                      <a:pt x="266986" y="94583"/>
                    </a:cubicBezTo>
                    <a:lnTo>
                      <a:pt x="163735" y="94583"/>
                    </a:lnTo>
                    <a:cubicBezTo>
                      <a:pt x="145351" y="94583"/>
                      <a:pt x="138208" y="101156"/>
                      <a:pt x="134588" y="121825"/>
                    </a:cubicBezTo>
                    <a:lnTo>
                      <a:pt x="127921" y="161544"/>
                    </a:lnTo>
                    <a:lnTo>
                      <a:pt x="253651" y="161544"/>
                    </a:lnTo>
                    <a:cubicBezTo>
                      <a:pt x="258794" y="161544"/>
                      <a:pt x="262318" y="165354"/>
                      <a:pt x="262318" y="170783"/>
                    </a:cubicBezTo>
                    <a:lnTo>
                      <a:pt x="262318" y="172403"/>
                    </a:lnTo>
                    <a:lnTo>
                      <a:pt x="251555" y="236601"/>
                    </a:lnTo>
                    <a:cubicBezTo>
                      <a:pt x="250508" y="242602"/>
                      <a:pt x="245459" y="247460"/>
                      <a:pt x="239839" y="247460"/>
                    </a:cubicBezTo>
                    <a:lnTo>
                      <a:pt x="114109" y="247460"/>
                    </a:lnTo>
                    <a:lnTo>
                      <a:pt x="106394" y="292608"/>
                    </a:lnTo>
                    <a:cubicBezTo>
                      <a:pt x="105918" y="296990"/>
                      <a:pt x="105346" y="300228"/>
                      <a:pt x="105346" y="303466"/>
                    </a:cubicBezTo>
                    <a:cubicBezTo>
                      <a:pt x="105346" y="315944"/>
                      <a:pt x="111442" y="319754"/>
                      <a:pt x="126301" y="319754"/>
                    </a:cubicBezTo>
                    <a:lnTo>
                      <a:pt x="229552" y="319754"/>
                    </a:lnTo>
                    <a:cubicBezTo>
                      <a:pt x="234696" y="319754"/>
                      <a:pt x="238220" y="323564"/>
                      <a:pt x="238220" y="328994"/>
                    </a:cubicBezTo>
                    <a:lnTo>
                      <a:pt x="238220" y="330613"/>
                    </a:lnTo>
                    <a:lnTo>
                      <a:pt x="226981" y="397002"/>
                    </a:lnTo>
                    <a:cubicBezTo>
                      <a:pt x="225933" y="403574"/>
                      <a:pt x="221837" y="406813"/>
                      <a:pt x="215170" y="407861"/>
                    </a:cubicBezTo>
                    <a:cubicBezTo>
                      <a:pt x="195263" y="410623"/>
                      <a:pt x="164021" y="414433"/>
                      <a:pt x="114491" y="414433"/>
                    </a:cubicBezTo>
                    <a:cubicBezTo>
                      <a:pt x="54674" y="414433"/>
                      <a:pt x="0" y="391573"/>
                      <a:pt x="0" y="320326"/>
                    </a:cubicBezTo>
                    <a:cubicBezTo>
                      <a:pt x="0" y="311658"/>
                      <a:pt x="1048" y="302419"/>
                      <a:pt x="2572" y="292608"/>
                    </a:cubicBezTo>
                    <a:lnTo>
                      <a:pt x="30671" y="121825"/>
                    </a:lnTo>
                    <a:cubicBezTo>
                      <a:pt x="48577" y="11906"/>
                      <a:pt x="109918" y="0"/>
                      <a:pt x="182023" y="0"/>
                    </a:cubicBezTo>
                    <a:cubicBezTo>
                      <a:pt x="231648" y="0"/>
                      <a:pt x="262795" y="3810"/>
                      <a:pt x="281750" y="6477"/>
                    </a:cubicBezTo>
                    <a:cubicBezTo>
                      <a:pt x="287369" y="7049"/>
                      <a:pt x="289941" y="9716"/>
                      <a:pt x="289941" y="15145"/>
                    </a:cubicBezTo>
                    <a:lnTo>
                      <a:pt x="289941" y="1733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330751" y="912547"/>
                <a:ext cx="377951" cy="404240"/>
              </a:xfrm>
              <a:custGeom>
                <a:avLst/>
                <a:gdLst/>
                <a:ahLst/>
                <a:cxnLst/>
                <a:rect l="l" t="t" r="r" b="b"/>
                <a:pathLst>
                  <a:path w="377951" h="404240" extrusionOk="0">
                    <a:moveTo>
                      <a:pt x="377761" y="10954"/>
                    </a:moveTo>
                    <a:lnTo>
                      <a:pt x="316420" y="384143"/>
                    </a:lnTo>
                    <a:cubicBezTo>
                      <a:pt x="314420" y="395002"/>
                      <a:pt x="304133" y="404241"/>
                      <a:pt x="293941" y="404241"/>
                    </a:cubicBezTo>
                    <a:lnTo>
                      <a:pt x="230505" y="404241"/>
                    </a:lnTo>
                    <a:cubicBezTo>
                      <a:pt x="221266" y="404241"/>
                      <a:pt x="215646" y="399860"/>
                      <a:pt x="211550" y="389573"/>
                    </a:cubicBezTo>
                    <a:lnTo>
                      <a:pt x="135922" y="207359"/>
                    </a:lnTo>
                    <a:cubicBezTo>
                      <a:pt x="134398" y="203549"/>
                      <a:pt x="132874" y="202978"/>
                      <a:pt x="131350" y="202978"/>
                    </a:cubicBezTo>
                    <a:cubicBezTo>
                      <a:pt x="129826" y="202978"/>
                      <a:pt x="128778" y="204026"/>
                      <a:pt x="128302" y="207836"/>
                    </a:cubicBezTo>
                    <a:lnTo>
                      <a:pt x="97631" y="393287"/>
                    </a:lnTo>
                    <a:cubicBezTo>
                      <a:pt x="96583" y="399288"/>
                      <a:pt x="90964" y="404146"/>
                      <a:pt x="85344" y="404146"/>
                    </a:cubicBezTo>
                    <a:lnTo>
                      <a:pt x="8668" y="404146"/>
                    </a:lnTo>
                    <a:cubicBezTo>
                      <a:pt x="3524" y="404146"/>
                      <a:pt x="0" y="400336"/>
                      <a:pt x="0" y="394907"/>
                    </a:cubicBezTo>
                    <a:lnTo>
                      <a:pt x="0" y="393287"/>
                    </a:lnTo>
                    <a:lnTo>
                      <a:pt x="61341" y="20098"/>
                    </a:lnTo>
                    <a:cubicBezTo>
                      <a:pt x="63341" y="9239"/>
                      <a:pt x="73628" y="0"/>
                      <a:pt x="83820" y="0"/>
                    </a:cubicBezTo>
                    <a:lnTo>
                      <a:pt x="146209" y="0"/>
                    </a:lnTo>
                    <a:cubicBezTo>
                      <a:pt x="155924" y="0"/>
                      <a:pt x="160020" y="6572"/>
                      <a:pt x="164116" y="15812"/>
                    </a:cubicBezTo>
                    <a:lnTo>
                      <a:pt x="241840" y="203454"/>
                    </a:lnTo>
                    <a:cubicBezTo>
                      <a:pt x="243364" y="207264"/>
                      <a:pt x="243840" y="208312"/>
                      <a:pt x="245459" y="208312"/>
                    </a:cubicBezTo>
                    <a:cubicBezTo>
                      <a:pt x="247078" y="208312"/>
                      <a:pt x="248507" y="207740"/>
                      <a:pt x="249079" y="203454"/>
                    </a:cubicBezTo>
                    <a:lnTo>
                      <a:pt x="280797" y="10859"/>
                    </a:lnTo>
                    <a:cubicBezTo>
                      <a:pt x="281845" y="4858"/>
                      <a:pt x="287464" y="0"/>
                      <a:pt x="293084" y="0"/>
                    </a:cubicBezTo>
                    <a:lnTo>
                      <a:pt x="369760" y="0"/>
                    </a:lnTo>
                    <a:cubicBezTo>
                      <a:pt x="374904" y="0"/>
                      <a:pt x="377952" y="3810"/>
                      <a:pt x="377952" y="8668"/>
                    </a:cubicBezTo>
                    <a:lnTo>
                      <a:pt x="377952" y="1085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688033" y="907689"/>
                <a:ext cx="334422" cy="409098"/>
              </a:xfrm>
              <a:custGeom>
                <a:avLst/>
                <a:gdLst/>
                <a:ahLst/>
                <a:cxnLst/>
                <a:rect l="l" t="t" r="r" b="b"/>
                <a:pathLst>
                  <a:path w="334422" h="409098" extrusionOk="0">
                    <a:moveTo>
                      <a:pt x="324707" y="409099"/>
                    </a:moveTo>
                    <a:lnTo>
                      <a:pt x="237744" y="409099"/>
                    </a:lnTo>
                    <a:cubicBezTo>
                      <a:pt x="232600" y="409099"/>
                      <a:pt x="229076" y="404241"/>
                      <a:pt x="229076" y="398812"/>
                    </a:cubicBezTo>
                    <a:lnTo>
                      <a:pt x="227552" y="323183"/>
                    </a:lnTo>
                    <a:lnTo>
                      <a:pt x="136493" y="323183"/>
                    </a:lnTo>
                    <a:lnTo>
                      <a:pt x="109442" y="398812"/>
                    </a:lnTo>
                    <a:cubicBezTo>
                      <a:pt x="107442" y="404241"/>
                      <a:pt x="102775" y="409099"/>
                      <a:pt x="97631" y="409099"/>
                    </a:cubicBezTo>
                    <a:lnTo>
                      <a:pt x="7144" y="409099"/>
                    </a:lnTo>
                    <a:cubicBezTo>
                      <a:pt x="2572" y="409099"/>
                      <a:pt x="0" y="406337"/>
                      <a:pt x="0" y="402050"/>
                    </a:cubicBezTo>
                    <a:cubicBezTo>
                      <a:pt x="0" y="401003"/>
                      <a:pt x="476" y="399288"/>
                      <a:pt x="1048" y="397669"/>
                    </a:cubicBezTo>
                    <a:lnTo>
                      <a:pt x="124777" y="64770"/>
                    </a:lnTo>
                    <a:cubicBezTo>
                      <a:pt x="144685" y="10954"/>
                      <a:pt x="185071" y="0"/>
                      <a:pt x="233648" y="0"/>
                    </a:cubicBezTo>
                    <a:cubicBezTo>
                      <a:pt x="282226" y="0"/>
                      <a:pt x="318992" y="10859"/>
                      <a:pt x="321088" y="64770"/>
                    </a:cubicBezTo>
                    <a:lnTo>
                      <a:pt x="334423" y="397669"/>
                    </a:lnTo>
                    <a:lnTo>
                      <a:pt x="334423" y="398240"/>
                    </a:lnTo>
                    <a:cubicBezTo>
                      <a:pt x="334423" y="404241"/>
                      <a:pt x="330327" y="409099"/>
                      <a:pt x="324707" y="409099"/>
                    </a:cubicBezTo>
                    <a:close/>
                    <a:moveTo>
                      <a:pt x="225076" y="98012"/>
                    </a:moveTo>
                    <a:cubicBezTo>
                      <a:pt x="225076" y="93155"/>
                      <a:pt x="225076" y="90392"/>
                      <a:pt x="220504" y="90392"/>
                    </a:cubicBezTo>
                    <a:cubicBezTo>
                      <a:pt x="215932" y="90392"/>
                      <a:pt x="215360" y="93155"/>
                      <a:pt x="213836" y="98012"/>
                    </a:cubicBezTo>
                    <a:lnTo>
                      <a:pt x="165735" y="236220"/>
                    </a:lnTo>
                    <a:lnTo>
                      <a:pt x="227076" y="236220"/>
                    </a:lnTo>
                    <a:lnTo>
                      <a:pt x="225076" y="9801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45" name="Google Shape;445;p11"/>
            <p:cNvSpPr/>
            <p:nvPr/>
          </p:nvSpPr>
          <p:spPr>
            <a:xfrm>
              <a:off x="3065782" y="997530"/>
              <a:ext cx="155288" cy="319257"/>
            </a:xfrm>
            <a:custGeom>
              <a:avLst/>
              <a:gdLst/>
              <a:ahLst/>
              <a:cxnLst/>
              <a:rect l="l" t="t" r="r" b="b"/>
              <a:pathLst>
                <a:path w="155288" h="319257" extrusionOk="0">
                  <a:moveTo>
                    <a:pt x="43827" y="56749"/>
                  </a:moveTo>
                  <a:cubicBezTo>
                    <a:pt x="42494" y="57415"/>
                    <a:pt x="41542" y="58749"/>
                    <a:pt x="41256" y="60273"/>
                  </a:cubicBezTo>
                  <a:lnTo>
                    <a:pt x="203" y="308399"/>
                  </a:lnTo>
                  <a:cubicBezTo>
                    <a:pt x="-845" y="313828"/>
                    <a:pt x="2203" y="319258"/>
                    <a:pt x="8394" y="319258"/>
                  </a:cubicBezTo>
                  <a:lnTo>
                    <a:pt x="92215" y="319258"/>
                  </a:lnTo>
                  <a:cubicBezTo>
                    <a:pt x="99835" y="319258"/>
                    <a:pt x="103454" y="314400"/>
                    <a:pt x="104502" y="308399"/>
                  </a:cubicBezTo>
                  <a:lnTo>
                    <a:pt x="155270" y="1789"/>
                  </a:lnTo>
                  <a:cubicBezTo>
                    <a:pt x="155461" y="551"/>
                    <a:pt x="154127" y="-401"/>
                    <a:pt x="153079" y="170"/>
                  </a:cubicBezTo>
                  <a:lnTo>
                    <a:pt x="43923" y="567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1"/>
            <p:cNvSpPr/>
            <p:nvPr/>
          </p:nvSpPr>
          <p:spPr>
            <a:xfrm>
              <a:off x="3115325" y="912642"/>
              <a:ext cx="118559" cy="95535"/>
            </a:xfrm>
            <a:custGeom>
              <a:avLst/>
              <a:gdLst/>
              <a:ahLst/>
              <a:cxnLst/>
              <a:rect l="l" t="t" r="r" b="b"/>
              <a:pathLst>
                <a:path w="118559" h="95535" extrusionOk="0">
                  <a:moveTo>
                    <a:pt x="109633" y="0"/>
                  </a:moveTo>
                  <a:lnTo>
                    <a:pt x="25813" y="0"/>
                  </a:lnTo>
                  <a:cubicBezTo>
                    <a:pt x="20193" y="0"/>
                    <a:pt x="15049" y="4382"/>
                    <a:pt x="14097" y="10287"/>
                  </a:cubicBezTo>
                  <a:lnTo>
                    <a:pt x="0" y="95536"/>
                  </a:lnTo>
                  <a:lnTo>
                    <a:pt x="106394" y="42577"/>
                  </a:lnTo>
                  <a:cubicBezTo>
                    <a:pt x="110966" y="40291"/>
                    <a:pt x="114205" y="36005"/>
                    <a:pt x="114967" y="30956"/>
                  </a:cubicBezTo>
                  <a:lnTo>
                    <a:pt x="118396" y="10287"/>
                  </a:lnTo>
                  <a:cubicBezTo>
                    <a:pt x="119444" y="3239"/>
                    <a:pt x="115348" y="0"/>
                    <a:pt x="1097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47" name="Google Shape;44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848" y="1248923"/>
            <a:ext cx="2649014" cy="7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576444" cy="31026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STI">
  <p:cSld name="05 STI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12"/>
          <p:cNvSpPr/>
          <p:nvPr/>
        </p:nvSpPr>
        <p:spPr>
          <a:xfrm>
            <a:off x="11451780" y="6620366"/>
            <a:ext cx="665655" cy="237634"/>
          </a:xfrm>
          <a:custGeom>
            <a:avLst/>
            <a:gdLst/>
            <a:ahLst/>
            <a:cxnLst/>
            <a:rect l="l" t="t" r="r" b="b"/>
            <a:pathLst>
              <a:path w="665655" h="237634" extrusionOk="0">
                <a:moveTo>
                  <a:pt x="102772" y="0"/>
                </a:moveTo>
                <a:lnTo>
                  <a:pt x="612012" y="0"/>
                </a:lnTo>
                <a:cubicBezTo>
                  <a:pt x="645730" y="0"/>
                  <a:pt x="670803" y="19021"/>
                  <a:pt x="664751" y="58792"/>
                </a:cubicBezTo>
                <a:lnTo>
                  <a:pt x="663887" y="58792"/>
                </a:lnTo>
                <a:lnTo>
                  <a:pt x="632487" y="237634"/>
                </a:lnTo>
                <a:lnTo>
                  <a:pt x="0" y="237634"/>
                </a:lnTo>
                <a:lnTo>
                  <a:pt x="31876" y="58792"/>
                </a:lnTo>
                <a:cubicBezTo>
                  <a:pt x="37928" y="25073"/>
                  <a:pt x="69053" y="0"/>
                  <a:pt x="102772" y="0"/>
                </a:cubicBezTo>
                <a:close/>
              </a:path>
            </a:pathLst>
          </a:custGeom>
          <a:solidFill>
            <a:srgbClr val="0095D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2"/>
          <p:cNvSpPr txBox="1"/>
          <p:nvPr/>
        </p:nvSpPr>
        <p:spPr>
          <a:xfrm>
            <a:off x="11451780" y="6620366"/>
            <a:ext cx="665655" cy="237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1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2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7954291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Font typeface="Arial"/>
              <a:buNone/>
              <a:defRPr sz="2500" b="1" i="0" u="none" strike="noStrike" cap="none">
                <a:solidFill>
                  <a:srgbClr val="005CAA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453" name="Google Shape;453;p12"/>
          <p:cNvGrpSpPr/>
          <p:nvPr/>
        </p:nvGrpSpPr>
        <p:grpSpPr>
          <a:xfrm>
            <a:off x="0" y="1"/>
            <a:ext cx="420900" cy="2322824"/>
            <a:chOff x="0" y="0"/>
            <a:chExt cx="1242481" cy="6856889"/>
          </a:xfrm>
        </p:grpSpPr>
        <p:sp>
          <p:nvSpPr>
            <p:cNvPr id="454" name="Google Shape;454;p12"/>
            <p:cNvSpPr/>
            <p:nvPr/>
          </p:nvSpPr>
          <p:spPr>
            <a:xfrm>
              <a:off x="0" y="0"/>
              <a:ext cx="1242481" cy="1352390"/>
            </a:xfrm>
            <a:custGeom>
              <a:avLst/>
              <a:gdLst/>
              <a:ahLst/>
              <a:cxnLst/>
              <a:rect l="l" t="t" r="r" b="b"/>
              <a:pathLst>
                <a:path w="1242481" h="1352390" extrusionOk="0">
                  <a:moveTo>
                    <a:pt x="0" y="0"/>
                  </a:moveTo>
                  <a:lnTo>
                    <a:pt x="1242481" y="0"/>
                  </a:lnTo>
                  <a:lnTo>
                    <a:pt x="1104962" y="816732"/>
                  </a:lnTo>
                  <a:lnTo>
                    <a:pt x="0" y="1352390"/>
                  </a:lnTo>
                  <a:close/>
                </a:path>
              </a:pathLst>
            </a:custGeom>
            <a:solidFill>
              <a:srgbClr val="4088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12"/>
            <p:cNvSpPr/>
            <p:nvPr/>
          </p:nvSpPr>
          <p:spPr>
            <a:xfrm>
              <a:off x="1" y="1633462"/>
              <a:ext cx="967570" cy="5223427"/>
            </a:xfrm>
            <a:custGeom>
              <a:avLst/>
              <a:gdLst/>
              <a:ahLst/>
              <a:cxnLst/>
              <a:rect l="l" t="t" r="r" b="b"/>
              <a:pathLst>
                <a:path w="967570" h="5223427" extrusionOk="0">
                  <a:moveTo>
                    <a:pt x="967570" y="0"/>
                  </a:moveTo>
                  <a:lnTo>
                    <a:pt x="65000" y="5223427"/>
                  </a:lnTo>
                  <a:lnTo>
                    <a:pt x="0" y="5223427"/>
                  </a:lnTo>
                  <a:lnTo>
                    <a:pt x="0" y="466952"/>
                  </a:lnTo>
                  <a:close/>
                </a:path>
              </a:pathLst>
            </a:custGeom>
            <a:solidFill>
              <a:srgbClr val="1F448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" name="Google Shape;456;p12"/>
          <p:cNvGrpSpPr/>
          <p:nvPr/>
        </p:nvGrpSpPr>
        <p:grpSpPr>
          <a:xfrm>
            <a:off x="11589632" y="185263"/>
            <a:ext cx="389949" cy="206688"/>
            <a:chOff x="5705475" y="3219450"/>
            <a:chExt cx="782070" cy="414528"/>
          </a:xfrm>
        </p:grpSpPr>
        <p:grpSp>
          <p:nvGrpSpPr>
            <p:cNvPr id="457" name="Google Shape;457;p12"/>
            <p:cNvGrpSpPr/>
            <p:nvPr/>
          </p:nvGrpSpPr>
          <p:grpSpPr>
            <a:xfrm>
              <a:off x="5705475" y="3219450"/>
              <a:ext cx="631411" cy="414528"/>
              <a:chOff x="5705475" y="3219450"/>
              <a:chExt cx="631411" cy="414528"/>
            </a:xfrm>
          </p:grpSpPr>
          <p:sp>
            <p:nvSpPr>
              <p:cNvPr id="458" name="Google Shape;458;p12"/>
              <p:cNvSpPr/>
              <p:nvPr/>
            </p:nvSpPr>
            <p:spPr>
              <a:xfrm>
                <a:off x="5705475" y="3219450"/>
                <a:ext cx="307752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307752" h="414528" extrusionOk="0">
                    <a:moveTo>
                      <a:pt x="307753" y="23908"/>
                    </a:moveTo>
                    <a:lnTo>
                      <a:pt x="296513" y="91916"/>
                    </a:lnTo>
                    <a:cubicBezTo>
                      <a:pt x="295466" y="97917"/>
                      <a:pt x="291370" y="102203"/>
                      <a:pt x="285750" y="102203"/>
                    </a:cubicBezTo>
                    <a:lnTo>
                      <a:pt x="284702" y="102203"/>
                    </a:lnTo>
                    <a:cubicBezTo>
                      <a:pt x="264224" y="100584"/>
                      <a:pt x="206502" y="95155"/>
                      <a:pt x="169640" y="95155"/>
                    </a:cubicBezTo>
                    <a:cubicBezTo>
                      <a:pt x="155353" y="95155"/>
                      <a:pt x="140494" y="100013"/>
                      <a:pt x="140494" y="118015"/>
                    </a:cubicBezTo>
                    <a:cubicBezTo>
                      <a:pt x="140494" y="125635"/>
                      <a:pt x="145637" y="130493"/>
                      <a:pt x="162973" y="141446"/>
                    </a:cubicBezTo>
                    <a:lnTo>
                      <a:pt x="225362" y="180594"/>
                    </a:lnTo>
                    <a:cubicBezTo>
                      <a:pt x="262128" y="203454"/>
                      <a:pt x="276511" y="233363"/>
                      <a:pt x="276511" y="271463"/>
                    </a:cubicBezTo>
                    <a:cubicBezTo>
                      <a:pt x="276511" y="373190"/>
                      <a:pt x="196215" y="414528"/>
                      <a:pt x="109347" y="414528"/>
                    </a:cubicBezTo>
                    <a:cubicBezTo>
                      <a:pt x="67437" y="414528"/>
                      <a:pt x="34671" y="408527"/>
                      <a:pt x="8668" y="400431"/>
                    </a:cubicBezTo>
                    <a:cubicBezTo>
                      <a:pt x="4096" y="398812"/>
                      <a:pt x="0" y="396050"/>
                      <a:pt x="0" y="391192"/>
                    </a:cubicBezTo>
                    <a:lnTo>
                      <a:pt x="0" y="389573"/>
                    </a:lnTo>
                    <a:lnTo>
                      <a:pt x="10763" y="322707"/>
                    </a:lnTo>
                    <a:cubicBezTo>
                      <a:pt x="11811" y="316706"/>
                      <a:pt x="16383" y="311849"/>
                      <a:pt x="22479" y="311849"/>
                    </a:cubicBezTo>
                    <a:lnTo>
                      <a:pt x="23527" y="311849"/>
                    </a:lnTo>
                    <a:cubicBezTo>
                      <a:pt x="44482" y="314039"/>
                      <a:pt x="98679" y="320040"/>
                      <a:pt x="125730" y="320040"/>
                    </a:cubicBezTo>
                    <a:cubicBezTo>
                      <a:pt x="146209" y="320040"/>
                      <a:pt x="163068" y="312420"/>
                      <a:pt x="163068" y="287941"/>
                    </a:cubicBezTo>
                    <a:cubicBezTo>
                      <a:pt x="163068" y="279749"/>
                      <a:pt x="157925" y="273844"/>
                      <a:pt x="143161" y="263462"/>
                    </a:cubicBezTo>
                    <a:lnTo>
                      <a:pt x="77248" y="217265"/>
                    </a:lnTo>
                    <a:cubicBezTo>
                      <a:pt x="47625" y="196596"/>
                      <a:pt x="33242" y="161258"/>
                      <a:pt x="33242" y="127540"/>
                    </a:cubicBezTo>
                    <a:cubicBezTo>
                      <a:pt x="33242" y="29337"/>
                      <a:pt x="105347" y="0"/>
                      <a:pt x="186595" y="0"/>
                    </a:cubicBezTo>
                    <a:cubicBezTo>
                      <a:pt x="226981" y="0"/>
                      <a:pt x="280130" y="7049"/>
                      <a:pt x="300038" y="13621"/>
                    </a:cubicBezTo>
                    <a:cubicBezTo>
                      <a:pt x="304133" y="15240"/>
                      <a:pt x="307753" y="17431"/>
                      <a:pt x="307753" y="22289"/>
                    </a:cubicBezTo>
                    <a:lnTo>
                      <a:pt x="307753" y="23908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9" name="Google Shape;459;p12"/>
              <p:cNvSpPr/>
              <p:nvPr/>
            </p:nvSpPr>
            <p:spPr>
              <a:xfrm>
                <a:off x="6046469" y="3224974"/>
                <a:ext cx="290417" cy="403955"/>
              </a:xfrm>
              <a:custGeom>
                <a:avLst/>
                <a:gdLst/>
                <a:ahLst/>
                <a:cxnLst/>
                <a:rect l="l" t="t" r="r" b="b"/>
                <a:pathLst>
                  <a:path w="290417" h="403955" extrusionOk="0">
                    <a:moveTo>
                      <a:pt x="290417" y="10287"/>
                    </a:moveTo>
                    <a:lnTo>
                      <a:pt x="278701" y="79915"/>
                    </a:lnTo>
                    <a:cubicBezTo>
                      <a:pt x="277654" y="85916"/>
                      <a:pt x="272034" y="90202"/>
                      <a:pt x="266414" y="90202"/>
                    </a:cubicBezTo>
                    <a:lnTo>
                      <a:pt x="190214" y="90202"/>
                    </a:lnTo>
                    <a:lnTo>
                      <a:pt x="140113" y="393097"/>
                    </a:lnTo>
                    <a:cubicBezTo>
                      <a:pt x="139065" y="399098"/>
                      <a:pt x="133445" y="403955"/>
                      <a:pt x="127826" y="403955"/>
                    </a:cubicBezTo>
                    <a:lnTo>
                      <a:pt x="44482" y="403955"/>
                    </a:lnTo>
                    <a:cubicBezTo>
                      <a:pt x="39338" y="403955"/>
                      <a:pt x="36290" y="400145"/>
                      <a:pt x="36290" y="395288"/>
                    </a:cubicBezTo>
                    <a:lnTo>
                      <a:pt x="36290" y="393097"/>
                    </a:lnTo>
                    <a:lnTo>
                      <a:pt x="86392" y="90202"/>
                    </a:lnTo>
                    <a:lnTo>
                      <a:pt x="8668" y="90202"/>
                    </a:lnTo>
                    <a:cubicBezTo>
                      <a:pt x="3524" y="90202"/>
                      <a:pt x="0" y="86963"/>
                      <a:pt x="0" y="81534"/>
                    </a:cubicBezTo>
                    <a:lnTo>
                      <a:pt x="0" y="79915"/>
                    </a:lnTo>
                    <a:lnTo>
                      <a:pt x="11716" y="10287"/>
                    </a:lnTo>
                    <a:cubicBezTo>
                      <a:pt x="12764" y="4286"/>
                      <a:pt x="17812" y="0"/>
                      <a:pt x="23431" y="0"/>
                    </a:cubicBezTo>
                    <a:lnTo>
                      <a:pt x="281083" y="0"/>
                    </a:lnTo>
                    <a:cubicBezTo>
                      <a:pt x="286226" y="0"/>
                      <a:pt x="290322" y="3810"/>
                      <a:pt x="290322" y="8668"/>
                    </a:cubicBezTo>
                    <a:lnTo>
                      <a:pt x="290322" y="10287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" name="Google Shape;460;p12"/>
            <p:cNvSpPr/>
            <p:nvPr/>
          </p:nvSpPr>
          <p:spPr>
            <a:xfrm>
              <a:off x="6319348" y="3309862"/>
              <a:ext cx="155288" cy="319257"/>
            </a:xfrm>
            <a:custGeom>
              <a:avLst/>
              <a:gdLst/>
              <a:ahLst/>
              <a:cxnLst/>
              <a:rect l="l" t="t" r="r" b="b"/>
              <a:pathLst>
                <a:path w="155288" h="319257" extrusionOk="0">
                  <a:moveTo>
                    <a:pt x="43828" y="56749"/>
                  </a:moveTo>
                  <a:cubicBezTo>
                    <a:pt x="42494" y="57415"/>
                    <a:pt x="41542" y="58749"/>
                    <a:pt x="41256" y="60273"/>
                  </a:cubicBezTo>
                  <a:lnTo>
                    <a:pt x="203" y="308399"/>
                  </a:lnTo>
                  <a:cubicBezTo>
                    <a:pt x="-845" y="313828"/>
                    <a:pt x="2203" y="319258"/>
                    <a:pt x="8395" y="319258"/>
                  </a:cubicBezTo>
                  <a:lnTo>
                    <a:pt x="92215" y="319258"/>
                  </a:lnTo>
                  <a:cubicBezTo>
                    <a:pt x="99835" y="319258"/>
                    <a:pt x="103454" y="314400"/>
                    <a:pt x="104502" y="308399"/>
                  </a:cubicBezTo>
                  <a:lnTo>
                    <a:pt x="155270" y="1789"/>
                  </a:lnTo>
                  <a:cubicBezTo>
                    <a:pt x="155461" y="551"/>
                    <a:pt x="154127" y="-401"/>
                    <a:pt x="153079" y="170"/>
                  </a:cubicBezTo>
                  <a:lnTo>
                    <a:pt x="43923" y="56749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12"/>
            <p:cNvSpPr/>
            <p:nvPr/>
          </p:nvSpPr>
          <p:spPr>
            <a:xfrm>
              <a:off x="6368986" y="3224974"/>
              <a:ext cx="118559" cy="95535"/>
            </a:xfrm>
            <a:custGeom>
              <a:avLst/>
              <a:gdLst/>
              <a:ahLst/>
              <a:cxnLst/>
              <a:rect l="l" t="t" r="r" b="b"/>
              <a:pathLst>
                <a:path w="118559" h="95535" extrusionOk="0">
                  <a:moveTo>
                    <a:pt x="109633" y="0"/>
                  </a:moveTo>
                  <a:lnTo>
                    <a:pt x="25813" y="0"/>
                  </a:lnTo>
                  <a:cubicBezTo>
                    <a:pt x="20193" y="0"/>
                    <a:pt x="15049" y="4382"/>
                    <a:pt x="14097" y="10287"/>
                  </a:cubicBezTo>
                  <a:lnTo>
                    <a:pt x="0" y="95536"/>
                  </a:lnTo>
                  <a:lnTo>
                    <a:pt x="106394" y="42577"/>
                  </a:lnTo>
                  <a:cubicBezTo>
                    <a:pt x="110966" y="40291"/>
                    <a:pt x="114205" y="36005"/>
                    <a:pt x="114967" y="30956"/>
                  </a:cubicBezTo>
                  <a:lnTo>
                    <a:pt x="118396" y="10287"/>
                  </a:lnTo>
                  <a:cubicBezTo>
                    <a:pt x="119443" y="3239"/>
                    <a:pt x="115348" y="0"/>
                    <a:pt x="109728" y="0"/>
                  </a:cubicBezTo>
                  <a:close/>
                </a:path>
              </a:pathLst>
            </a:custGeom>
            <a:solidFill>
              <a:srgbClr val="0095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CAS - slide mestre">
  <p:cSld name="MARCAS - slide mestre">
    <p:bg>
      <p:bgPr>
        <a:solidFill>
          <a:srgbClr val="BFBFBF"/>
        </a:solidFill>
        <a:effectLst/>
      </p:bgPr>
    </p:bg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oogle Shape;463;p13" descr="Forma&#10;&#10;Descrição gerada automaticamente com confiança média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202917" y="3100044"/>
            <a:ext cx="2136401" cy="54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13" descr="Desenho de rosto de pessoa visto de perto&#10;&#10;Descrição gerada automaticamente com confiança baix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82548" y="3100044"/>
            <a:ext cx="2136401" cy="54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3" descr="Forma&#10;&#10;Descrição gerada automaticamente com confiança mé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7601" y="3100044"/>
            <a:ext cx="1386664" cy="54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3" descr="Logotipo&#10;&#10;Descrição gerada automaticament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87970" y="3100044"/>
            <a:ext cx="1386664" cy="539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3" descr="Logotipo&#10;&#10;Descrição gerada automaticament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247231" y="3100044"/>
            <a:ext cx="1386664" cy="540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3" descr="Forma&#10;&#10;Descrição gerada automaticamente com confiança média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86864" y="2375036"/>
            <a:ext cx="1645547" cy="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3" descr="Uma imagem contendo desenho&#10;&#10;Descrição gerada automaticament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150442" y="2375036"/>
            <a:ext cx="1645547" cy="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p13" descr="Forma&#10;&#10;Descrição gerada automaticamente com confiança média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479769" y="2375036"/>
            <a:ext cx="1123315" cy="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p13" descr="Logotipo&#10;&#10;Descrição gerada automaticament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616191" y="2375036"/>
            <a:ext cx="1123315" cy="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p13" descr="Logotipo, nome da empresa&#10;&#10;Descrição gerada automaticament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43345" y="2375036"/>
            <a:ext cx="1123315" cy="593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p13" descr="Forma&#10;&#10;Descrição gerada automaticamente com confiança média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01628" y="3802746"/>
            <a:ext cx="1475950" cy="654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p13" descr="Logotipo&#10;&#10;Descrição gerada automaticamente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45229" y="3803458"/>
            <a:ext cx="1475950" cy="65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3" descr="Forma&#10;&#10;Descrição gerada automaticamente com confiança média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6590749" y="3802746"/>
            <a:ext cx="941309" cy="654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13" descr="Logotipo&#10;&#10;Descrição gerada automaticamente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747148" y="3802746"/>
            <a:ext cx="941309" cy="654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p13" descr="Uma imagem contendo talheres, placa, desenho, copo&#10;&#10;Descrição gerada automaticamente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434348" y="3803458"/>
            <a:ext cx="941309" cy="652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3" descr="Forma&#10;&#10;Descrição gerada automaticamente com confiança média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4186184" y="1703389"/>
            <a:ext cx="2230987" cy="710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3" descr="Desenho de um círculo&#10;&#10;Descrição gerada automaticamente com confiança baixa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8073165" y="1703389"/>
            <a:ext cx="2230987" cy="710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3" descr="Forma&#10;&#10;Descrição gerada automaticamente com confiança média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6592351" y="1703389"/>
            <a:ext cx="1272615" cy="710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3" descr="Logotipo&#10;&#10;Descrição gerada automaticamente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2777019" y="1703389"/>
            <a:ext cx="1272615" cy="710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13" descr="Logotipo&#10;&#10;Descrição gerada automaticamente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446314" y="1703389"/>
            <a:ext cx="1272615" cy="7109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3" name="Google Shape;483;p13"/>
          <p:cNvGrpSpPr/>
          <p:nvPr/>
        </p:nvGrpSpPr>
        <p:grpSpPr>
          <a:xfrm>
            <a:off x="1904376" y="5377040"/>
            <a:ext cx="1685543" cy="410051"/>
            <a:chOff x="1920466" y="5406600"/>
            <a:chExt cx="1685543" cy="410051"/>
          </a:xfrm>
        </p:grpSpPr>
        <p:grpSp>
          <p:nvGrpSpPr>
            <p:cNvPr id="484" name="Google Shape;484;p13"/>
            <p:cNvGrpSpPr/>
            <p:nvPr/>
          </p:nvGrpSpPr>
          <p:grpSpPr>
            <a:xfrm>
              <a:off x="1920466" y="5406600"/>
              <a:ext cx="943069" cy="400526"/>
              <a:chOff x="1920466" y="5406600"/>
              <a:chExt cx="943069" cy="400526"/>
            </a:xfrm>
          </p:grpSpPr>
          <p:sp>
            <p:nvSpPr>
              <p:cNvPr id="485" name="Google Shape;485;p13"/>
              <p:cNvSpPr/>
              <p:nvPr/>
            </p:nvSpPr>
            <p:spPr>
              <a:xfrm>
                <a:off x="1920466" y="5406600"/>
                <a:ext cx="326516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26516" h="400526" extrusionOk="0">
                    <a:moveTo>
                      <a:pt x="323088" y="171355"/>
                    </a:moveTo>
                    <a:lnTo>
                      <a:pt x="313658" y="229172"/>
                    </a:lnTo>
                    <a:cubicBezTo>
                      <a:pt x="293942" y="349472"/>
                      <a:pt x="232124" y="400526"/>
                      <a:pt x="124492" y="400526"/>
                    </a:cubicBezTo>
                    <a:cubicBezTo>
                      <a:pt x="77534" y="400526"/>
                      <a:pt x="37529" y="396335"/>
                      <a:pt x="12859" y="391573"/>
                    </a:cubicBezTo>
                    <a:cubicBezTo>
                      <a:pt x="4477" y="389954"/>
                      <a:pt x="0" y="386334"/>
                      <a:pt x="0" y="377381"/>
                    </a:cubicBezTo>
                    <a:cubicBezTo>
                      <a:pt x="0" y="375285"/>
                      <a:pt x="0" y="373666"/>
                      <a:pt x="476" y="371094"/>
                    </a:cubicBezTo>
                    <a:lnTo>
                      <a:pt x="57341" y="29432"/>
                    </a:lnTo>
                    <a:cubicBezTo>
                      <a:pt x="59817" y="15240"/>
                      <a:pt x="65723" y="11049"/>
                      <a:pt x="76581" y="8954"/>
                    </a:cubicBezTo>
                    <a:cubicBezTo>
                      <a:pt x="102775" y="4191"/>
                      <a:pt x="143732" y="0"/>
                      <a:pt x="191167" y="0"/>
                    </a:cubicBezTo>
                    <a:cubicBezTo>
                      <a:pt x="274130" y="0"/>
                      <a:pt x="326517" y="45720"/>
                      <a:pt x="326517" y="131350"/>
                    </a:cubicBezTo>
                    <a:cubicBezTo>
                      <a:pt x="326517" y="143923"/>
                      <a:pt x="325565" y="157067"/>
                      <a:pt x="323088" y="171260"/>
                    </a:cubicBezTo>
                    <a:close/>
                    <a:moveTo>
                      <a:pt x="175831" y="91440"/>
                    </a:moveTo>
                    <a:cubicBezTo>
                      <a:pt x="169450" y="91440"/>
                      <a:pt x="151162" y="91916"/>
                      <a:pt x="147638" y="91916"/>
                    </a:cubicBezTo>
                    <a:lnTo>
                      <a:pt x="111538" y="308991"/>
                    </a:lnTo>
                    <a:cubicBezTo>
                      <a:pt x="114967" y="309467"/>
                      <a:pt x="133255" y="309467"/>
                      <a:pt x="139732" y="309467"/>
                    </a:cubicBezTo>
                    <a:cubicBezTo>
                      <a:pt x="179261" y="309467"/>
                      <a:pt x="201930" y="292608"/>
                      <a:pt x="212312" y="229076"/>
                    </a:cubicBezTo>
                    <a:lnTo>
                      <a:pt x="221742" y="171260"/>
                    </a:lnTo>
                    <a:cubicBezTo>
                      <a:pt x="223742" y="158687"/>
                      <a:pt x="224695" y="147638"/>
                      <a:pt x="224695" y="138684"/>
                    </a:cubicBezTo>
                    <a:cubicBezTo>
                      <a:pt x="224695" y="100870"/>
                      <a:pt x="207455" y="91345"/>
                      <a:pt x="175831" y="91345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2274605" y="5406600"/>
                <a:ext cx="280130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400526" extrusionOk="0">
                    <a:moveTo>
                      <a:pt x="280130" y="16859"/>
                    </a:moveTo>
                    <a:lnTo>
                      <a:pt x="269748" y="80963"/>
                    </a:lnTo>
                    <a:cubicBezTo>
                      <a:pt x="268796" y="86773"/>
                      <a:pt x="263366" y="91440"/>
                      <a:pt x="257842" y="91440"/>
                    </a:cubicBezTo>
                    <a:lnTo>
                      <a:pt x="158020" y="91440"/>
                    </a:lnTo>
                    <a:cubicBezTo>
                      <a:pt x="140208" y="91440"/>
                      <a:pt x="133350" y="97727"/>
                      <a:pt x="129826" y="117729"/>
                    </a:cubicBezTo>
                    <a:lnTo>
                      <a:pt x="123444" y="156115"/>
                    </a:lnTo>
                    <a:lnTo>
                      <a:pt x="244983" y="156115"/>
                    </a:lnTo>
                    <a:cubicBezTo>
                      <a:pt x="249936" y="156115"/>
                      <a:pt x="253365" y="159830"/>
                      <a:pt x="253365" y="165068"/>
                    </a:cubicBezTo>
                    <a:lnTo>
                      <a:pt x="253365" y="166688"/>
                    </a:lnTo>
                    <a:lnTo>
                      <a:pt x="242983" y="228695"/>
                    </a:lnTo>
                    <a:cubicBezTo>
                      <a:pt x="242030" y="234506"/>
                      <a:pt x="237077" y="239173"/>
                      <a:pt x="231648" y="239173"/>
                    </a:cubicBezTo>
                    <a:lnTo>
                      <a:pt x="110109" y="239173"/>
                    </a:lnTo>
                    <a:lnTo>
                      <a:pt x="102679" y="282797"/>
                    </a:lnTo>
                    <a:cubicBezTo>
                      <a:pt x="102203" y="286988"/>
                      <a:pt x="101727" y="290132"/>
                      <a:pt x="101727" y="293275"/>
                    </a:cubicBezTo>
                    <a:cubicBezTo>
                      <a:pt x="101727" y="305372"/>
                      <a:pt x="107632" y="309086"/>
                      <a:pt x="122015" y="309086"/>
                    </a:cubicBezTo>
                    <a:lnTo>
                      <a:pt x="221837" y="309086"/>
                    </a:lnTo>
                    <a:cubicBezTo>
                      <a:pt x="226790" y="309086"/>
                      <a:pt x="230219" y="312801"/>
                      <a:pt x="230219" y="318040"/>
                    </a:cubicBezTo>
                    <a:lnTo>
                      <a:pt x="230219" y="319659"/>
                    </a:lnTo>
                    <a:lnTo>
                      <a:pt x="219361" y="383762"/>
                    </a:lnTo>
                    <a:cubicBezTo>
                      <a:pt x="218408" y="390049"/>
                      <a:pt x="214408" y="393192"/>
                      <a:pt x="208026" y="394240"/>
                    </a:cubicBezTo>
                    <a:cubicBezTo>
                      <a:pt x="188786" y="396907"/>
                      <a:pt x="158591" y="400526"/>
                      <a:pt x="110680" y="400526"/>
                    </a:cubicBezTo>
                    <a:cubicBezTo>
                      <a:pt x="52864" y="400526"/>
                      <a:pt x="0" y="378428"/>
                      <a:pt x="0" y="309563"/>
                    </a:cubicBezTo>
                    <a:cubicBezTo>
                      <a:pt x="0" y="301181"/>
                      <a:pt x="952" y="292227"/>
                      <a:pt x="2476" y="282797"/>
                    </a:cubicBezTo>
                    <a:lnTo>
                      <a:pt x="29623" y="117729"/>
                    </a:lnTo>
                    <a:cubicBezTo>
                      <a:pt x="46958" y="11525"/>
                      <a:pt x="106299" y="0"/>
                      <a:pt x="175927" y="0"/>
                    </a:cubicBezTo>
                    <a:cubicBezTo>
                      <a:pt x="223838" y="0"/>
                      <a:pt x="253937" y="3715"/>
                      <a:pt x="272225" y="6287"/>
                    </a:cubicBezTo>
                    <a:cubicBezTo>
                      <a:pt x="277654" y="6858"/>
                      <a:pt x="280130" y="9430"/>
                      <a:pt x="280130" y="14669"/>
                    </a:cubicBezTo>
                    <a:lnTo>
                      <a:pt x="280130" y="16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2583024" y="5411838"/>
                <a:ext cx="280511" cy="390429"/>
              </a:xfrm>
              <a:custGeom>
                <a:avLst/>
                <a:gdLst/>
                <a:ahLst/>
                <a:cxnLst/>
                <a:rect l="l" t="t" r="r" b="b"/>
                <a:pathLst>
                  <a:path w="280511" h="390429" extrusionOk="0">
                    <a:moveTo>
                      <a:pt x="280511" y="10001"/>
                    </a:moveTo>
                    <a:lnTo>
                      <a:pt x="269177" y="77248"/>
                    </a:lnTo>
                    <a:cubicBezTo>
                      <a:pt x="268224" y="83058"/>
                      <a:pt x="262795" y="87249"/>
                      <a:pt x="257270" y="87249"/>
                    </a:cubicBezTo>
                    <a:lnTo>
                      <a:pt x="183642" y="87249"/>
                    </a:lnTo>
                    <a:lnTo>
                      <a:pt x="135255" y="379952"/>
                    </a:lnTo>
                    <a:cubicBezTo>
                      <a:pt x="134303" y="385763"/>
                      <a:pt x="128873" y="390430"/>
                      <a:pt x="123444" y="390430"/>
                    </a:cubicBezTo>
                    <a:lnTo>
                      <a:pt x="42958" y="390430"/>
                    </a:lnTo>
                    <a:cubicBezTo>
                      <a:pt x="38005" y="390430"/>
                      <a:pt x="35052" y="386715"/>
                      <a:pt x="35052" y="382048"/>
                    </a:cubicBezTo>
                    <a:lnTo>
                      <a:pt x="35052" y="379952"/>
                    </a:lnTo>
                    <a:lnTo>
                      <a:pt x="83439" y="87249"/>
                    </a:lnTo>
                    <a:lnTo>
                      <a:pt x="8382" y="87249"/>
                    </a:lnTo>
                    <a:cubicBezTo>
                      <a:pt x="3429" y="87249"/>
                      <a:pt x="0" y="84106"/>
                      <a:pt x="0" y="78867"/>
                    </a:cubicBezTo>
                    <a:lnTo>
                      <a:pt x="0" y="77248"/>
                    </a:lnTo>
                    <a:lnTo>
                      <a:pt x="11335" y="10001"/>
                    </a:lnTo>
                    <a:cubicBezTo>
                      <a:pt x="12287" y="4191"/>
                      <a:pt x="17240" y="0"/>
                      <a:pt x="22670" y="0"/>
                    </a:cubicBezTo>
                    <a:lnTo>
                      <a:pt x="271653" y="0"/>
                    </a:lnTo>
                    <a:cubicBezTo>
                      <a:pt x="276606" y="0"/>
                      <a:pt x="280511" y="3715"/>
                      <a:pt x="280511" y="8382"/>
                    </a:cubicBezTo>
                    <a:lnTo>
                      <a:pt x="280511" y="100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88" name="Google Shape;488;p13"/>
            <p:cNvGrpSpPr/>
            <p:nvPr/>
          </p:nvGrpSpPr>
          <p:grpSpPr>
            <a:xfrm>
              <a:off x="3001433" y="5408028"/>
              <a:ext cx="604576" cy="408623"/>
              <a:chOff x="3001433" y="5408028"/>
              <a:chExt cx="604576" cy="408623"/>
            </a:xfrm>
          </p:grpSpPr>
          <p:grpSp>
            <p:nvGrpSpPr>
              <p:cNvPr id="489" name="Google Shape;489;p13"/>
              <p:cNvGrpSpPr/>
              <p:nvPr/>
            </p:nvGrpSpPr>
            <p:grpSpPr>
              <a:xfrm>
                <a:off x="3023416" y="5408028"/>
                <a:ext cx="582593" cy="88582"/>
                <a:chOff x="3023416" y="5408028"/>
                <a:chExt cx="582593" cy="88582"/>
              </a:xfrm>
            </p:grpSpPr>
            <p:sp>
              <p:nvSpPr>
                <p:cNvPr id="490" name="Google Shape;490;p13"/>
                <p:cNvSpPr/>
                <p:nvPr/>
              </p:nvSpPr>
              <p:spPr>
                <a:xfrm>
                  <a:off x="3023416" y="5409076"/>
                  <a:ext cx="67767" cy="8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67" h="87534" extrusionOk="0">
                      <a:moveTo>
                        <a:pt x="67005" y="35909"/>
                      </a:moveTo>
                      <a:lnTo>
                        <a:pt x="64338" y="51530"/>
                      </a:lnTo>
                      <a:cubicBezTo>
                        <a:pt x="59956" y="77057"/>
                        <a:pt x="45097" y="87535"/>
                        <a:pt x="22904" y="87535"/>
                      </a:cubicBezTo>
                      <a:cubicBezTo>
                        <a:pt x="14141" y="87535"/>
                        <a:pt x="5378" y="86963"/>
                        <a:pt x="2045" y="86392"/>
                      </a:cubicBezTo>
                      <a:cubicBezTo>
                        <a:pt x="235" y="86011"/>
                        <a:pt x="-146" y="85154"/>
                        <a:pt x="44" y="83534"/>
                      </a:cubicBezTo>
                      <a:lnTo>
                        <a:pt x="14046" y="4001"/>
                      </a:lnTo>
                      <a:cubicBezTo>
                        <a:pt x="14427" y="2381"/>
                        <a:pt x="15475" y="1334"/>
                        <a:pt x="16903" y="1143"/>
                      </a:cubicBezTo>
                      <a:cubicBezTo>
                        <a:pt x="20332" y="572"/>
                        <a:pt x="29381" y="0"/>
                        <a:pt x="38239" y="0"/>
                      </a:cubicBezTo>
                      <a:cubicBezTo>
                        <a:pt x="55956" y="0"/>
                        <a:pt x="67767" y="8763"/>
                        <a:pt x="67767" y="27146"/>
                      </a:cubicBezTo>
                      <a:cubicBezTo>
                        <a:pt x="67767" y="29909"/>
                        <a:pt x="67576" y="32861"/>
                        <a:pt x="67005" y="36100"/>
                      </a:cubicBezTo>
                      <a:close/>
                      <a:moveTo>
                        <a:pt x="36620" y="8858"/>
                      </a:moveTo>
                      <a:cubicBezTo>
                        <a:pt x="31191" y="8858"/>
                        <a:pt x="27572" y="8954"/>
                        <a:pt x="23762" y="9239"/>
                      </a:cubicBezTo>
                      <a:lnTo>
                        <a:pt x="11570" y="78295"/>
                      </a:lnTo>
                      <a:cubicBezTo>
                        <a:pt x="15284" y="78486"/>
                        <a:pt x="18999" y="78486"/>
                        <a:pt x="24428" y="78486"/>
                      </a:cubicBezTo>
                      <a:cubicBezTo>
                        <a:pt x="37954" y="78486"/>
                        <a:pt x="50336" y="71533"/>
                        <a:pt x="53765" y="51530"/>
                      </a:cubicBezTo>
                      <a:lnTo>
                        <a:pt x="56432" y="35909"/>
                      </a:lnTo>
                      <a:cubicBezTo>
                        <a:pt x="57004" y="32766"/>
                        <a:pt x="57194" y="30004"/>
                        <a:pt x="57194" y="27527"/>
                      </a:cubicBezTo>
                      <a:cubicBezTo>
                        <a:pt x="57194" y="13145"/>
                        <a:pt x="48431" y="8858"/>
                        <a:pt x="36620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1" name="Google Shape;491;p13"/>
                <p:cNvSpPr/>
                <p:nvPr/>
              </p:nvSpPr>
              <p:spPr>
                <a:xfrm>
                  <a:off x="3097677" y="540802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0" y="24098"/>
                        <a:pt x="20843" y="24575"/>
                        <a:pt x="20462" y="26384"/>
                      </a:cubicBezTo>
                      <a:lnTo>
                        <a:pt x="10175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2" name="Google Shape;492;p13"/>
                <p:cNvSpPr/>
                <p:nvPr/>
              </p:nvSpPr>
              <p:spPr>
                <a:xfrm>
                  <a:off x="3125032" y="5431269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3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3" y="2096"/>
                      </a:cubicBezTo>
                      <a:lnTo>
                        <a:pt x="38255" y="6953"/>
                      </a:lnTo>
                      <a:cubicBezTo>
                        <a:pt x="38065" y="8192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7"/>
                        <a:pt x="18539" y="13716"/>
                      </a:cubicBezTo>
                      <a:lnTo>
                        <a:pt x="10061" y="6229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3" name="Google Shape;493;p13"/>
                <p:cNvSpPr/>
                <p:nvPr/>
              </p:nvSpPr>
              <p:spPr>
                <a:xfrm>
                  <a:off x="3163764" y="5431364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5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7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6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4" name="Google Shape;494;p13"/>
                <p:cNvSpPr/>
                <p:nvPr/>
              </p:nvSpPr>
              <p:spPr>
                <a:xfrm>
                  <a:off x="3225054" y="5417529"/>
                  <a:ext cx="39073" cy="79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73" h="79081" extrusionOk="0">
                      <a:moveTo>
                        <a:pt x="37199" y="14598"/>
                      </a:moveTo>
                      <a:cubicBezTo>
                        <a:pt x="38627" y="14598"/>
                        <a:pt x="39294" y="15264"/>
                        <a:pt x="39008" y="16884"/>
                      </a:cubicBezTo>
                      <a:lnTo>
                        <a:pt x="38342" y="20789"/>
                      </a:lnTo>
                      <a:cubicBezTo>
                        <a:pt x="37961" y="22884"/>
                        <a:pt x="36913" y="23075"/>
                        <a:pt x="35675" y="23075"/>
                      </a:cubicBezTo>
                      <a:lnTo>
                        <a:pt x="23197" y="23075"/>
                      </a:lnTo>
                      <a:lnTo>
                        <a:pt x="16053" y="63747"/>
                      </a:lnTo>
                      <a:cubicBezTo>
                        <a:pt x="15863" y="65175"/>
                        <a:pt x="15672" y="66223"/>
                        <a:pt x="15672" y="67080"/>
                      </a:cubicBezTo>
                      <a:cubicBezTo>
                        <a:pt x="15672" y="70414"/>
                        <a:pt x="17291" y="70795"/>
                        <a:pt x="21006" y="70795"/>
                      </a:cubicBezTo>
                      <a:lnTo>
                        <a:pt x="28055" y="70795"/>
                      </a:lnTo>
                      <a:cubicBezTo>
                        <a:pt x="29293" y="70795"/>
                        <a:pt x="29864" y="71176"/>
                        <a:pt x="29674" y="72414"/>
                      </a:cubicBezTo>
                      <a:lnTo>
                        <a:pt x="29007" y="76510"/>
                      </a:lnTo>
                      <a:cubicBezTo>
                        <a:pt x="28817" y="77558"/>
                        <a:pt x="28245" y="78225"/>
                        <a:pt x="26531" y="78510"/>
                      </a:cubicBezTo>
                      <a:cubicBezTo>
                        <a:pt x="24245" y="78891"/>
                        <a:pt x="21387" y="79082"/>
                        <a:pt x="19196" y="79082"/>
                      </a:cubicBezTo>
                      <a:cubicBezTo>
                        <a:pt x="11291" y="79082"/>
                        <a:pt x="5290" y="76034"/>
                        <a:pt x="5290" y="68033"/>
                      </a:cubicBezTo>
                      <a:cubicBezTo>
                        <a:pt x="5290" y="66509"/>
                        <a:pt x="5385" y="65366"/>
                        <a:pt x="5766" y="63556"/>
                      </a:cubicBezTo>
                      <a:lnTo>
                        <a:pt x="12910" y="23170"/>
                      </a:lnTo>
                      <a:lnTo>
                        <a:pt x="1861" y="21932"/>
                      </a:lnTo>
                      <a:cubicBezTo>
                        <a:pt x="718" y="21837"/>
                        <a:pt x="-235" y="20979"/>
                        <a:pt x="51" y="19836"/>
                      </a:cubicBezTo>
                      <a:lnTo>
                        <a:pt x="623" y="16693"/>
                      </a:lnTo>
                      <a:cubicBezTo>
                        <a:pt x="1004" y="15074"/>
                        <a:pt x="1861" y="14598"/>
                        <a:pt x="3194" y="14598"/>
                      </a:cubicBezTo>
                      <a:lnTo>
                        <a:pt x="14434" y="14598"/>
                      </a:lnTo>
                      <a:lnTo>
                        <a:pt x="16244" y="3263"/>
                      </a:lnTo>
                      <a:cubicBezTo>
                        <a:pt x="16434" y="2120"/>
                        <a:pt x="17482" y="1167"/>
                        <a:pt x="18815" y="977"/>
                      </a:cubicBezTo>
                      <a:lnTo>
                        <a:pt x="24911" y="24"/>
                      </a:lnTo>
                      <a:cubicBezTo>
                        <a:pt x="26531" y="-166"/>
                        <a:pt x="26912" y="786"/>
                        <a:pt x="26626" y="2025"/>
                      </a:cubicBezTo>
                      <a:lnTo>
                        <a:pt x="24530" y="14693"/>
                      </a:lnTo>
                      <a:lnTo>
                        <a:pt x="37008" y="146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5" name="Google Shape;495;p13"/>
                <p:cNvSpPr/>
                <p:nvPr/>
              </p:nvSpPr>
              <p:spPr>
                <a:xfrm>
                  <a:off x="3264919" y="5431269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2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337" y="8954"/>
                      </a:moveTo>
                      <a:cubicBezTo>
                        <a:pt x="21241" y="8954"/>
                        <a:pt x="14288" y="16478"/>
                        <a:pt x="12383" y="28289"/>
                      </a:cubicBezTo>
                      <a:lnTo>
                        <a:pt x="10858" y="37052"/>
                      </a:lnTo>
                      <a:cubicBezTo>
                        <a:pt x="10382" y="39624"/>
                        <a:pt x="10192" y="41815"/>
                        <a:pt x="10192" y="43910"/>
                      </a:cubicBezTo>
                      <a:cubicBezTo>
                        <a:pt x="10192" y="52102"/>
                        <a:pt x="13907" y="56388"/>
                        <a:pt x="22955" y="56388"/>
                      </a:cubicBezTo>
                      <a:cubicBezTo>
                        <a:pt x="33147" y="56388"/>
                        <a:pt x="40100" y="48387"/>
                        <a:pt x="42101" y="37052"/>
                      </a:cubicBezTo>
                      <a:lnTo>
                        <a:pt x="43625" y="28289"/>
                      </a:lnTo>
                      <a:cubicBezTo>
                        <a:pt x="44101" y="25908"/>
                        <a:pt x="44196" y="23622"/>
                        <a:pt x="44196" y="21717"/>
                      </a:cubicBezTo>
                      <a:cubicBezTo>
                        <a:pt x="44196" y="13335"/>
                        <a:pt x="40481" y="8954"/>
                        <a:pt x="31433" y="895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6" name="Google Shape;496;p13"/>
                <p:cNvSpPr/>
                <p:nvPr/>
              </p:nvSpPr>
              <p:spPr>
                <a:xfrm>
                  <a:off x="3326296" y="5431269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3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2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7"/>
                        <a:pt x="18538" y="13716"/>
                      </a:cubicBezTo>
                      <a:lnTo>
                        <a:pt x="10061" y="6229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7" name="Google Shape;497;p13"/>
                <p:cNvSpPr/>
                <p:nvPr/>
              </p:nvSpPr>
              <p:spPr>
                <a:xfrm>
                  <a:off x="3367235" y="540802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5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8" name="Google Shape;498;p13"/>
                <p:cNvSpPr/>
                <p:nvPr/>
              </p:nvSpPr>
              <p:spPr>
                <a:xfrm>
                  <a:off x="3394840" y="5431269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10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3"/>
                      </a:moveTo>
                      <a:cubicBezTo>
                        <a:pt x="21050" y="8573"/>
                        <a:pt x="15050" y="15145"/>
                        <a:pt x="12764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99" name="Google Shape;499;p13"/>
                <p:cNvSpPr/>
                <p:nvPr/>
              </p:nvSpPr>
              <p:spPr>
                <a:xfrm>
                  <a:off x="3489042" y="5408600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5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5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4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0" name="Google Shape;500;p13"/>
                <p:cNvSpPr/>
                <p:nvPr/>
              </p:nvSpPr>
              <p:spPr>
                <a:xfrm>
                  <a:off x="3551907" y="5431364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5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7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6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01" name="Google Shape;501;p13"/>
              <p:cNvGrpSpPr/>
              <p:nvPr/>
            </p:nvGrpSpPr>
            <p:grpSpPr>
              <a:xfrm>
                <a:off x="3014697" y="5553570"/>
                <a:ext cx="564737" cy="112299"/>
                <a:chOff x="3014697" y="5553570"/>
                <a:chExt cx="564737" cy="112299"/>
              </a:xfrm>
            </p:grpSpPr>
            <p:sp>
              <p:nvSpPr>
                <p:cNvPr id="502" name="Google Shape;502;p13"/>
                <p:cNvSpPr/>
                <p:nvPr/>
              </p:nvSpPr>
              <p:spPr>
                <a:xfrm>
                  <a:off x="3014697" y="5557285"/>
                  <a:ext cx="60151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87630" extrusionOk="0">
                      <a:moveTo>
                        <a:pt x="18669" y="21527"/>
                      </a:moveTo>
                      <a:lnTo>
                        <a:pt x="15907" y="37624"/>
                      </a:lnTo>
                      <a:lnTo>
                        <a:pt x="51435" y="37624"/>
                      </a:lnTo>
                      <a:cubicBezTo>
                        <a:pt x="52673" y="37624"/>
                        <a:pt x="53531" y="38195"/>
                        <a:pt x="53245" y="39910"/>
                      </a:cubicBezTo>
                      <a:lnTo>
                        <a:pt x="52578" y="44291"/>
                      </a:lnTo>
                      <a:cubicBezTo>
                        <a:pt x="52388" y="45530"/>
                        <a:pt x="51816" y="46577"/>
                        <a:pt x="49816" y="46577"/>
                      </a:cubicBezTo>
                      <a:lnTo>
                        <a:pt x="14288" y="46577"/>
                      </a:lnTo>
                      <a:lnTo>
                        <a:pt x="10954" y="66008"/>
                      </a:lnTo>
                      <a:cubicBezTo>
                        <a:pt x="10573" y="67818"/>
                        <a:pt x="10382" y="69342"/>
                        <a:pt x="10382" y="70771"/>
                      </a:cubicBezTo>
                      <a:cubicBezTo>
                        <a:pt x="10382" y="76009"/>
                        <a:pt x="13240" y="78105"/>
                        <a:pt x="23051" y="78105"/>
                      </a:cubicBezTo>
                      <a:lnTo>
                        <a:pt x="45053" y="78105"/>
                      </a:lnTo>
                      <a:cubicBezTo>
                        <a:pt x="46196" y="78105"/>
                        <a:pt x="46673" y="78296"/>
                        <a:pt x="46482" y="79534"/>
                      </a:cubicBezTo>
                      <a:lnTo>
                        <a:pt x="45434" y="85249"/>
                      </a:lnTo>
                      <a:cubicBezTo>
                        <a:pt x="45339" y="85916"/>
                        <a:pt x="45244" y="86678"/>
                        <a:pt x="44006" y="86868"/>
                      </a:cubicBezTo>
                      <a:cubicBezTo>
                        <a:pt x="40672" y="87249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59912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525"/>
                        <a:pt x="57531" y="9525"/>
                      </a:cubicBezTo>
                      <a:lnTo>
                        <a:pt x="35147" y="9525"/>
                      </a:lnTo>
                      <a:cubicBezTo>
                        <a:pt x="22860" y="9525"/>
                        <a:pt x="20193" y="12764"/>
                        <a:pt x="18669" y="2152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3" name="Google Shape;503;p13"/>
                <p:cNvSpPr/>
                <p:nvPr/>
              </p:nvSpPr>
              <p:spPr>
                <a:xfrm>
                  <a:off x="3076229" y="5556999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39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5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528"/>
                      </a:moveTo>
                      <a:cubicBezTo>
                        <a:pt x="19526" y="31528"/>
                        <a:pt x="14383" y="39719"/>
                        <a:pt x="12287" y="50959"/>
                      </a:cubicBezTo>
                      <a:lnTo>
                        <a:pt x="10763" y="59341"/>
                      </a:lnTo>
                      <a:cubicBezTo>
                        <a:pt x="10287" y="62103"/>
                        <a:pt x="10001" y="64675"/>
                        <a:pt x="10001" y="66865"/>
                      </a:cubicBezTo>
                      <a:cubicBezTo>
                        <a:pt x="10001" y="74771"/>
                        <a:pt x="13430" y="79058"/>
                        <a:pt x="22384" y="79058"/>
                      </a:cubicBezTo>
                      <a:cubicBezTo>
                        <a:pt x="26289" y="79058"/>
                        <a:pt x="32004" y="78676"/>
                        <a:pt x="36100" y="78391"/>
                      </a:cubicBezTo>
                      <a:lnTo>
                        <a:pt x="44196" y="32385"/>
                      </a:lnTo>
                      <a:cubicBezTo>
                        <a:pt x="40481" y="31718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4" name="Google Shape;504;p13"/>
                <p:cNvSpPr/>
                <p:nvPr/>
              </p:nvSpPr>
              <p:spPr>
                <a:xfrm>
                  <a:off x="3140428" y="5580431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7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5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6"/>
                        <a:pt x="191" y="41719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1"/>
                        <a:pt x="8668" y="0"/>
                        <a:pt x="9906" y="0"/>
                      </a:cubicBezTo>
                      <a:lnTo>
                        <a:pt x="15430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7" y="40386"/>
                      </a:lnTo>
                      <a:cubicBezTo>
                        <a:pt x="10001" y="42958"/>
                        <a:pt x="9811" y="45148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4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5" name="Google Shape;505;p13"/>
                <p:cNvSpPr/>
                <p:nvPr/>
              </p:nvSpPr>
              <p:spPr>
                <a:xfrm>
                  <a:off x="3203674" y="5579573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8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4"/>
                        <a:pt x="30289" y="8954"/>
                      </a:cubicBezTo>
                      <a:cubicBezTo>
                        <a:pt x="21050" y="8954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6" name="Google Shape;506;p13"/>
                <p:cNvSpPr/>
                <p:nvPr/>
              </p:nvSpPr>
              <p:spPr>
                <a:xfrm>
                  <a:off x="3254346" y="5579669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10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4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7" name="Google Shape;507;p13"/>
                <p:cNvSpPr/>
                <p:nvPr/>
              </p:nvSpPr>
              <p:spPr>
                <a:xfrm>
                  <a:off x="3316640" y="5579764"/>
                  <a:ext cx="48005" cy="8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5" h="86105" extrusionOk="0">
                      <a:moveTo>
                        <a:pt x="47816" y="3715"/>
                      </a:moveTo>
                      <a:lnTo>
                        <a:pt x="47149" y="7906"/>
                      </a:lnTo>
                      <a:cubicBezTo>
                        <a:pt x="46958" y="9049"/>
                        <a:pt x="45720" y="9620"/>
                        <a:pt x="44672" y="9620"/>
                      </a:cubicBezTo>
                      <a:lnTo>
                        <a:pt x="44291" y="9620"/>
                      </a:lnTo>
                      <a:cubicBezTo>
                        <a:pt x="39338" y="9049"/>
                        <a:pt x="35814" y="8858"/>
                        <a:pt x="30194" y="8858"/>
                      </a:cubicBezTo>
                      <a:cubicBezTo>
                        <a:pt x="20955" y="8858"/>
                        <a:pt x="14192" y="16192"/>
                        <a:pt x="12192" y="28099"/>
                      </a:cubicBezTo>
                      <a:lnTo>
                        <a:pt x="10668" y="37147"/>
                      </a:lnTo>
                      <a:cubicBezTo>
                        <a:pt x="10192" y="39815"/>
                        <a:pt x="10001" y="42005"/>
                        <a:pt x="10001" y="44101"/>
                      </a:cubicBezTo>
                      <a:cubicBezTo>
                        <a:pt x="10001" y="52864"/>
                        <a:pt x="14192" y="56388"/>
                        <a:pt x="21717" y="56388"/>
                      </a:cubicBezTo>
                      <a:cubicBezTo>
                        <a:pt x="27432" y="56388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1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7" y="0"/>
                        <a:pt x="42291" y="571"/>
                        <a:pt x="46006" y="1238"/>
                      </a:cubicBezTo>
                      <a:cubicBezTo>
                        <a:pt x="47434" y="1429"/>
                        <a:pt x="48006" y="1905"/>
                        <a:pt x="48006" y="2953"/>
                      </a:cubicBezTo>
                      <a:cubicBezTo>
                        <a:pt x="48006" y="3143"/>
                        <a:pt x="47911" y="3429"/>
                        <a:pt x="47911" y="3810"/>
                      </a:cubicBezTo>
                      <a:close/>
                      <a:moveTo>
                        <a:pt x="25813" y="69818"/>
                      </a:moveTo>
                      <a:lnTo>
                        <a:pt x="10096" y="84392"/>
                      </a:lnTo>
                      <a:cubicBezTo>
                        <a:pt x="8858" y="85534"/>
                        <a:pt x="8477" y="86106"/>
                        <a:pt x="7239" y="86106"/>
                      </a:cubicBezTo>
                      <a:lnTo>
                        <a:pt x="952" y="86106"/>
                      </a:lnTo>
                      <a:cubicBezTo>
                        <a:pt x="381" y="86106"/>
                        <a:pt x="0" y="85916"/>
                        <a:pt x="0" y="85439"/>
                      </a:cubicBezTo>
                      <a:cubicBezTo>
                        <a:pt x="0" y="85058"/>
                        <a:pt x="191" y="84677"/>
                        <a:pt x="667" y="84201"/>
                      </a:cubicBezTo>
                      <a:lnTo>
                        <a:pt x="14478" y="69818"/>
                      </a:lnTo>
                      <a:cubicBezTo>
                        <a:pt x="15716" y="68580"/>
                        <a:pt x="16192" y="68104"/>
                        <a:pt x="17621" y="68104"/>
                      </a:cubicBezTo>
                      <a:lnTo>
                        <a:pt x="25241" y="68104"/>
                      </a:lnTo>
                      <a:cubicBezTo>
                        <a:pt x="25908" y="68104"/>
                        <a:pt x="26384" y="68294"/>
                        <a:pt x="26384" y="68770"/>
                      </a:cubicBezTo>
                      <a:cubicBezTo>
                        <a:pt x="26384" y="68961"/>
                        <a:pt x="26289" y="69342"/>
                        <a:pt x="25813" y="698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8" name="Google Shape;508;p13"/>
                <p:cNvSpPr/>
                <p:nvPr/>
              </p:nvSpPr>
              <p:spPr>
                <a:xfrm>
                  <a:off x="3367789" y="5553570"/>
                  <a:ext cx="58674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74" h="91440" extrusionOk="0">
                      <a:moveTo>
                        <a:pt x="55245" y="31432"/>
                      </a:moveTo>
                      <a:lnTo>
                        <a:pt x="45244" y="88297"/>
                      </a:lnTo>
                      <a:cubicBezTo>
                        <a:pt x="45053" y="89535"/>
                        <a:pt x="43815" y="90583"/>
                        <a:pt x="42577" y="90583"/>
                      </a:cubicBezTo>
                      <a:lnTo>
                        <a:pt x="37909" y="90583"/>
                      </a:lnTo>
                      <a:cubicBezTo>
                        <a:pt x="36481" y="90583"/>
                        <a:pt x="36195" y="89821"/>
                        <a:pt x="36195" y="88773"/>
                      </a:cubicBezTo>
                      <a:lnTo>
                        <a:pt x="36195" y="88106"/>
                      </a:lnTo>
                      <a:lnTo>
                        <a:pt x="36767" y="84487"/>
                      </a:lnTo>
                      <a:cubicBezTo>
                        <a:pt x="29908" y="89344"/>
                        <a:pt x="25908" y="91440"/>
                        <a:pt x="18098" y="91440"/>
                      </a:cubicBezTo>
                      <a:cubicBezTo>
                        <a:pt x="8287" y="91440"/>
                        <a:pt x="0" y="85154"/>
                        <a:pt x="0" y="70961"/>
                      </a:cubicBezTo>
                      <a:cubicBezTo>
                        <a:pt x="0" y="68770"/>
                        <a:pt x="191" y="66484"/>
                        <a:pt x="667" y="64008"/>
                      </a:cubicBezTo>
                      <a:lnTo>
                        <a:pt x="2762" y="52578"/>
                      </a:lnTo>
                      <a:cubicBezTo>
                        <a:pt x="6382" y="32576"/>
                        <a:pt x="18955" y="26194"/>
                        <a:pt x="32861" y="26194"/>
                      </a:cubicBezTo>
                      <a:cubicBezTo>
                        <a:pt x="39815" y="26194"/>
                        <a:pt x="47244" y="27337"/>
                        <a:pt x="53150" y="28861"/>
                      </a:cubicBezTo>
                      <a:cubicBezTo>
                        <a:pt x="54674" y="29242"/>
                        <a:pt x="55245" y="29528"/>
                        <a:pt x="55245" y="30575"/>
                      </a:cubicBezTo>
                      <a:cubicBezTo>
                        <a:pt x="55245" y="30766"/>
                        <a:pt x="55245" y="31147"/>
                        <a:pt x="55150" y="31528"/>
                      </a:cubicBezTo>
                      <a:close/>
                      <a:moveTo>
                        <a:pt x="32957" y="34671"/>
                      </a:moveTo>
                      <a:cubicBezTo>
                        <a:pt x="21050" y="34671"/>
                        <a:pt x="15050" y="41243"/>
                        <a:pt x="12763" y="53530"/>
                      </a:cubicBezTo>
                      <a:lnTo>
                        <a:pt x="10668" y="65437"/>
                      </a:lnTo>
                      <a:cubicBezTo>
                        <a:pt x="10287" y="67151"/>
                        <a:pt x="10192" y="69056"/>
                        <a:pt x="10192" y="70771"/>
                      </a:cubicBezTo>
                      <a:cubicBezTo>
                        <a:pt x="10192" y="79724"/>
                        <a:pt x="14669" y="82772"/>
                        <a:pt x="20288" y="82772"/>
                      </a:cubicBezTo>
                      <a:cubicBezTo>
                        <a:pt x="25908" y="82772"/>
                        <a:pt x="30671" y="80296"/>
                        <a:pt x="37052" y="76009"/>
                      </a:cubicBezTo>
                      <a:lnTo>
                        <a:pt x="44101" y="35719"/>
                      </a:lnTo>
                      <a:cubicBezTo>
                        <a:pt x="40958" y="35147"/>
                        <a:pt x="37719" y="34576"/>
                        <a:pt x="32861" y="34576"/>
                      </a:cubicBezTo>
                      <a:close/>
                      <a:moveTo>
                        <a:pt x="58579" y="3239"/>
                      </a:moveTo>
                      <a:lnTo>
                        <a:pt x="58103" y="5905"/>
                      </a:lnTo>
                      <a:cubicBezTo>
                        <a:pt x="56674" y="13906"/>
                        <a:pt x="53626" y="18097"/>
                        <a:pt x="46292" y="18097"/>
                      </a:cubicBezTo>
                      <a:cubicBezTo>
                        <a:pt x="43720" y="18097"/>
                        <a:pt x="40196" y="17621"/>
                        <a:pt x="37529" y="15049"/>
                      </a:cubicBezTo>
                      <a:lnTo>
                        <a:pt x="32099" y="9906"/>
                      </a:lnTo>
                      <a:cubicBezTo>
                        <a:pt x="29813" y="7715"/>
                        <a:pt x="29242" y="7334"/>
                        <a:pt x="27813" y="7334"/>
                      </a:cubicBezTo>
                      <a:cubicBezTo>
                        <a:pt x="25051" y="7334"/>
                        <a:pt x="23622" y="9144"/>
                        <a:pt x="23146" y="12668"/>
                      </a:cubicBezTo>
                      <a:lnTo>
                        <a:pt x="22765" y="15145"/>
                      </a:lnTo>
                      <a:cubicBezTo>
                        <a:pt x="22670" y="16192"/>
                        <a:pt x="21812" y="17145"/>
                        <a:pt x="20765" y="17145"/>
                      </a:cubicBezTo>
                      <a:lnTo>
                        <a:pt x="16859" y="17145"/>
                      </a:lnTo>
                      <a:cubicBezTo>
                        <a:pt x="15907" y="17145"/>
                        <a:pt x="15335" y="16478"/>
                        <a:pt x="15335" y="15526"/>
                      </a:cubicBezTo>
                      <a:lnTo>
                        <a:pt x="15335" y="15145"/>
                      </a:lnTo>
                      <a:lnTo>
                        <a:pt x="15716" y="12668"/>
                      </a:lnTo>
                      <a:cubicBezTo>
                        <a:pt x="16954" y="3429"/>
                        <a:pt x="21527" y="0"/>
                        <a:pt x="27813" y="0"/>
                      </a:cubicBezTo>
                      <a:cubicBezTo>
                        <a:pt x="31242" y="0"/>
                        <a:pt x="33338" y="952"/>
                        <a:pt x="36386" y="3620"/>
                      </a:cubicBezTo>
                      <a:lnTo>
                        <a:pt x="42672" y="9334"/>
                      </a:lnTo>
                      <a:cubicBezTo>
                        <a:pt x="43720" y="10287"/>
                        <a:pt x="45339" y="10954"/>
                        <a:pt x="46387" y="10954"/>
                      </a:cubicBezTo>
                      <a:cubicBezTo>
                        <a:pt x="48673" y="10954"/>
                        <a:pt x="50102" y="9811"/>
                        <a:pt x="50768" y="5810"/>
                      </a:cubicBezTo>
                      <a:lnTo>
                        <a:pt x="51245" y="3143"/>
                      </a:lnTo>
                      <a:cubicBezTo>
                        <a:pt x="51435" y="2095"/>
                        <a:pt x="52197" y="1143"/>
                        <a:pt x="53245" y="1143"/>
                      </a:cubicBezTo>
                      <a:lnTo>
                        <a:pt x="57150" y="1143"/>
                      </a:lnTo>
                      <a:cubicBezTo>
                        <a:pt x="58103" y="1143"/>
                        <a:pt x="58674" y="1810"/>
                        <a:pt x="58674" y="2762"/>
                      </a:cubicBezTo>
                      <a:lnTo>
                        <a:pt x="58674" y="314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9" name="Google Shape;509;p13"/>
                <p:cNvSpPr/>
                <p:nvPr/>
              </p:nvSpPr>
              <p:spPr>
                <a:xfrm>
                  <a:off x="3430464" y="5579573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4"/>
                      </a:moveTo>
                      <a:cubicBezTo>
                        <a:pt x="21146" y="8954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4"/>
                        <a:pt x="31337" y="895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0" name="Google Shape;510;p13"/>
                <p:cNvSpPr/>
                <p:nvPr/>
              </p:nvSpPr>
              <p:spPr>
                <a:xfrm>
                  <a:off x="3525333" y="5579764"/>
                  <a:ext cx="5410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1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6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7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763"/>
                      </a:moveTo>
                      <a:cubicBezTo>
                        <a:pt x="21336" y="8763"/>
                        <a:pt x="14668" y="16764"/>
                        <a:pt x="12573" y="27432"/>
                      </a:cubicBezTo>
                      <a:lnTo>
                        <a:pt x="12573" y="28004"/>
                      </a:lnTo>
                      <a:cubicBezTo>
                        <a:pt x="12573" y="28004"/>
                        <a:pt x="43148" y="28004"/>
                        <a:pt x="43148" y="28004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859"/>
                        <a:pt x="39624" y="8763"/>
                        <a:pt x="31432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11" name="Google Shape;511;p13"/>
              <p:cNvGrpSpPr/>
              <p:nvPr/>
            </p:nvGrpSpPr>
            <p:grpSpPr>
              <a:xfrm>
                <a:off x="3001433" y="5706066"/>
                <a:ext cx="530919" cy="110585"/>
                <a:chOff x="3001433" y="5706066"/>
                <a:chExt cx="530919" cy="110585"/>
              </a:xfrm>
            </p:grpSpPr>
            <p:sp>
              <p:nvSpPr>
                <p:cNvPr id="512" name="Google Shape;512;p13"/>
                <p:cNvSpPr/>
                <p:nvPr/>
              </p:nvSpPr>
              <p:spPr>
                <a:xfrm>
                  <a:off x="3001433" y="5707685"/>
                  <a:ext cx="61259" cy="86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59" h="86106" extrusionOk="0">
                      <a:moveTo>
                        <a:pt x="22122" y="83820"/>
                      </a:moveTo>
                      <a:cubicBezTo>
                        <a:pt x="21932" y="85058"/>
                        <a:pt x="20884" y="86106"/>
                        <a:pt x="19551" y="86106"/>
                      </a:cubicBezTo>
                      <a:lnTo>
                        <a:pt x="13169" y="86106"/>
                      </a:lnTo>
                      <a:cubicBezTo>
                        <a:pt x="11931" y="86106"/>
                        <a:pt x="11359" y="84963"/>
                        <a:pt x="11550" y="83820"/>
                      </a:cubicBezTo>
                      <a:lnTo>
                        <a:pt x="24599" y="9144"/>
                      </a:lnTo>
                      <a:lnTo>
                        <a:pt x="2025" y="9144"/>
                      </a:lnTo>
                      <a:cubicBezTo>
                        <a:pt x="786" y="9144"/>
                        <a:pt x="-166" y="8763"/>
                        <a:pt x="24" y="7239"/>
                      </a:cubicBezTo>
                      <a:lnTo>
                        <a:pt x="977" y="2095"/>
                      </a:lnTo>
                      <a:cubicBezTo>
                        <a:pt x="1358" y="476"/>
                        <a:pt x="2406" y="0"/>
                        <a:pt x="3644" y="0"/>
                      </a:cubicBezTo>
                      <a:lnTo>
                        <a:pt x="59365" y="0"/>
                      </a:lnTo>
                      <a:cubicBezTo>
                        <a:pt x="60603" y="0"/>
                        <a:pt x="61556" y="476"/>
                        <a:pt x="61175" y="2095"/>
                      </a:cubicBezTo>
                      <a:lnTo>
                        <a:pt x="60222" y="7239"/>
                      </a:lnTo>
                      <a:cubicBezTo>
                        <a:pt x="60032" y="8382"/>
                        <a:pt x="59556" y="9144"/>
                        <a:pt x="57651" y="9144"/>
                      </a:cubicBezTo>
                      <a:lnTo>
                        <a:pt x="35076" y="9144"/>
                      </a:lnTo>
                      <a:lnTo>
                        <a:pt x="22027" y="838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3" name="Google Shape;513;p13"/>
                <p:cNvSpPr/>
                <p:nvPr/>
              </p:nvSpPr>
              <p:spPr>
                <a:xfrm>
                  <a:off x="3052797" y="572940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7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6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4" name="Google Shape;514;p13"/>
                <p:cNvSpPr/>
                <p:nvPr/>
              </p:nvSpPr>
              <p:spPr>
                <a:xfrm>
                  <a:off x="3115853" y="5729211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8"/>
                        <a:pt x="34957" y="64199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2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7"/>
                        <a:pt x="44387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3"/>
                        <a:pt x="12383" y="2809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5" name="Google Shape;515;p13"/>
                <p:cNvSpPr/>
                <p:nvPr/>
              </p:nvSpPr>
              <p:spPr>
                <a:xfrm>
                  <a:off x="3166550" y="5729307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7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6" name="Google Shape;516;p13"/>
                <p:cNvSpPr/>
                <p:nvPr/>
              </p:nvSpPr>
              <p:spPr>
                <a:xfrm>
                  <a:off x="3232725" y="5729307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7" name="Google Shape;517;p13"/>
                <p:cNvSpPr/>
                <p:nvPr/>
              </p:nvSpPr>
              <p:spPr>
                <a:xfrm>
                  <a:off x="3295268" y="5706732"/>
                  <a:ext cx="24804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4" h="87058" extrusionOk="0">
                      <a:moveTo>
                        <a:pt x="23086" y="0"/>
                      </a:moveTo>
                      <a:cubicBezTo>
                        <a:pt x="24325" y="0"/>
                        <a:pt x="25087" y="571"/>
                        <a:pt x="24706" y="2191"/>
                      </a:cubicBezTo>
                      <a:lnTo>
                        <a:pt x="10228" y="84773"/>
                      </a:lnTo>
                      <a:cubicBezTo>
                        <a:pt x="10037" y="86011"/>
                        <a:pt x="9561" y="87059"/>
                        <a:pt x="7656" y="87059"/>
                      </a:cubicBezTo>
                      <a:lnTo>
                        <a:pt x="1655" y="87059"/>
                      </a:lnTo>
                      <a:cubicBezTo>
                        <a:pt x="417" y="87059"/>
                        <a:pt x="-155" y="85915"/>
                        <a:pt x="36" y="84773"/>
                      </a:cubicBezTo>
                      <a:lnTo>
                        <a:pt x="14514" y="2191"/>
                      </a:lnTo>
                      <a:cubicBezTo>
                        <a:pt x="14704" y="953"/>
                        <a:pt x="15276" y="0"/>
                        <a:pt x="17086" y="0"/>
                      </a:cubicBezTo>
                      <a:lnTo>
                        <a:pt x="2308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8" name="Google Shape;518;p13"/>
                <p:cNvSpPr/>
                <p:nvPr/>
              </p:nvSpPr>
              <p:spPr>
                <a:xfrm>
                  <a:off x="3324165" y="5729307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9" name="Google Shape;519;p13"/>
                <p:cNvSpPr/>
                <p:nvPr/>
              </p:nvSpPr>
              <p:spPr>
                <a:xfrm>
                  <a:off x="3383315" y="5729307"/>
                  <a:ext cx="59227" cy="87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27" h="87344" extrusionOk="0">
                      <a:moveTo>
                        <a:pt x="6096" y="28384"/>
                      </a:moveTo>
                      <a:cubicBezTo>
                        <a:pt x="9811" y="7525"/>
                        <a:pt x="19527" y="0"/>
                        <a:pt x="36862" y="0"/>
                      </a:cubicBezTo>
                      <a:cubicBezTo>
                        <a:pt x="43720" y="0"/>
                        <a:pt x="51912" y="1429"/>
                        <a:pt x="57150" y="2667"/>
                      </a:cubicBezTo>
                      <a:cubicBezTo>
                        <a:pt x="59341" y="3143"/>
                        <a:pt x="59341" y="3810"/>
                        <a:pt x="59151" y="5334"/>
                      </a:cubicBezTo>
                      <a:lnTo>
                        <a:pt x="48768" y="64389"/>
                      </a:lnTo>
                      <a:cubicBezTo>
                        <a:pt x="45625" y="82296"/>
                        <a:pt x="37910" y="87344"/>
                        <a:pt x="21241" y="87344"/>
                      </a:cubicBezTo>
                      <a:cubicBezTo>
                        <a:pt x="12478" y="87344"/>
                        <a:pt x="5049" y="86201"/>
                        <a:pt x="1905" y="85249"/>
                      </a:cubicBezTo>
                      <a:cubicBezTo>
                        <a:pt x="96" y="84772"/>
                        <a:pt x="-190" y="84201"/>
                        <a:pt x="96" y="82868"/>
                      </a:cubicBezTo>
                      <a:lnTo>
                        <a:pt x="667" y="79534"/>
                      </a:lnTo>
                      <a:cubicBezTo>
                        <a:pt x="858" y="78010"/>
                        <a:pt x="1429" y="77438"/>
                        <a:pt x="3429" y="77724"/>
                      </a:cubicBezTo>
                      <a:cubicBezTo>
                        <a:pt x="7335" y="78200"/>
                        <a:pt x="16669" y="79153"/>
                        <a:pt x="22765" y="79153"/>
                      </a:cubicBezTo>
                      <a:cubicBezTo>
                        <a:pt x="33052" y="79153"/>
                        <a:pt x="36767" y="75819"/>
                        <a:pt x="38481" y="65246"/>
                      </a:cubicBezTo>
                      <a:lnTo>
                        <a:pt x="38672" y="63818"/>
                      </a:lnTo>
                      <a:cubicBezTo>
                        <a:pt x="35624" y="64484"/>
                        <a:pt x="28956" y="65437"/>
                        <a:pt x="25432" y="65437"/>
                      </a:cubicBezTo>
                      <a:cubicBezTo>
                        <a:pt x="12954" y="65437"/>
                        <a:pt x="3906" y="59341"/>
                        <a:pt x="3906" y="44672"/>
                      </a:cubicBezTo>
                      <a:cubicBezTo>
                        <a:pt x="3906" y="42386"/>
                        <a:pt x="4096" y="39719"/>
                        <a:pt x="4572" y="36957"/>
                      </a:cubicBezTo>
                      <a:lnTo>
                        <a:pt x="6096" y="28480"/>
                      </a:lnTo>
                      <a:close/>
                      <a:moveTo>
                        <a:pt x="35433" y="8572"/>
                      </a:moveTo>
                      <a:cubicBezTo>
                        <a:pt x="24670" y="8572"/>
                        <a:pt x="18765" y="14859"/>
                        <a:pt x="16288" y="28384"/>
                      </a:cubicBezTo>
                      <a:lnTo>
                        <a:pt x="14764" y="36862"/>
                      </a:lnTo>
                      <a:cubicBezTo>
                        <a:pt x="14193" y="40005"/>
                        <a:pt x="14002" y="42767"/>
                        <a:pt x="14002" y="45053"/>
                      </a:cubicBezTo>
                      <a:cubicBezTo>
                        <a:pt x="14002" y="53816"/>
                        <a:pt x="18193" y="56769"/>
                        <a:pt x="26956" y="56769"/>
                      </a:cubicBezTo>
                      <a:cubicBezTo>
                        <a:pt x="30195" y="56769"/>
                        <a:pt x="36481" y="56293"/>
                        <a:pt x="40196" y="55531"/>
                      </a:cubicBezTo>
                      <a:lnTo>
                        <a:pt x="48197" y="9906"/>
                      </a:lnTo>
                      <a:cubicBezTo>
                        <a:pt x="45054" y="9334"/>
                        <a:pt x="40291" y="8668"/>
                        <a:pt x="35433" y="866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" name="Google Shape;520;p13"/>
                <p:cNvSpPr/>
                <p:nvPr/>
              </p:nvSpPr>
              <p:spPr>
                <a:xfrm>
                  <a:off x="3449531" y="5706066"/>
                  <a:ext cx="25111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629" extrusionOk="0">
                      <a:moveTo>
                        <a:pt x="18652" y="24003"/>
                      </a:moveTo>
                      <a:cubicBezTo>
                        <a:pt x="20081" y="24003"/>
                        <a:pt x="20843" y="24479"/>
                        <a:pt x="20462" y="26289"/>
                      </a:cubicBezTo>
                      <a:lnTo>
                        <a:pt x="10175" y="85344"/>
                      </a:lnTo>
                      <a:cubicBezTo>
                        <a:pt x="9984" y="86582"/>
                        <a:pt x="9413" y="87630"/>
                        <a:pt x="7412" y="87630"/>
                      </a:cubicBezTo>
                      <a:lnTo>
                        <a:pt x="1888" y="87630"/>
                      </a:lnTo>
                      <a:cubicBezTo>
                        <a:pt x="269" y="87630"/>
                        <a:pt x="-208" y="86487"/>
                        <a:pt x="78" y="85344"/>
                      </a:cubicBezTo>
                      <a:lnTo>
                        <a:pt x="10365" y="26289"/>
                      </a:lnTo>
                      <a:cubicBezTo>
                        <a:pt x="10746" y="24193"/>
                        <a:pt x="11889" y="24003"/>
                        <a:pt x="13127" y="24003"/>
                      </a:cubicBezTo>
                      <a:lnTo>
                        <a:pt x="18652" y="24003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4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1" name="Google Shape;521;p13"/>
                <p:cNvSpPr/>
                <p:nvPr/>
              </p:nvSpPr>
              <p:spPr>
                <a:xfrm>
                  <a:off x="3477041" y="5729307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22" name="Google Shape;522;p13"/>
          <p:cNvGrpSpPr/>
          <p:nvPr/>
        </p:nvGrpSpPr>
        <p:grpSpPr>
          <a:xfrm>
            <a:off x="6324671" y="5377135"/>
            <a:ext cx="2183800" cy="410907"/>
            <a:chOff x="6340761" y="5406695"/>
            <a:chExt cx="2183800" cy="410907"/>
          </a:xfrm>
        </p:grpSpPr>
        <p:grpSp>
          <p:nvGrpSpPr>
            <p:cNvPr id="523" name="Google Shape;523;p13"/>
            <p:cNvGrpSpPr/>
            <p:nvPr/>
          </p:nvGrpSpPr>
          <p:grpSpPr>
            <a:xfrm>
              <a:off x="6340761" y="5407361"/>
              <a:ext cx="935545" cy="400812"/>
              <a:chOff x="6340761" y="5407361"/>
              <a:chExt cx="935545" cy="400812"/>
            </a:xfrm>
          </p:grpSpPr>
          <p:sp>
            <p:nvSpPr>
              <p:cNvPr id="524" name="Google Shape;524;p13"/>
              <p:cNvSpPr/>
              <p:nvPr/>
            </p:nvSpPr>
            <p:spPr>
              <a:xfrm>
                <a:off x="6340761" y="5407647"/>
                <a:ext cx="312038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12038" h="400526" extrusionOk="0">
                    <a:moveTo>
                      <a:pt x="311467" y="24194"/>
                    </a:moveTo>
                    <a:lnTo>
                      <a:pt x="300133" y="90392"/>
                    </a:lnTo>
                    <a:cubicBezTo>
                      <a:pt x="299180" y="96679"/>
                      <a:pt x="297180" y="98774"/>
                      <a:pt x="292227" y="98774"/>
                    </a:cubicBezTo>
                    <a:lnTo>
                      <a:pt x="290703" y="98774"/>
                    </a:lnTo>
                    <a:cubicBezTo>
                      <a:pt x="271939" y="97727"/>
                      <a:pt x="232410" y="94012"/>
                      <a:pt x="195834" y="94012"/>
                    </a:cubicBezTo>
                    <a:cubicBezTo>
                      <a:pt x="146399" y="94012"/>
                      <a:pt x="125730" y="109823"/>
                      <a:pt x="114776" y="172879"/>
                    </a:cubicBezTo>
                    <a:lnTo>
                      <a:pt x="105347" y="228600"/>
                    </a:lnTo>
                    <a:cubicBezTo>
                      <a:pt x="103346" y="241745"/>
                      <a:pt x="102394" y="252222"/>
                      <a:pt x="102394" y="261747"/>
                    </a:cubicBezTo>
                    <a:cubicBezTo>
                      <a:pt x="102394" y="302228"/>
                      <a:pt x="121158" y="309086"/>
                      <a:pt x="139446" y="309086"/>
                    </a:cubicBezTo>
                    <a:cubicBezTo>
                      <a:pt x="148876" y="309086"/>
                      <a:pt x="158686" y="308515"/>
                      <a:pt x="167069" y="307467"/>
                    </a:cubicBezTo>
                    <a:lnTo>
                      <a:pt x="184880" y="199739"/>
                    </a:lnTo>
                    <a:cubicBezTo>
                      <a:pt x="185833" y="193929"/>
                      <a:pt x="190310" y="189262"/>
                      <a:pt x="195739" y="189262"/>
                    </a:cubicBezTo>
                    <a:lnTo>
                      <a:pt x="273749" y="189262"/>
                    </a:lnTo>
                    <a:cubicBezTo>
                      <a:pt x="278702" y="189262"/>
                      <a:pt x="282131" y="192977"/>
                      <a:pt x="282131" y="198215"/>
                    </a:cubicBezTo>
                    <a:lnTo>
                      <a:pt x="282131" y="199835"/>
                    </a:lnTo>
                    <a:lnTo>
                      <a:pt x="252984" y="375857"/>
                    </a:lnTo>
                    <a:cubicBezTo>
                      <a:pt x="251460" y="383762"/>
                      <a:pt x="248984" y="386334"/>
                      <a:pt x="240602" y="387953"/>
                    </a:cubicBezTo>
                    <a:cubicBezTo>
                      <a:pt x="210979" y="394240"/>
                      <a:pt x="171926" y="400526"/>
                      <a:pt x="124016" y="400526"/>
                    </a:cubicBezTo>
                    <a:cubicBezTo>
                      <a:pt x="68675" y="400526"/>
                      <a:pt x="0" y="366332"/>
                      <a:pt x="0" y="269653"/>
                    </a:cubicBezTo>
                    <a:cubicBezTo>
                      <a:pt x="0" y="257080"/>
                      <a:pt x="953" y="242888"/>
                      <a:pt x="3429" y="228124"/>
                    </a:cubicBezTo>
                    <a:lnTo>
                      <a:pt x="12859" y="172974"/>
                    </a:lnTo>
                    <a:cubicBezTo>
                      <a:pt x="39338" y="19907"/>
                      <a:pt x="125254" y="0"/>
                      <a:pt x="197930" y="0"/>
                    </a:cubicBezTo>
                    <a:cubicBezTo>
                      <a:pt x="249269" y="0"/>
                      <a:pt x="284417" y="8382"/>
                      <a:pt x="303657" y="14192"/>
                    </a:cubicBezTo>
                    <a:cubicBezTo>
                      <a:pt x="308610" y="15812"/>
                      <a:pt x="312039" y="16859"/>
                      <a:pt x="312039" y="21526"/>
                    </a:cubicBezTo>
                    <a:cubicBezTo>
                      <a:pt x="312039" y="22098"/>
                      <a:pt x="311563" y="23146"/>
                      <a:pt x="311563" y="24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6664611" y="5407647"/>
                <a:ext cx="280130" cy="400431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400431" extrusionOk="0">
                    <a:moveTo>
                      <a:pt x="280130" y="16764"/>
                    </a:moveTo>
                    <a:lnTo>
                      <a:pt x="269748" y="80867"/>
                    </a:lnTo>
                    <a:cubicBezTo>
                      <a:pt x="268795" y="86678"/>
                      <a:pt x="263366" y="91345"/>
                      <a:pt x="257842" y="91345"/>
                    </a:cubicBezTo>
                    <a:lnTo>
                      <a:pt x="158020" y="91345"/>
                    </a:lnTo>
                    <a:cubicBezTo>
                      <a:pt x="140208" y="91345"/>
                      <a:pt x="133350" y="97631"/>
                      <a:pt x="129826" y="117634"/>
                    </a:cubicBezTo>
                    <a:lnTo>
                      <a:pt x="123444" y="156020"/>
                    </a:lnTo>
                    <a:lnTo>
                      <a:pt x="244983" y="156020"/>
                    </a:lnTo>
                    <a:cubicBezTo>
                      <a:pt x="249936" y="156020"/>
                      <a:pt x="253365" y="159734"/>
                      <a:pt x="253365" y="164973"/>
                    </a:cubicBezTo>
                    <a:lnTo>
                      <a:pt x="253365" y="166592"/>
                    </a:lnTo>
                    <a:lnTo>
                      <a:pt x="242983" y="228600"/>
                    </a:lnTo>
                    <a:cubicBezTo>
                      <a:pt x="242030" y="234410"/>
                      <a:pt x="237077" y="239077"/>
                      <a:pt x="231648" y="239077"/>
                    </a:cubicBezTo>
                    <a:lnTo>
                      <a:pt x="110109" y="239077"/>
                    </a:lnTo>
                    <a:lnTo>
                      <a:pt x="102679" y="282702"/>
                    </a:lnTo>
                    <a:cubicBezTo>
                      <a:pt x="102203" y="286893"/>
                      <a:pt x="101727" y="290036"/>
                      <a:pt x="101727" y="293180"/>
                    </a:cubicBezTo>
                    <a:cubicBezTo>
                      <a:pt x="101727" y="305276"/>
                      <a:pt x="107632" y="308991"/>
                      <a:pt x="122015" y="308991"/>
                    </a:cubicBezTo>
                    <a:lnTo>
                      <a:pt x="221837" y="308991"/>
                    </a:lnTo>
                    <a:cubicBezTo>
                      <a:pt x="226790" y="308991"/>
                      <a:pt x="230219" y="312706"/>
                      <a:pt x="230219" y="317945"/>
                    </a:cubicBezTo>
                    <a:lnTo>
                      <a:pt x="230219" y="319564"/>
                    </a:lnTo>
                    <a:lnTo>
                      <a:pt x="219361" y="383667"/>
                    </a:lnTo>
                    <a:cubicBezTo>
                      <a:pt x="218408" y="389954"/>
                      <a:pt x="214408" y="393097"/>
                      <a:pt x="208026" y="394145"/>
                    </a:cubicBezTo>
                    <a:cubicBezTo>
                      <a:pt x="188786" y="396812"/>
                      <a:pt x="158591" y="400431"/>
                      <a:pt x="110680" y="400431"/>
                    </a:cubicBezTo>
                    <a:cubicBezTo>
                      <a:pt x="52864" y="400431"/>
                      <a:pt x="0" y="378333"/>
                      <a:pt x="0" y="309467"/>
                    </a:cubicBezTo>
                    <a:cubicBezTo>
                      <a:pt x="0" y="301085"/>
                      <a:pt x="952" y="292132"/>
                      <a:pt x="2476" y="282702"/>
                    </a:cubicBezTo>
                    <a:lnTo>
                      <a:pt x="29623" y="117634"/>
                    </a:lnTo>
                    <a:cubicBezTo>
                      <a:pt x="46958" y="11525"/>
                      <a:pt x="106204" y="0"/>
                      <a:pt x="175927" y="0"/>
                    </a:cubicBezTo>
                    <a:cubicBezTo>
                      <a:pt x="223838" y="0"/>
                      <a:pt x="253937" y="3715"/>
                      <a:pt x="272224" y="6287"/>
                    </a:cubicBezTo>
                    <a:cubicBezTo>
                      <a:pt x="277654" y="6763"/>
                      <a:pt x="280130" y="9430"/>
                      <a:pt x="280130" y="14669"/>
                    </a:cubicBezTo>
                    <a:lnTo>
                      <a:pt x="280130" y="16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6942836" y="5407361"/>
                <a:ext cx="333470" cy="395858"/>
              </a:xfrm>
              <a:custGeom>
                <a:avLst/>
                <a:gdLst/>
                <a:ahLst/>
                <a:cxnLst/>
                <a:rect l="l" t="t" r="r" b="b"/>
                <a:pathLst>
                  <a:path w="333470" h="395858" extrusionOk="0">
                    <a:moveTo>
                      <a:pt x="160496" y="268796"/>
                    </a:moveTo>
                    <a:cubicBezTo>
                      <a:pt x="149638" y="268796"/>
                      <a:pt x="132302" y="267748"/>
                      <a:pt x="118967" y="267176"/>
                    </a:cubicBezTo>
                    <a:lnTo>
                      <a:pt x="99727" y="385382"/>
                    </a:lnTo>
                    <a:cubicBezTo>
                      <a:pt x="98774" y="391192"/>
                      <a:pt x="93345" y="395859"/>
                      <a:pt x="87916" y="395859"/>
                    </a:cubicBezTo>
                    <a:lnTo>
                      <a:pt x="8858" y="395859"/>
                    </a:lnTo>
                    <a:cubicBezTo>
                      <a:pt x="3905" y="395859"/>
                      <a:pt x="0" y="392716"/>
                      <a:pt x="0" y="387953"/>
                    </a:cubicBezTo>
                    <a:lnTo>
                      <a:pt x="0" y="386334"/>
                    </a:lnTo>
                    <a:lnTo>
                      <a:pt x="57340" y="41529"/>
                    </a:lnTo>
                    <a:cubicBezTo>
                      <a:pt x="61817" y="16288"/>
                      <a:pt x="69723" y="10573"/>
                      <a:pt x="91440" y="6858"/>
                    </a:cubicBezTo>
                    <a:cubicBezTo>
                      <a:pt x="117158" y="2667"/>
                      <a:pt x="162115" y="0"/>
                      <a:pt x="197167" y="0"/>
                    </a:cubicBezTo>
                    <a:cubicBezTo>
                      <a:pt x="265367" y="0"/>
                      <a:pt x="333470" y="29909"/>
                      <a:pt x="333470" y="104013"/>
                    </a:cubicBezTo>
                    <a:cubicBezTo>
                      <a:pt x="333470" y="214884"/>
                      <a:pt x="261366" y="268510"/>
                      <a:pt x="160592" y="268510"/>
                    </a:cubicBezTo>
                    <a:close/>
                    <a:moveTo>
                      <a:pt x="183737" y="89630"/>
                    </a:moveTo>
                    <a:cubicBezTo>
                      <a:pt x="180308" y="89630"/>
                      <a:pt x="151638" y="90107"/>
                      <a:pt x="148685" y="90107"/>
                    </a:cubicBezTo>
                    <a:lnTo>
                      <a:pt x="133826" y="179451"/>
                    </a:lnTo>
                    <a:cubicBezTo>
                      <a:pt x="136303" y="180023"/>
                      <a:pt x="165449" y="180023"/>
                      <a:pt x="168402" y="180023"/>
                    </a:cubicBezTo>
                    <a:cubicBezTo>
                      <a:pt x="207931" y="180023"/>
                      <a:pt x="231172" y="158972"/>
                      <a:pt x="231172" y="119063"/>
                    </a:cubicBezTo>
                    <a:cubicBezTo>
                      <a:pt x="231172" y="95917"/>
                      <a:pt x="212408" y="89630"/>
                      <a:pt x="183737" y="8963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27" name="Google Shape;527;p13"/>
            <p:cNvGrpSpPr/>
            <p:nvPr/>
          </p:nvGrpSpPr>
          <p:grpSpPr>
            <a:xfrm>
              <a:off x="7405561" y="5406695"/>
              <a:ext cx="1119000" cy="410907"/>
              <a:chOff x="7405561" y="5406695"/>
              <a:chExt cx="1119000" cy="410907"/>
            </a:xfrm>
          </p:grpSpPr>
          <p:grpSp>
            <p:nvGrpSpPr>
              <p:cNvPr id="528" name="Google Shape;528;p13"/>
              <p:cNvGrpSpPr/>
              <p:nvPr/>
            </p:nvGrpSpPr>
            <p:grpSpPr>
              <a:xfrm>
                <a:off x="7437755" y="5406695"/>
                <a:ext cx="587026" cy="91154"/>
                <a:chOff x="7437755" y="5406695"/>
                <a:chExt cx="587026" cy="91154"/>
              </a:xfrm>
            </p:grpSpPr>
            <p:sp>
              <p:nvSpPr>
                <p:cNvPr id="529" name="Google Shape;529;p13"/>
                <p:cNvSpPr/>
                <p:nvPr/>
              </p:nvSpPr>
              <p:spPr>
                <a:xfrm>
                  <a:off x="7437755" y="5410124"/>
                  <a:ext cx="64418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18" h="87725" extrusionOk="0">
                      <a:moveTo>
                        <a:pt x="62770" y="1429"/>
                      </a:moveTo>
                      <a:cubicBezTo>
                        <a:pt x="63817" y="1524"/>
                        <a:pt x="64579" y="2000"/>
                        <a:pt x="64389" y="3143"/>
                      </a:cubicBezTo>
                      <a:lnTo>
                        <a:pt x="63341" y="8953"/>
                      </a:lnTo>
                      <a:cubicBezTo>
                        <a:pt x="63246" y="10096"/>
                        <a:pt x="62579" y="10192"/>
                        <a:pt x="61246" y="10096"/>
                      </a:cubicBezTo>
                      <a:cubicBezTo>
                        <a:pt x="54483" y="9525"/>
                        <a:pt x="49149" y="9335"/>
                        <a:pt x="39338" y="9335"/>
                      </a:cubicBezTo>
                      <a:cubicBezTo>
                        <a:pt x="29527" y="9335"/>
                        <a:pt x="17717" y="14859"/>
                        <a:pt x="14097" y="36005"/>
                      </a:cubicBezTo>
                      <a:lnTo>
                        <a:pt x="11430" y="51530"/>
                      </a:lnTo>
                      <a:cubicBezTo>
                        <a:pt x="10858" y="55055"/>
                        <a:pt x="10477" y="58007"/>
                        <a:pt x="10477" y="60674"/>
                      </a:cubicBezTo>
                      <a:cubicBezTo>
                        <a:pt x="10477" y="73628"/>
                        <a:pt x="17240" y="78200"/>
                        <a:pt x="26098" y="78200"/>
                      </a:cubicBezTo>
                      <a:cubicBezTo>
                        <a:pt x="33147" y="78200"/>
                        <a:pt x="38005" y="77724"/>
                        <a:pt x="40767" y="77534"/>
                      </a:cubicBezTo>
                      <a:lnTo>
                        <a:pt x="46673" y="44387"/>
                      </a:lnTo>
                      <a:cubicBezTo>
                        <a:pt x="46863" y="43148"/>
                        <a:pt x="47816" y="42101"/>
                        <a:pt x="49149" y="42101"/>
                      </a:cubicBezTo>
                      <a:lnTo>
                        <a:pt x="55435" y="42101"/>
                      </a:lnTo>
                      <a:cubicBezTo>
                        <a:pt x="56579" y="42101"/>
                        <a:pt x="57245" y="43053"/>
                        <a:pt x="57245" y="44101"/>
                      </a:cubicBezTo>
                      <a:lnTo>
                        <a:pt x="57245" y="44482"/>
                      </a:lnTo>
                      <a:lnTo>
                        <a:pt x="50292" y="83439"/>
                      </a:lnTo>
                      <a:cubicBezTo>
                        <a:pt x="50102" y="84677"/>
                        <a:pt x="49054" y="85725"/>
                        <a:pt x="47720" y="86011"/>
                      </a:cubicBezTo>
                      <a:cubicBezTo>
                        <a:pt x="41910" y="86963"/>
                        <a:pt x="35338" y="87725"/>
                        <a:pt x="24479" y="87725"/>
                      </a:cubicBezTo>
                      <a:cubicBezTo>
                        <a:pt x="12192" y="87725"/>
                        <a:pt x="0" y="79820"/>
                        <a:pt x="0" y="60484"/>
                      </a:cubicBezTo>
                      <a:cubicBezTo>
                        <a:pt x="0" y="57817"/>
                        <a:pt x="191" y="54769"/>
                        <a:pt x="857" y="51626"/>
                      </a:cubicBezTo>
                      <a:lnTo>
                        <a:pt x="3524" y="36100"/>
                      </a:lnTo>
                      <a:cubicBezTo>
                        <a:pt x="8668" y="6572"/>
                        <a:pt x="25432" y="0"/>
                        <a:pt x="40958" y="0"/>
                      </a:cubicBezTo>
                      <a:cubicBezTo>
                        <a:pt x="51721" y="0"/>
                        <a:pt x="58483" y="952"/>
                        <a:pt x="62770" y="161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0" name="Google Shape;530;p13"/>
                <p:cNvSpPr/>
                <p:nvPr/>
              </p:nvSpPr>
              <p:spPr>
                <a:xfrm>
                  <a:off x="7506811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4"/>
                      </a:lnTo>
                      <a:cubicBezTo>
                        <a:pt x="12573" y="28004"/>
                        <a:pt x="43148" y="28004"/>
                        <a:pt x="43148" y="28004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1" name="Google Shape;531;p13"/>
                <p:cNvSpPr/>
                <p:nvPr/>
              </p:nvSpPr>
              <p:spPr>
                <a:xfrm>
                  <a:off x="7567997" y="5432317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6"/>
                        <a:pt x="8728" y="64484"/>
                        <a:pt x="7490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4" y="2000"/>
                        <a:pt x="20158" y="3143"/>
                      </a:cubicBezTo>
                      <a:lnTo>
                        <a:pt x="19682" y="5810"/>
                      </a:lnTo>
                      <a:cubicBezTo>
                        <a:pt x="25968" y="952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857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6"/>
                        <a:pt x="18538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2" name="Google Shape;532;p13"/>
                <p:cNvSpPr/>
                <p:nvPr/>
              </p:nvSpPr>
              <p:spPr>
                <a:xfrm>
                  <a:off x="7606633" y="5406695"/>
                  <a:ext cx="54102" cy="9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91058" extrusionOk="0">
                      <a:moveTo>
                        <a:pt x="53531" y="54102"/>
                      </a:moveTo>
                      <a:lnTo>
                        <a:pt x="52578" y="58960"/>
                      </a:lnTo>
                      <a:cubicBezTo>
                        <a:pt x="52197" y="60484"/>
                        <a:pt x="51816" y="61531"/>
                        <a:pt x="50006" y="61531"/>
                      </a:cubicBezTo>
                      <a:lnTo>
                        <a:pt x="11240" y="61531"/>
                      </a:lnTo>
                      <a:lnTo>
                        <a:pt x="10858" y="62960"/>
                      </a:lnTo>
                      <a:cubicBezTo>
                        <a:pt x="10192" y="65627"/>
                        <a:pt x="9906" y="67913"/>
                        <a:pt x="9906" y="70009"/>
                      </a:cubicBezTo>
                      <a:cubicBezTo>
                        <a:pt x="9906" y="78677"/>
                        <a:pt x="15431" y="82391"/>
                        <a:pt x="24384" y="82391"/>
                      </a:cubicBezTo>
                      <a:cubicBezTo>
                        <a:pt x="31147" y="82391"/>
                        <a:pt x="38957" y="81534"/>
                        <a:pt x="44387" y="80772"/>
                      </a:cubicBezTo>
                      <a:lnTo>
                        <a:pt x="45053" y="80772"/>
                      </a:lnTo>
                      <a:cubicBezTo>
                        <a:pt x="46006" y="80772"/>
                        <a:pt x="46577" y="80963"/>
                        <a:pt x="46577" y="81915"/>
                      </a:cubicBezTo>
                      <a:lnTo>
                        <a:pt x="46577" y="82296"/>
                      </a:lnTo>
                      <a:lnTo>
                        <a:pt x="46577" y="82296"/>
                      </a:lnTo>
                      <a:cubicBezTo>
                        <a:pt x="46577" y="82296"/>
                        <a:pt x="45911" y="86392"/>
                        <a:pt x="45911" y="86392"/>
                      </a:cubicBezTo>
                      <a:cubicBezTo>
                        <a:pt x="45720" y="88011"/>
                        <a:pt x="45053" y="88678"/>
                        <a:pt x="43148" y="89059"/>
                      </a:cubicBezTo>
                      <a:cubicBezTo>
                        <a:pt x="36290" y="90297"/>
                        <a:pt x="30671" y="91059"/>
                        <a:pt x="22860" y="91059"/>
                      </a:cubicBezTo>
                      <a:cubicBezTo>
                        <a:pt x="11430" y="91059"/>
                        <a:pt x="0" y="85249"/>
                        <a:pt x="0" y="69628"/>
                      </a:cubicBezTo>
                      <a:cubicBezTo>
                        <a:pt x="0" y="67437"/>
                        <a:pt x="191" y="64961"/>
                        <a:pt x="667" y="62484"/>
                      </a:cubicBezTo>
                      <a:lnTo>
                        <a:pt x="2191" y="54388"/>
                      </a:lnTo>
                      <a:cubicBezTo>
                        <a:pt x="5620" y="36005"/>
                        <a:pt x="16478" y="25813"/>
                        <a:pt x="32861" y="25813"/>
                      </a:cubicBezTo>
                      <a:cubicBezTo>
                        <a:pt x="47244" y="25813"/>
                        <a:pt x="54102" y="35147"/>
                        <a:pt x="54102" y="47339"/>
                      </a:cubicBezTo>
                      <a:cubicBezTo>
                        <a:pt x="54102" y="49530"/>
                        <a:pt x="53912" y="51816"/>
                        <a:pt x="53435" y="54293"/>
                      </a:cubicBezTo>
                      <a:close/>
                      <a:moveTo>
                        <a:pt x="31433" y="34481"/>
                      </a:moveTo>
                      <a:cubicBezTo>
                        <a:pt x="21336" y="34481"/>
                        <a:pt x="14669" y="42481"/>
                        <a:pt x="12573" y="53150"/>
                      </a:cubicBezTo>
                      <a:lnTo>
                        <a:pt x="12573" y="53721"/>
                      </a:lnTo>
                      <a:cubicBezTo>
                        <a:pt x="12573" y="53721"/>
                        <a:pt x="43148" y="53721"/>
                        <a:pt x="43148" y="53721"/>
                      </a:cubicBezTo>
                      <a:lnTo>
                        <a:pt x="43148" y="53150"/>
                      </a:lnTo>
                      <a:cubicBezTo>
                        <a:pt x="43720" y="50864"/>
                        <a:pt x="43910" y="48673"/>
                        <a:pt x="43910" y="46768"/>
                      </a:cubicBezTo>
                      <a:cubicBezTo>
                        <a:pt x="43910" y="38481"/>
                        <a:pt x="39624" y="34481"/>
                        <a:pt x="31433" y="34481"/>
                      </a:cubicBezTo>
                      <a:close/>
                      <a:moveTo>
                        <a:pt x="52578" y="18002"/>
                      </a:moveTo>
                      <a:lnTo>
                        <a:pt x="46863" y="18002"/>
                      </a:lnTo>
                      <a:cubicBezTo>
                        <a:pt x="45625" y="18002"/>
                        <a:pt x="45244" y="17431"/>
                        <a:pt x="44387" y="16288"/>
                      </a:cubicBezTo>
                      <a:lnTo>
                        <a:pt x="36957" y="5048"/>
                      </a:lnTo>
                      <a:lnTo>
                        <a:pt x="25241" y="16288"/>
                      </a:lnTo>
                      <a:cubicBezTo>
                        <a:pt x="24098" y="17431"/>
                        <a:pt x="23622" y="18002"/>
                        <a:pt x="22384" y="18002"/>
                      </a:cubicBezTo>
                      <a:lnTo>
                        <a:pt x="16002" y="18002"/>
                      </a:lnTo>
                      <a:cubicBezTo>
                        <a:pt x="15431" y="18002"/>
                        <a:pt x="15050" y="17812"/>
                        <a:pt x="15050" y="17336"/>
                      </a:cubicBezTo>
                      <a:cubicBezTo>
                        <a:pt x="15050" y="16955"/>
                        <a:pt x="15240" y="16478"/>
                        <a:pt x="15716" y="16097"/>
                      </a:cubicBezTo>
                      <a:lnTo>
                        <a:pt x="29432" y="1715"/>
                      </a:lnTo>
                      <a:cubicBezTo>
                        <a:pt x="30671" y="476"/>
                        <a:pt x="31052" y="0"/>
                        <a:pt x="32480" y="0"/>
                      </a:cubicBezTo>
                      <a:lnTo>
                        <a:pt x="42291" y="0"/>
                      </a:lnTo>
                      <a:cubicBezTo>
                        <a:pt x="43720" y="0"/>
                        <a:pt x="44101" y="476"/>
                        <a:pt x="44958" y="1715"/>
                      </a:cubicBezTo>
                      <a:lnTo>
                        <a:pt x="53435" y="16097"/>
                      </a:lnTo>
                      <a:cubicBezTo>
                        <a:pt x="53435" y="16097"/>
                        <a:pt x="53626" y="16764"/>
                        <a:pt x="53626" y="17050"/>
                      </a:cubicBezTo>
                      <a:cubicBezTo>
                        <a:pt x="53626" y="17621"/>
                        <a:pt x="53245" y="18098"/>
                        <a:pt x="52483" y="18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3" name="Google Shape;533;p13"/>
                <p:cNvSpPr/>
                <p:nvPr/>
              </p:nvSpPr>
              <p:spPr>
                <a:xfrm>
                  <a:off x="7667998" y="5432317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6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8"/>
                        <a:pt x="45887" y="19622"/>
                        <a:pt x="45887" y="17716"/>
                      </a:cubicBezTo>
                      <a:cubicBezTo>
                        <a:pt x="45887" y="12192"/>
                        <a:pt x="43601" y="8858"/>
                        <a:pt x="35123" y="8858"/>
                      </a:cubicBezTo>
                      <a:cubicBezTo>
                        <a:pt x="30742" y="8858"/>
                        <a:pt x="26170" y="9811"/>
                        <a:pt x="18836" y="13240"/>
                      </a:cubicBezTo>
                      <a:lnTo>
                        <a:pt x="10263" y="62103"/>
                      </a:lnTo>
                      <a:cubicBezTo>
                        <a:pt x="10073" y="63246"/>
                        <a:pt x="8739" y="64389"/>
                        <a:pt x="7501" y="64389"/>
                      </a:cubicBezTo>
                      <a:lnTo>
                        <a:pt x="1786" y="64389"/>
                      </a:lnTo>
                      <a:cubicBezTo>
                        <a:pt x="357" y="64389"/>
                        <a:pt x="-214" y="63151"/>
                        <a:pt x="71" y="62103"/>
                      </a:cubicBezTo>
                      <a:lnTo>
                        <a:pt x="10358" y="3048"/>
                      </a:lnTo>
                      <a:cubicBezTo>
                        <a:pt x="10549" y="1810"/>
                        <a:pt x="11311" y="762"/>
                        <a:pt x="13406" y="762"/>
                      </a:cubicBezTo>
                      <a:lnTo>
                        <a:pt x="18264" y="762"/>
                      </a:lnTo>
                      <a:cubicBezTo>
                        <a:pt x="20074" y="762"/>
                        <a:pt x="20741" y="1429"/>
                        <a:pt x="20455" y="3048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3"/>
                <p:cNvSpPr/>
                <p:nvPr/>
              </p:nvSpPr>
              <p:spPr>
                <a:xfrm>
                  <a:off x="7734268" y="5432222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3054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8"/>
                        <a:pt x="34957" y="64199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4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5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6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2"/>
                        <a:pt x="12383" y="2809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5" name="Google Shape;535;p13"/>
                <p:cNvSpPr/>
                <p:nvPr/>
              </p:nvSpPr>
              <p:spPr>
                <a:xfrm>
                  <a:off x="7786102" y="5409076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2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3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6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6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" name="Google Shape;536;p13"/>
                <p:cNvSpPr/>
                <p:nvPr/>
              </p:nvSpPr>
              <p:spPr>
                <a:xfrm>
                  <a:off x="7813612" y="5432317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6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2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0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49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49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7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" name="Google Shape;537;p13"/>
                <p:cNvSpPr/>
                <p:nvPr/>
              </p:nvSpPr>
              <p:spPr>
                <a:xfrm>
                  <a:off x="7907814" y="5409647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3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956" y="31528"/>
                      </a:moveTo>
                      <a:cubicBezTo>
                        <a:pt x="19621" y="31528"/>
                        <a:pt x="14478" y="39815"/>
                        <a:pt x="12382" y="50959"/>
                      </a:cubicBezTo>
                      <a:lnTo>
                        <a:pt x="10858" y="59341"/>
                      </a:lnTo>
                      <a:cubicBezTo>
                        <a:pt x="10382" y="62103"/>
                        <a:pt x="10096" y="64675"/>
                        <a:pt x="10096" y="66866"/>
                      </a:cubicBezTo>
                      <a:cubicBezTo>
                        <a:pt x="10096" y="74771"/>
                        <a:pt x="13525" y="79058"/>
                        <a:pt x="22479" y="79058"/>
                      </a:cubicBezTo>
                      <a:cubicBezTo>
                        <a:pt x="26384" y="79058"/>
                        <a:pt x="32099" y="78677"/>
                        <a:pt x="36195" y="78391"/>
                      </a:cubicBezTo>
                      <a:lnTo>
                        <a:pt x="44291" y="32385"/>
                      </a:lnTo>
                      <a:cubicBezTo>
                        <a:pt x="40576" y="31718"/>
                        <a:pt x="34671" y="31528"/>
                        <a:pt x="30956" y="3152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13"/>
                <p:cNvSpPr/>
                <p:nvPr/>
              </p:nvSpPr>
              <p:spPr>
                <a:xfrm>
                  <a:off x="7970679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4"/>
                      </a:lnTo>
                      <a:cubicBezTo>
                        <a:pt x="12573" y="28004"/>
                        <a:pt x="43148" y="28004"/>
                        <a:pt x="43148" y="28004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39" name="Google Shape;539;p13"/>
              <p:cNvGrpSpPr/>
              <p:nvPr/>
            </p:nvGrpSpPr>
            <p:grpSpPr>
              <a:xfrm>
                <a:off x="7426611" y="5554713"/>
                <a:ext cx="1097950" cy="112204"/>
                <a:chOff x="7426611" y="5554713"/>
                <a:chExt cx="1097950" cy="112204"/>
              </a:xfrm>
            </p:grpSpPr>
            <p:sp>
              <p:nvSpPr>
                <p:cNvPr id="540" name="Google Shape;540;p13"/>
                <p:cNvSpPr/>
                <p:nvPr/>
              </p:nvSpPr>
              <p:spPr>
                <a:xfrm>
                  <a:off x="7426611" y="5558238"/>
                  <a:ext cx="60151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87630" extrusionOk="0">
                      <a:moveTo>
                        <a:pt x="18669" y="21622"/>
                      </a:moveTo>
                      <a:lnTo>
                        <a:pt x="15907" y="37719"/>
                      </a:lnTo>
                      <a:lnTo>
                        <a:pt x="51435" y="37719"/>
                      </a:lnTo>
                      <a:cubicBezTo>
                        <a:pt x="52673" y="37719"/>
                        <a:pt x="53530" y="38291"/>
                        <a:pt x="53245" y="40005"/>
                      </a:cubicBezTo>
                      <a:lnTo>
                        <a:pt x="52578" y="44387"/>
                      </a:lnTo>
                      <a:cubicBezTo>
                        <a:pt x="52388" y="45625"/>
                        <a:pt x="51816" y="46672"/>
                        <a:pt x="49816" y="46672"/>
                      </a:cubicBezTo>
                      <a:lnTo>
                        <a:pt x="14288" y="46672"/>
                      </a:lnTo>
                      <a:lnTo>
                        <a:pt x="10954" y="66104"/>
                      </a:lnTo>
                      <a:cubicBezTo>
                        <a:pt x="10573" y="68008"/>
                        <a:pt x="10382" y="69437"/>
                        <a:pt x="10382" y="70866"/>
                      </a:cubicBezTo>
                      <a:cubicBezTo>
                        <a:pt x="10382" y="76105"/>
                        <a:pt x="13240" y="78200"/>
                        <a:pt x="23050" y="78200"/>
                      </a:cubicBezTo>
                      <a:lnTo>
                        <a:pt x="45053" y="78200"/>
                      </a:lnTo>
                      <a:cubicBezTo>
                        <a:pt x="46196" y="78200"/>
                        <a:pt x="46673" y="78391"/>
                        <a:pt x="46482" y="79534"/>
                      </a:cubicBezTo>
                      <a:lnTo>
                        <a:pt x="45434" y="85249"/>
                      </a:lnTo>
                      <a:cubicBezTo>
                        <a:pt x="45339" y="85916"/>
                        <a:pt x="45244" y="86582"/>
                        <a:pt x="44005" y="86868"/>
                      </a:cubicBezTo>
                      <a:cubicBezTo>
                        <a:pt x="40672" y="87249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59912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430"/>
                        <a:pt x="57531" y="9430"/>
                      </a:cubicBezTo>
                      <a:lnTo>
                        <a:pt x="35147" y="9430"/>
                      </a:lnTo>
                      <a:cubicBezTo>
                        <a:pt x="22860" y="9430"/>
                        <a:pt x="20193" y="12668"/>
                        <a:pt x="18669" y="2152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1" name="Google Shape;541;p13"/>
                <p:cNvSpPr/>
                <p:nvPr/>
              </p:nvSpPr>
              <p:spPr>
                <a:xfrm>
                  <a:off x="7488142" y="5557952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39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2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1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4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3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2" name="Google Shape;542;p13"/>
                <p:cNvSpPr/>
                <p:nvPr/>
              </p:nvSpPr>
              <p:spPr>
                <a:xfrm>
                  <a:off x="7552246" y="5581479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7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5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0" y="41719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1"/>
                        <a:pt x="8668" y="0"/>
                        <a:pt x="9906" y="0"/>
                      </a:cubicBezTo>
                      <a:lnTo>
                        <a:pt x="15430" y="0"/>
                      </a:lnTo>
                      <a:cubicBezTo>
                        <a:pt x="16859" y="0"/>
                        <a:pt x="17526" y="857"/>
                        <a:pt x="17240" y="2286"/>
                      </a:cubicBezTo>
                      <a:lnTo>
                        <a:pt x="10477" y="40386"/>
                      </a:lnTo>
                      <a:cubicBezTo>
                        <a:pt x="10001" y="42958"/>
                        <a:pt x="9811" y="45148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4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3" name="Google Shape;543;p13"/>
                <p:cNvSpPr/>
                <p:nvPr/>
              </p:nvSpPr>
              <p:spPr>
                <a:xfrm>
                  <a:off x="7615492" y="5580526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289"/>
                      </a:moveTo>
                      <a:lnTo>
                        <a:pt x="10668" y="37338"/>
                      </a:lnTo>
                      <a:cubicBezTo>
                        <a:pt x="10192" y="40005"/>
                        <a:pt x="10001" y="42196"/>
                        <a:pt x="10001" y="44291"/>
                      </a:cubicBezTo>
                      <a:cubicBezTo>
                        <a:pt x="10001" y="53054"/>
                        <a:pt x="14192" y="56579"/>
                        <a:pt x="21717" y="56579"/>
                      </a:cubicBezTo>
                      <a:cubicBezTo>
                        <a:pt x="27432" y="56579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102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2"/>
                        <a:pt x="12383" y="2809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4" name="Google Shape;544;p13"/>
                <p:cNvSpPr/>
                <p:nvPr/>
              </p:nvSpPr>
              <p:spPr>
                <a:xfrm>
                  <a:off x="7666260" y="5580526"/>
                  <a:ext cx="55311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341" extrusionOk="0">
                      <a:moveTo>
                        <a:pt x="53245" y="2762"/>
                      </a:moveTo>
                      <a:cubicBezTo>
                        <a:pt x="55340" y="3239"/>
                        <a:pt x="55435" y="3905"/>
                        <a:pt x="55245" y="5429"/>
                      </a:cubicBezTo>
                      <a:lnTo>
                        <a:pt x="45244" y="62293"/>
                      </a:lnTo>
                      <a:cubicBezTo>
                        <a:pt x="45053" y="63532"/>
                        <a:pt x="44386" y="64580"/>
                        <a:pt x="42577" y="64580"/>
                      </a:cubicBezTo>
                      <a:lnTo>
                        <a:pt x="37909" y="64580"/>
                      </a:lnTo>
                      <a:cubicBezTo>
                        <a:pt x="36195" y="64580"/>
                        <a:pt x="35909" y="63627"/>
                        <a:pt x="36195" y="62008"/>
                      </a:cubicBezTo>
                      <a:lnTo>
                        <a:pt x="36767" y="58388"/>
                      </a:lnTo>
                      <a:cubicBezTo>
                        <a:pt x="29908" y="63246"/>
                        <a:pt x="25908" y="65342"/>
                        <a:pt x="18097" y="65342"/>
                      </a:cubicBezTo>
                      <a:cubicBezTo>
                        <a:pt x="8287" y="65342"/>
                        <a:pt x="0" y="59055"/>
                        <a:pt x="0" y="44863"/>
                      </a:cubicBezTo>
                      <a:cubicBezTo>
                        <a:pt x="0" y="42672"/>
                        <a:pt x="190" y="40386"/>
                        <a:pt x="667" y="37909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668"/>
                      </a:moveTo>
                      <a:cubicBezTo>
                        <a:pt x="21050" y="8668"/>
                        <a:pt x="15050" y="15240"/>
                        <a:pt x="12763" y="27527"/>
                      </a:cubicBezTo>
                      <a:lnTo>
                        <a:pt x="10668" y="39433"/>
                      </a:lnTo>
                      <a:cubicBezTo>
                        <a:pt x="10287" y="41148"/>
                        <a:pt x="10192" y="43053"/>
                        <a:pt x="10192" y="44767"/>
                      </a:cubicBezTo>
                      <a:cubicBezTo>
                        <a:pt x="10192" y="53721"/>
                        <a:pt x="14668" y="56864"/>
                        <a:pt x="20288" y="56864"/>
                      </a:cubicBezTo>
                      <a:cubicBezTo>
                        <a:pt x="25908" y="56864"/>
                        <a:pt x="30671" y="54388"/>
                        <a:pt x="37052" y="50102"/>
                      </a:cubicBezTo>
                      <a:lnTo>
                        <a:pt x="44101" y="9811"/>
                      </a:lnTo>
                      <a:cubicBezTo>
                        <a:pt x="40957" y="9239"/>
                        <a:pt x="37719" y="8668"/>
                        <a:pt x="32861" y="866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5" name="Google Shape;545;p13"/>
                <p:cNvSpPr/>
                <p:nvPr/>
              </p:nvSpPr>
              <p:spPr>
                <a:xfrm>
                  <a:off x="7728553" y="5580621"/>
                  <a:ext cx="48006" cy="86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6" h="86296" extrusionOk="0">
                      <a:moveTo>
                        <a:pt x="47816" y="3905"/>
                      </a:moveTo>
                      <a:lnTo>
                        <a:pt x="47149" y="8096"/>
                      </a:lnTo>
                      <a:cubicBezTo>
                        <a:pt x="46958" y="9239"/>
                        <a:pt x="45720" y="9811"/>
                        <a:pt x="44672" y="9811"/>
                      </a:cubicBezTo>
                      <a:lnTo>
                        <a:pt x="44291" y="9811"/>
                      </a:lnTo>
                      <a:cubicBezTo>
                        <a:pt x="39338" y="9239"/>
                        <a:pt x="35814" y="8953"/>
                        <a:pt x="30194" y="8953"/>
                      </a:cubicBezTo>
                      <a:cubicBezTo>
                        <a:pt x="20955" y="8953"/>
                        <a:pt x="14192" y="16288"/>
                        <a:pt x="12192" y="28194"/>
                      </a:cubicBez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1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102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8" y="0"/>
                        <a:pt x="42291" y="571"/>
                        <a:pt x="46006" y="1238"/>
                      </a:cubicBezTo>
                      <a:cubicBezTo>
                        <a:pt x="47434" y="1429"/>
                        <a:pt x="48006" y="1905"/>
                        <a:pt x="48006" y="2953"/>
                      </a:cubicBezTo>
                      <a:cubicBezTo>
                        <a:pt x="48006" y="3239"/>
                        <a:pt x="47911" y="3429"/>
                        <a:pt x="47911" y="3810"/>
                      </a:cubicBezTo>
                      <a:close/>
                      <a:moveTo>
                        <a:pt x="25813" y="70009"/>
                      </a:moveTo>
                      <a:lnTo>
                        <a:pt x="10096" y="84582"/>
                      </a:lnTo>
                      <a:cubicBezTo>
                        <a:pt x="8858" y="85725"/>
                        <a:pt x="8477" y="86296"/>
                        <a:pt x="7239" y="86296"/>
                      </a:cubicBezTo>
                      <a:lnTo>
                        <a:pt x="953" y="86296"/>
                      </a:lnTo>
                      <a:cubicBezTo>
                        <a:pt x="381" y="86296"/>
                        <a:pt x="0" y="86106"/>
                        <a:pt x="0" y="85630"/>
                      </a:cubicBezTo>
                      <a:cubicBezTo>
                        <a:pt x="0" y="85249"/>
                        <a:pt x="191" y="84773"/>
                        <a:pt x="667" y="84391"/>
                      </a:cubicBezTo>
                      <a:lnTo>
                        <a:pt x="14478" y="70009"/>
                      </a:lnTo>
                      <a:cubicBezTo>
                        <a:pt x="15716" y="68770"/>
                        <a:pt x="16192" y="68294"/>
                        <a:pt x="17621" y="68294"/>
                      </a:cubicBezTo>
                      <a:lnTo>
                        <a:pt x="25241" y="68294"/>
                      </a:lnTo>
                      <a:cubicBezTo>
                        <a:pt x="25908" y="68294"/>
                        <a:pt x="26384" y="68485"/>
                        <a:pt x="26384" y="68961"/>
                      </a:cubicBezTo>
                      <a:cubicBezTo>
                        <a:pt x="26384" y="69247"/>
                        <a:pt x="26289" y="69532"/>
                        <a:pt x="25813" y="7000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6" name="Google Shape;546;p13"/>
                <p:cNvSpPr/>
                <p:nvPr/>
              </p:nvSpPr>
              <p:spPr>
                <a:xfrm>
                  <a:off x="7779702" y="5554713"/>
                  <a:ext cx="58674" cy="91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74" h="91154" extrusionOk="0">
                      <a:moveTo>
                        <a:pt x="55245" y="31242"/>
                      </a:moveTo>
                      <a:lnTo>
                        <a:pt x="45244" y="88106"/>
                      </a:lnTo>
                      <a:cubicBezTo>
                        <a:pt x="45053" y="89345"/>
                        <a:pt x="43815" y="90392"/>
                        <a:pt x="42577" y="90392"/>
                      </a:cubicBezTo>
                      <a:lnTo>
                        <a:pt x="37910" y="90392"/>
                      </a:lnTo>
                      <a:cubicBezTo>
                        <a:pt x="36481" y="90392"/>
                        <a:pt x="36195" y="89535"/>
                        <a:pt x="36195" y="88487"/>
                      </a:cubicBezTo>
                      <a:lnTo>
                        <a:pt x="36195" y="87821"/>
                      </a:lnTo>
                      <a:lnTo>
                        <a:pt x="36767" y="84201"/>
                      </a:lnTo>
                      <a:cubicBezTo>
                        <a:pt x="29908" y="89059"/>
                        <a:pt x="25908" y="91154"/>
                        <a:pt x="18098" y="91154"/>
                      </a:cubicBezTo>
                      <a:cubicBezTo>
                        <a:pt x="8287" y="91154"/>
                        <a:pt x="0" y="84868"/>
                        <a:pt x="0" y="70675"/>
                      </a:cubicBezTo>
                      <a:cubicBezTo>
                        <a:pt x="0" y="68485"/>
                        <a:pt x="191" y="66199"/>
                        <a:pt x="667" y="63722"/>
                      </a:cubicBezTo>
                      <a:lnTo>
                        <a:pt x="2762" y="52197"/>
                      </a:lnTo>
                      <a:cubicBezTo>
                        <a:pt x="6382" y="32195"/>
                        <a:pt x="18955" y="25813"/>
                        <a:pt x="32861" y="25813"/>
                      </a:cubicBezTo>
                      <a:cubicBezTo>
                        <a:pt x="39815" y="25813"/>
                        <a:pt x="47244" y="26956"/>
                        <a:pt x="53150" y="28480"/>
                      </a:cubicBezTo>
                      <a:cubicBezTo>
                        <a:pt x="54674" y="28861"/>
                        <a:pt x="55245" y="29147"/>
                        <a:pt x="55245" y="30194"/>
                      </a:cubicBezTo>
                      <a:cubicBezTo>
                        <a:pt x="55245" y="30480"/>
                        <a:pt x="55245" y="30766"/>
                        <a:pt x="55150" y="31147"/>
                      </a:cubicBezTo>
                      <a:close/>
                      <a:moveTo>
                        <a:pt x="32957" y="34481"/>
                      </a:moveTo>
                      <a:cubicBezTo>
                        <a:pt x="21050" y="34481"/>
                        <a:pt x="15050" y="41053"/>
                        <a:pt x="12764" y="53340"/>
                      </a:cubicBezTo>
                      <a:lnTo>
                        <a:pt x="10668" y="65246"/>
                      </a:lnTo>
                      <a:cubicBezTo>
                        <a:pt x="10287" y="66961"/>
                        <a:pt x="10192" y="68866"/>
                        <a:pt x="10192" y="70580"/>
                      </a:cubicBezTo>
                      <a:cubicBezTo>
                        <a:pt x="10192" y="79534"/>
                        <a:pt x="14669" y="82677"/>
                        <a:pt x="20288" y="82677"/>
                      </a:cubicBezTo>
                      <a:cubicBezTo>
                        <a:pt x="25908" y="82677"/>
                        <a:pt x="30671" y="80200"/>
                        <a:pt x="37052" y="75914"/>
                      </a:cubicBezTo>
                      <a:lnTo>
                        <a:pt x="44101" y="35624"/>
                      </a:lnTo>
                      <a:cubicBezTo>
                        <a:pt x="40958" y="35052"/>
                        <a:pt x="37719" y="34481"/>
                        <a:pt x="32861" y="34481"/>
                      </a:cubicBezTo>
                      <a:close/>
                      <a:moveTo>
                        <a:pt x="58579" y="3143"/>
                      </a:moveTo>
                      <a:lnTo>
                        <a:pt x="58103" y="5810"/>
                      </a:lnTo>
                      <a:cubicBezTo>
                        <a:pt x="56674" y="13811"/>
                        <a:pt x="53626" y="18002"/>
                        <a:pt x="46292" y="18002"/>
                      </a:cubicBezTo>
                      <a:cubicBezTo>
                        <a:pt x="43720" y="18002"/>
                        <a:pt x="40196" y="17526"/>
                        <a:pt x="37529" y="14954"/>
                      </a:cubicBezTo>
                      <a:lnTo>
                        <a:pt x="32099" y="9811"/>
                      </a:lnTo>
                      <a:cubicBezTo>
                        <a:pt x="29813" y="7620"/>
                        <a:pt x="29242" y="7239"/>
                        <a:pt x="27813" y="7239"/>
                      </a:cubicBezTo>
                      <a:cubicBezTo>
                        <a:pt x="25051" y="7239"/>
                        <a:pt x="23622" y="9144"/>
                        <a:pt x="23146" y="12573"/>
                      </a:cubicBezTo>
                      <a:lnTo>
                        <a:pt x="22765" y="15049"/>
                      </a:lnTo>
                      <a:cubicBezTo>
                        <a:pt x="22670" y="16097"/>
                        <a:pt x="21812" y="17050"/>
                        <a:pt x="20765" y="17050"/>
                      </a:cubicBezTo>
                      <a:lnTo>
                        <a:pt x="16859" y="17050"/>
                      </a:lnTo>
                      <a:cubicBezTo>
                        <a:pt x="15907" y="17050"/>
                        <a:pt x="15335" y="16383"/>
                        <a:pt x="15335" y="15430"/>
                      </a:cubicBezTo>
                      <a:lnTo>
                        <a:pt x="15335" y="15049"/>
                      </a:lnTo>
                      <a:lnTo>
                        <a:pt x="15716" y="12573"/>
                      </a:lnTo>
                      <a:cubicBezTo>
                        <a:pt x="16955" y="3334"/>
                        <a:pt x="21527" y="0"/>
                        <a:pt x="27813" y="0"/>
                      </a:cubicBezTo>
                      <a:cubicBezTo>
                        <a:pt x="31242" y="0"/>
                        <a:pt x="33338" y="952"/>
                        <a:pt x="36386" y="3620"/>
                      </a:cubicBezTo>
                      <a:lnTo>
                        <a:pt x="42672" y="9335"/>
                      </a:lnTo>
                      <a:cubicBezTo>
                        <a:pt x="43720" y="10287"/>
                        <a:pt x="45339" y="10954"/>
                        <a:pt x="46387" y="10954"/>
                      </a:cubicBezTo>
                      <a:cubicBezTo>
                        <a:pt x="48673" y="10954"/>
                        <a:pt x="50102" y="9811"/>
                        <a:pt x="50768" y="5810"/>
                      </a:cubicBezTo>
                      <a:lnTo>
                        <a:pt x="51245" y="3143"/>
                      </a:lnTo>
                      <a:cubicBezTo>
                        <a:pt x="51435" y="2096"/>
                        <a:pt x="52197" y="1143"/>
                        <a:pt x="53245" y="1143"/>
                      </a:cubicBezTo>
                      <a:lnTo>
                        <a:pt x="57150" y="1143"/>
                      </a:lnTo>
                      <a:cubicBezTo>
                        <a:pt x="58103" y="1143"/>
                        <a:pt x="58674" y="1810"/>
                        <a:pt x="58674" y="2762"/>
                      </a:cubicBezTo>
                      <a:lnTo>
                        <a:pt x="58674" y="314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7" name="Google Shape;547;p13"/>
                <p:cNvSpPr/>
                <p:nvPr/>
              </p:nvSpPr>
              <p:spPr>
                <a:xfrm>
                  <a:off x="7842377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97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813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8" name="Google Shape;548;p13"/>
                <p:cNvSpPr/>
                <p:nvPr/>
              </p:nvSpPr>
              <p:spPr>
                <a:xfrm>
                  <a:off x="7936543" y="5558333"/>
                  <a:ext cx="65186" cy="86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86" h="86867" extrusionOk="0">
                      <a:moveTo>
                        <a:pt x="64901" y="25146"/>
                      </a:moveTo>
                      <a:lnTo>
                        <a:pt x="64711" y="26670"/>
                      </a:lnTo>
                      <a:cubicBezTo>
                        <a:pt x="61472" y="47530"/>
                        <a:pt x="46327" y="52578"/>
                        <a:pt x="27658" y="52578"/>
                      </a:cubicBezTo>
                      <a:cubicBezTo>
                        <a:pt x="23944" y="52578"/>
                        <a:pt x="19086" y="52197"/>
                        <a:pt x="16228" y="52006"/>
                      </a:cubicBezTo>
                      <a:lnTo>
                        <a:pt x="10513" y="84582"/>
                      </a:lnTo>
                      <a:cubicBezTo>
                        <a:pt x="10323" y="85725"/>
                        <a:pt x="9847" y="86868"/>
                        <a:pt x="7942" y="86868"/>
                      </a:cubicBezTo>
                      <a:lnTo>
                        <a:pt x="1655" y="86868"/>
                      </a:lnTo>
                      <a:cubicBezTo>
                        <a:pt x="417" y="86868"/>
                        <a:pt x="-155" y="85916"/>
                        <a:pt x="36" y="84582"/>
                      </a:cubicBezTo>
                      <a:lnTo>
                        <a:pt x="14133" y="3810"/>
                      </a:lnTo>
                      <a:cubicBezTo>
                        <a:pt x="14514" y="2191"/>
                        <a:pt x="15752" y="1143"/>
                        <a:pt x="17467" y="953"/>
                      </a:cubicBezTo>
                      <a:cubicBezTo>
                        <a:pt x="22610" y="381"/>
                        <a:pt x="30135" y="0"/>
                        <a:pt x="36802" y="0"/>
                      </a:cubicBezTo>
                      <a:cubicBezTo>
                        <a:pt x="54043" y="0"/>
                        <a:pt x="65187" y="6286"/>
                        <a:pt x="65187" y="20383"/>
                      </a:cubicBezTo>
                      <a:cubicBezTo>
                        <a:pt x="65187" y="21907"/>
                        <a:pt x="65092" y="23431"/>
                        <a:pt x="64806" y="25146"/>
                      </a:cubicBezTo>
                      <a:close/>
                      <a:moveTo>
                        <a:pt x="35374" y="8858"/>
                      </a:moveTo>
                      <a:cubicBezTo>
                        <a:pt x="31659" y="8858"/>
                        <a:pt x="26420" y="9144"/>
                        <a:pt x="23658" y="9334"/>
                      </a:cubicBezTo>
                      <a:lnTo>
                        <a:pt x="17657" y="43243"/>
                      </a:lnTo>
                      <a:cubicBezTo>
                        <a:pt x="20324" y="43339"/>
                        <a:pt x="26230" y="43720"/>
                        <a:pt x="29278" y="43720"/>
                      </a:cubicBezTo>
                      <a:cubicBezTo>
                        <a:pt x="45184" y="43720"/>
                        <a:pt x="52423" y="37719"/>
                        <a:pt x="54138" y="26575"/>
                      </a:cubicBezTo>
                      <a:lnTo>
                        <a:pt x="54328" y="25051"/>
                      </a:lnTo>
                      <a:cubicBezTo>
                        <a:pt x="54519" y="23527"/>
                        <a:pt x="54709" y="22289"/>
                        <a:pt x="54709" y="20955"/>
                      </a:cubicBezTo>
                      <a:cubicBezTo>
                        <a:pt x="54709" y="11906"/>
                        <a:pt x="48613" y="8763"/>
                        <a:pt x="35374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9" name="Google Shape;549;p13"/>
                <p:cNvSpPr/>
                <p:nvPr/>
              </p:nvSpPr>
              <p:spPr>
                <a:xfrm>
                  <a:off x="8004052" y="5580621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3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5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3"/>
                        <a:pt x="35493" y="8953"/>
                      </a:cubicBezTo>
                      <a:lnTo>
                        <a:pt x="35112" y="8953"/>
                      </a:lnTo>
                      <a:cubicBezTo>
                        <a:pt x="28540" y="8953"/>
                        <a:pt x="24253" y="10096"/>
                        <a:pt x="18538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0" name="Google Shape;550;p13"/>
                <p:cNvSpPr/>
                <p:nvPr/>
              </p:nvSpPr>
              <p:spPr>
                <a:xfrm>
                  <a:off x="8042592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337" y="8953"/>
                      </a:moveTo>
                      <a:cubicBezTo>
                        <a:pt x="21241" y="8953"/>
                        <a:pt x="14288" y="16478"/>
                        <a:pt x="12383" y="28289"/>
                      </a:cubicBezTo>
                      <a:lnTo>
                        <a:pt x="10858" y="37052"/>
                      </a:lnTo>
                      <a:cubicBezTo>
                        <a:pt x="10382" y="39624"/>
                        <a:pt x="10192" y="41815"/>
                        <a:pt x="10192" y="43910"/>
                      </a:cubicBezTo>
                      <a:cubicBezTo>
                        <a:pt x="10192" y="52197"/>
                        <a:pt x="13907" y="56388"/>
                        <a:pt x="22955" y="56388"/>
                      </a:cubicBezTo>
                      <a:cubicBezTo>
                        <a:pt x="33147" y="56388"/>
                        <a:pt x="40100" y="48387"/>
                        <a:pt x="42100" y="37052"/>
                      </a:cubicBezTo>
                      <a:lnTo>
                        <a:pt x="43625" y="28289"/>
                      </a:lnTo>
                      <a:cubicBezTo>
                        <a:pt x="44101" y="25813"/>
                        <a:pt x="44196" y="23622"/>
                        <a:pt x="44196" y="21717"/>
                      </a:cubicBezTo>
                      <a:cubicBezTo>
                        <a:pt x="44196" y="13335"/>
                        <a:pt x="40481" y="8953"/>
                        <a:pt x="31433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1" name="Google Shape;551;p13"/>
                <p:cNvSpPr/>
                <p:nvPr/>
              </p:nvSpPr>
              <p:spPr>
                <a:xfrm>
                  <a:off x="8089949" y="5556904"/>
                  <a:ext cx="8092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28" h="107156" extrusionOk="0">
                      <a:moveTo>
                        <a:pt x="40845" y="16192"/>
                      </a:moveTo>
                      <a:lnTo>
                        <a:pt x="39321" y="24575"/>
                      </a:lnTo>
                      <a:lnTo>
                        <a:pt x="74564" y="24575"/>
                      </a:lnTo>
                      <a:cubicBezTo>
                        <a:pt x="75992" y="24575"/>
                        <a:pt x="76754" y="25051"/>
                        <a:pt x="76373" y="26861"/>
                      </a:cubicBezTo>
                      <a:lnTo>
                        <a:pt x="66086" y="85915"/>
                      </a:lnTo>
                      <a:cubicBezTo>
                        <a:pt x="65896" y="87154"/>
                        <a:pt x="65324" y="88202"/>
                        <a:pt x="63324" y="88202"/>
                      </a:cubicBezTo>
                      <a:lnTo>
                        <a:pt x="57799" y="88202"/>
                      </a:lnTo>
                      <a:cubicBezTo>
                        <a:pt x="56180" y="88202"/>
                        <a:pt x="55704" y="87059"/>
                        <a:pt x="55990" y="85915"/>
                      </a:cubicBezTo>
                      <a:lnTo>
                        <a:pt x="65229" y="32671"/>
                      </a:lnTo>
                      <a:lnTo>
                        <a:pt x="37988" y="32671"/>
                      </a:lnTo>
                      <a:lnTo>
                        <a:pt x="27701" y="91059"/>
                      </a:lnTo>
                      <a:cubicBezTo>
                        <a:pt x="25224" y="104870"/>
                        <a:pt x="18080" y="107156"/>
                        <a:pt x="8746" y="107156"/>
                      </a:cubicBezTo>
                      <a:cubicBezTo>
                        <a:pt x="6746" y="107156"/>
                        <a:pt x="3793" y="106871"/>
                        <a:pt x="1888" y="106585"/>
                      </a:cubicBezTo>
                      <a:cubicBezTo>
                        <a:pt x="269" y="106299"/>
                        <a:pt x="-208" y="105727"/>
                        <a:pt x="78" y="104680"/>
                      </a:cubicBezTo>
                      <a:lnTo>
                        <a:pt x="745" y="100870"/>
                      </a:lnTo>
                      <a:cubicBezTo>
                        <a:pt x="935" y="99346"/>
                        <a:pt x="1888" y="99155"/>
                        <a:pt x="3221" y="99155"/>
                      </a:cubicBezTo>
                      <a:lnTo>
                        <a:pt x="8651" y="99155"/>
                      </a:lnTo>
                      <a:cubicBezTo>
                        <a:pt x="14080" y="99155"/>
                        <a:pt x="16366" y="97441"/>
                        <a:pt x="17604" y="91059"/>
                      </a:cubicBezTo>
                      <a:lnTo>
                        <a:pt x="27891" y="32671"/>
                      </a:lnTo>
                      <a:lnTo>
                        <a:pt x="17128" y="31814"/>
                      </a:lnTo>
                      <a:cubicBezTo>
                        <a:pt x="15890" y="31718"/>
                        <a:pt x="15032" y="31147"/>
                        <a:pt x="15318" y="29813"/>
                      </a:cubicBezTo>
                      <a:lnTo>
                        <a:pt x="15890" y="26575"/>
                      </a:lnTo>
                      <a:cubicBezTo>
                        <a:pt x="16080" y="25432"/>
                        <a:pt x="16842" y="24479"/>
                        <a:pt x="18461" y="24479"/>
                      </a:cubicBezTo>
                      <a:lnTo>
                        <a:pt x="29320" y="24479"/>
                      </a:lnTo>
                      <a:lnTo>
                        <a:pt x="30844" y="16097"/>
                      </a:lnTo>
                      <a:cubicBezTo>
                        <a:pt x="33416" y="1810"/>
                        <a:pt x="39607" y="0"/>
                        <a:pt x="49799" y="0"/>
                      </a:cubicBezTo>
                      <a:cubicBezTo>
                        <a:pt x="51894" y="0"/>
                        <a:pt x="54656" y="381"/>
                        <a:pt x="56561" y="667"/>
                      </a:cubicBezTo>
                      <a:cubicBezTo>
                        <a:pt x="58276" y="857"/>
                        <a:pt x="58657" y="1429"/>
                        <a:pt x="58371" y="2477"/>
                      </a:cubicBezTo>
                      <a:lnTo>
                        <a:pt x="57704" y="6287"/>
                      </a:lnTo>
                      <a:cubicBezTo>
                        <a:pt x="57514" y="7429"/>
                        <a:pt x="57038" y="8001"/>
                        <a:pt x="55418" y="8001"/>
                      </a:cubicBezTo>
                      <a:lnTo>
                        <a:pt x="49894" y="8001"/>
                      </a:lnTo>
                      <a:cubicBezTo>
                        <a:pt x="44465" y="8001"/>
                        <a:pt x="42369" y="8858"/>
                        <a:pt x="41131" y="16002"/>
                      </a:cubicBezTo>
                      <a:close/>
                      <a:moveTo>
                        <a:pt x="79040" y="476"/>
                      </a:moveTo>
                      <a:cubicBezTo>
                        <a:pt x="80660" y="476"/>
                        <a:pt x="81136" y="1143"/>
                        <a:pt x="80850" y="2762"/>
                      </a:cubicBezTo>
                      <a:lnTo>
                        <a:pt x="79231" y="12002"/>
                      </a:lnTo>
                      <a:cubicBezTo>
                        <a:pt x="78850" y="13621"/>
                        <a:pt x="78278" y="14288"/>
                        <a:pt x="76469" y="14288"/>
                      </a:cubicBezTo>
                      <a:lnTo>
                        <a:pt x="70563" y="14288"/>
                      </a:lnTo>
                      <a:cubicBezTo>
                        <a:pt x="68849" y="14288"/>
                        <a:pt x="68468" y="13145"/>
                        <a:pt x="68753" y="12002"/>
                      </a:cubicBezTo>
                      <a:lnTo>
                        <a:pt x="70373" y="2762"/>
                      </a:lnTo>
                      <a:cubicBezTo>
                        <a:pt x="70563" y="1524"/>
                        <a:pt x="71420" y="476"/>
                        <a:pt x="73135" y="476"/>
                      </a:cubicBezTo>
                      <a:lnTo>
                        <a:pt x="79040" y="476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2" name="Google Shape;552;p13"/>
                <p:cNvSpPr/>
                <p:nvPr/>
              </p:nvSpPr>
              <p:spPr>
                <a:xfrm>
                  <a:off x="8171157" y="5580526"/>
                  <a:ext cx="50696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341" extrusionOk="0">
                      <a:moveTo>
                        <a:pt x="48886" y="1619"/>
                      </a:moveTo>
                      <a:cubicBezTo>
                        <a:pt x="50600" y="2000"/>
                        <a:pt x="50886" y="2286"/>
                        <a:pt x="50600" y="3905"/>
                      </a:cubicBezTo>
                      <a:lnTo>
                        <a:pt x="50029" y="7715"/>
                      </a:lnTo>
                      <a:cubicBezTo>
                        <a:pt x="49838" y="9049"/>
                        <a:pt x="49076" y="9906"/>
                        <a:pt x="47362" y="9716"/>
                      </a:cubicBezTo>
                      <a:cubicBezTo>
                        <a:pt x="43457" y="9239"/>
                        <a:pt x="36789" y="8763"/>
                        <a:pt x="30312" y="8763"/>
                      </a:cubicBezTo>
                      <a:cubicBezTo>
                        <a:pt x="24978" y="8763"/>
                        <a:pt x="18120" y="10287"/>
                        <a:pt x="18120" y="16955"/>
                      </a:cubicBezTo>
                      <a:cubicBezTo>
                        <a:pt x="18120" y="19812"/>
                        <a:pt x="20406" y="22098"/>
                        <a:pt x="24407" y="24575"/>
                      </a:cubicBezTo>
                      <a:lnTo>
                        <a:pt x="34694" y="31432"/>
                      </a:lnTo>
                      <a:cubicBezTo>
                        <a:pt x="42695" y="36767"/>
                        <a:pt x="44981" y="40767"/>
                        <a:pt x="44981" y="46958"/>
                      </a:cubicBezTo>
                      <a:cubicBezTo>
                        <a:pt x="44981" y="60674"/>
                        <a:pt x="32789" y="65342"/>
                        <a:pt x="20120" y="65342"/>
                      </a:cubicBezTo>
                      <a:cubicBezTo>
                        <a:pt x="15263" y="65342"/>
                        <a:pt x="7166" y="64865"/>
                        <a:pt x="2023" y="63627"/>
                      </a:cubicBezTo>
                      <a:cubicBezTo>
                        <a:pt x="880" y="63341"/>
                        <a:pt x="-168" y="62579"/>
                        <a:pt x="23" y="61341"/>
                      </a:cubicBezTo>
                      <a:lnTo>
                        <a:pt x="689" y="57245"/>
                      </a:lnTo>
                      <a:cubicBezTo>
                        <a:pt x="1070" y="55721"/>
                        <a:pt x="1642" y="55245"/>
                        <a:pt x="3547" y="55531"/>
                      </a:cubicBezTo>
                      <a:cubicBezTo>
                        <a:pt x="8976" y="56197"/>
                        <a:pt x="17358" y="56769"/>
                        <a:pt x="21454" y="56769"/>
                      </a:cubicBezTo>
                      <a:cubicBezTo>
                        <a:pt x="28312" y="56769"/>
                        <a:pt x="34503" y="54292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1"/>
                      </a:cubicBezTo>
                      <a:lnTo>
                        <a:pt x="17358" y="31814"/>
                      </a:lnTo>
                      <a:cubicBezTo>
                        <a:pt x="10976" y="27622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3" name="Google Shape;553;p13"/>
                <p:cNvSpPr/>
                <p:nvPr/>
              </p:nvSpPr>
              <p:spPr>
                <a:xfrm>
                  <a:off x="8225164" y="5580526"/>
                  <a:ext cx="50696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341" extrusionOk="0">
                      <a:moveTo>
                        <a:pt x="48886" y="1619"/>
                      </a:moveTo>
                      <a:cubicBezTo>
                        <a:pt x="50600" y="2000"/>
                        <a:pt x="50886" y="2286"/>
                        <a:pt x="50600" y="3905"/>
                      </a:cubicBezTo>
                      <a:lnTo>
                        <a:pt x="50029" y="7715"/>
                      </a:lnTo>
                      <a:cubicBezTo>
                        <a:pt x="49838" y="9049"/>
                        <a:pt x="49076" y="9906"/>
                        <a:pt x="47362" y="9716"/>
                      </a:cubicBezTo>
                      <a:cubicBezTo>
                        <a:pt x="43457" y="9239"/>
                        <a:pt x="36789" y="8763"/>
                        <a:pt x="30312" y="8763"/>
                      </a:cubicBezTo>
                      <a:cubicBezTo>
                        <a:pt x="24978" y="8763"/>
                        <a:pt x="18120" y="10287"/>
                        <a:pt x="18120" y="16955"/>
                      </a:cubicBezTo>
                      <a:cubicBezTo>
                        <a:pt x="18120" y="19812"/>
                        <a:pt x="20406" y="22098"/>
                        <a:pt x="24407" y="24575"/>
                      </a:cubicBezTo>
                      <a:lnTo>
                        <a:pt x="34694" y="31432"/>
                      </a:lnTo>
                      <a:cubicBezTo>
                        <a:pt x="42695" y="36767"/>
                        <a:pt x="44981" y="40767"/>
                        <a:pt x="44981" y="46958"/>
                      </a:cubicBezTo>
                      <a:cubicBezTo>
                        <a:pt x="44981" y="60674"/>
                        <a:pt x="32789" y="65342"/>
                        <a:pt x="20120" y="65342"/>
                      </a:cubicBezTo>
                      <a:cubicBezTo>
                        <a:pt x="15263" y="65342"/>
                        <a:pt x="7166" y="64865"/>
                        <a:pt x="2023" y="63627"/>
                      </a:cubicBezTo>
                      <a:cubicBezTo>
                        <a:pt x="880" y="63341"/>
                        <a:pt x="-168" y="62579"/>
                        <a:pt x="23" y="61341"/>
                      </a:cubicBezTo>
                      <a:lnTo>
                        <a:pt x="689" y="57245"/>
                      </a:lnTo>
                      <a:cubicBezTo>
                        <a:pt x="1070" y="55721"/>
                        <a:pt x="1642" y="55245"/>
                        <a:pt x="3547" y="55531"/>
                      </a:cubicBezTo>
                      <a:cubicBezTo>
                        <a:pt x="8976" y="56197"/>
                        <a:pt x="17358" y="56769"/>
                        <a:pt x="21454" y="56769"/>
                      </a:cubicBezTo>
                      <a:cubicBezTo>
                        <a:pt x="28312" y="56769"/>
                        <a:pt x="34503" y="54292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1"/>
                      </a:cubicBezTo>
                      <a:lnTo>
                        <a:pt x="17358" y="31814"/>
                      </a:lnTo>
                      <a:cubicBezTo>
                        <a:pt x="10976" y="27622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4" name="Google Shape;554;p13"/>
                <p:cNvSpPr/>
                <p:nvPr/>
              </p:nvSpPr>
              <p:spPr>
                <a:xfrm>
                  <a:off x="8282544" y="5557380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8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9" y="0"/>
                        <a:pt x="17223" y="0"/>
                      </a:cubicBezTo>
                      <a:lnTo>
                        <a:pt x="231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5" name="Google Shape;555;p13"/>
                <p:cNvSpPr/>
                <p:nvPr/>
              </p:nvSpPr>
              <p:spPr>
                <a:xfrm>
                  <a:off x="8311579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337" y="8953"/>
                      </a:moveTo>
                      <a:cubicBezTo>
                        <a:pt x="21241" y="8953"/>
                        <a:pt x="14288" y="16478"/>
                        <a:pt x="12382" y="28289"/>
                      </a:cubicBezTo>
                      <a:lnTo>
                        <a:pt x="10858" y="37052"/>
                      </a:lnTo>
                      <a:cubicBezTo>
                        <a:pt x="10382" y="39624"/>
                        <a:pt x="10192" y="41815"/>
                        <a:pt x="10192" y="43910"/>
                      </a:cubicBezTo>
                      <a:cubicBezTo>
                        <a:pt x="10192" y="52197"/>
                        <a:pt x="13906" y="56388"/>
                        <a:pt x="22955" y="56388"/>
                      </a:cubicBezTo>
                      <a:cubicBezTo>
                        <a:pt x="33147" y="56388"/>
                        <a:pt x="40100" y="48387"/>
                        <a:pt x="42100" y="37052"/>
                      </a:cubicBezTo>
                      <a:lnTo>
                        <a:pt x="43625" y="28289"/>
                      </a:lnTo>
                      <a:cubicBezTo>
                        <a:pt x="44101" y="25813"/>
                        <a:pt x="44196" y="23622"/>
                        <a:pt x="44196" y="21717"/>
                      </a:cubicBezTo>
                      <a:cubicBezTo>
                        <a:pt x="44196" y="13335"/>
                        <a:pt x="40481" y="8953"/>
                        <a:pt x="31432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6" name="Google Shape;556;p13"/>
                <p:cNvSpPr/>
                <p:nvPr/>
              </p:nvSpPr>
              <p:spPr>
                <a:xfrm>
                  <a:off x="8373134" y="5580621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7" name="Google Shape;557;p13"/>
                <p:cNvSpPr/>
                <p:nvPr/>
              </p:nvSpPr>
              <p:spPr>
                <a:xfrm>
                  <a:off x="8437785" y="5580526"/>
                  <a:ext cx="55311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341" extrusionOk="0">
                      <a:moveTo>
                        <a:pt x="53245" y="2762"/>
                      </a:moveTo>
                      <a:cubicBezTo>
                        <a:pt x="55340" y="3239"/>
                        <a:pt x="55435" y="3905"/>
                        <a:pt x="55245" y="5429"/>
                      </a:cubicBezTo>
                      <a:lnTo>
                        <a:pt x="45244" y="62293"/>
                      </a:lnTo>
                      <a:cubicBezTo>
                        <a:pt x="45053" y="63532"/>
                        <a:pt x="44386" y="64580"/>
                        <a:pt x="42577" y="64580"/>
                      </a:cubicBezTo>
                      <a:lnTo>
                        <a:pt x="37909" y="64580"/>
                      </a:lnTo>
                      <a:cubicBezTo>
                        <a:pt x="36195" y="64580"/>
                        <a:pt x="35909" y="63627"/>
                        <a:pt x="36195" y="62008"/>
                      </a:cubicBezTo>
                      <a:lnTo>
                        <a:pt x="36767" y="58388"/>
                      </a:lnTo>
                      <a:cubicBezTo>
                        <a:pt x="29908" y="63246"/>
                        <a:pt x="25908" y="65342"/>
                        <a:pt x="18097" y="65342"/>
                      </a:cubicBezTo>
                      <a:cubicBezTo>
                        <a:pt x="8287" y="65342"/>
                        <a:pt x="0" y="59055"/>
                        <a:pt x="0" y="44863"/>
                      </a:cubicBezTo>
                      <a:cubicBezTo>
                        <a:pt x="0" y="42672"/>
                        <a:pt x="190" y="40386"/>
                        <a:pt x="667" y="37909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668"/>
                      </a:moveTo>
                      <a:cubicBezTo>
                        <a:pt x="21050" y="8668"/>
                        <a:pt x="15050" y="15240"/>
                        <a:pt x="12763" y="27527"/>
                      </a:cubicBezTo>
                      <a:lnTo>
                        <a:pt x="10668" y="39433"/>
                      </a:lnTo>
                      <a:cubicBezTo>
                        <a:pt x="10287" y="41148"/>
                        <a:pt x="10192" y="43053"/>
                        <a:pt x="10192" y="44767"/>
                      </a:cubicBezTo>
                      <a:cubicBezTo>
                        <a:pt x="10192" y="53721"/>
                        <a:pt x="14668" y="56864"/>
                        <a:pt x="20288" y="56864"/>
                      </a:cubicBezTo>
                      <a:cubicBezTo>
                        <a:pt x="25908" y="56864"/>
                        <a:pt x="30671" y="54388"/>
                        <a:pt x="37052" y="50102"/>
                      </a:cubicBezTo>
                      <a:lnTo>
                        <a:pt x="44101" y="9811"/>
                      </a:lnTo>
                      <a:cubicBezTo>
                        <a:pt x="40957" y="9239"/>
                        <a:pt x="37719" y="8668"/>
                        <a:pt x="32861" y="866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8" name="Google Shape;558;p13"/>
                <p:cNvSpPr/>
                <p:nvPr/>
              </p:nvSpPr>
              <p:spPr>
                <a:xfrm>
                  <a:off x="8499757" y="5558047"/>
                  <a:ext cx="24804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4" h="87058" extrusionOk="0">
                      <a:moveTo>
                        <a:pt x="23086" y="0"/>
                      </a:moveTo>
                      <a:cubicBezTo>
                        <a:pt x="24325" y="0"/>
                        <a:pt x="25087" y="572"/>
                        <a:pt x="24706" y="2191"/>
                      </a:cubicBezTo>
                      <a:lnTo>
                        <a:pt x="10228" y="84773"/>
                      </a:lnTo>
                      <a:cubicBezTo>
                        <a:pt x="10037" y="86011"/>
                        <a:pt x="9561" y="87059"/>
                        <a:pt x="7656" y="87059"/>
                      </a:cubicBezTo>
                      <a:lnTo>
                        <a:pt x="1655" y="87059"/>
                      </a:lnTo>
                      <a:cubicBezTo>
                        <a:pt x="417" y="87059"/>
                        <a:pt x="-155" y="85916"/>
                        <a:pt x="36" y="84773"/>
                      </a:cubicBezTo>
                      <a:lnTo>
                        <a:pt x="14514" y="2191"/>
                      </a:lnTo>
                      <a:cubicBezTo>
                        <a:pt x="14704" y="953"/>
                        <a:pt x="15276" y="0"/>
                        <a:pt x="17086" y="0"/>
                      </a:cubicBezTo>
                      <a:lnTo>
                        <a:pt x="2308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59" name="Google Shape;559;p13"/>
              <p:cNvGrpSpPr/>
              <p:nvPr/>
            </p:nvGrpSpPr>
            <p:grpSpPr>
              <a:xfrm>
                <a:off x="7405561" y="5707018"/>
                <a:ext cx="887874" cy="110584"/>
                <a:chOff x="7405561" y="5707018"/>
                <a:chExt cx="887874" cy="110584"/>
              </a:xfrm>
            </p:grpSpPr>
            <p:sp>
              <p:nvSpPr>
                <p:cNvPr id="560" name="Google Shape;560;p13"/>
                <p:cNvSpPr/>
                <p:nvPr/>
              </p:nvSpPr>
              <p:spPr>
                <a:xfrm>
                  <a:off x="7405561" y="5730450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6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2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1" name="Google Shape;561;p13"/>
                <p:cNvSpPr/>
                <p:nvPr/>
              </p:nvSpPr>
              <p:spPr>
                <a:xfrm>
                  <a:off x="7502525" y="5708066"/>
                  <a:ext cx="60159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9" h="87629" extrusionOk="0">
                      <a:moveTo>
                        <a:pt x="18669" y="21431"/>
                      </a:moveTo>
                      <a:lnTo>
                        <a:pt x="15907" y="37529"/>
                      </a:lnTo>
                      <a:lnTo>
                        <a:pt x="51435" y="37529"/>
                      </a:lnTo>
                      <a:cubicBezTo>
                        <a:pt x="52673" y="37529"/>
                        <a:pt x="53530" y="38100"/>
                        <a:pt x="53245" y="39815"/>
                      </a:cubicBezTo>
                      <a:lnTo>
                        <a:pt x="52578" y="44196"/>
                      </a:lnTo>
                      <a:cubicBezTo>
                        <a:pt x="52388" y="45434"/>
                        <a:pt x="51816" y="46482"/>
                        <a:pt x="49816" y="46482"/>
                      </a:cubicBezTo>
                      <a:lnTo>
                        <a:pt x="14288" y="46482"/>
                      </a:lnTo>
                      <a:lnTo>
                        <a:pt x="10954" y="65913"/>
                      </a:lnTo>
                      <a:cubicBezTo>
                        <a:pt x="10573" y="67723"/>
                        <a:pt x="10382" y="69247"/>
                        <a:pt x="10382" y="70676"/>
                      </a:cubicBezTo>
                      <a:cubicBezTo>
                        <a:pt x="10382" y="75914"/>
                        <a:pt x="13240" y="78010"/>
                        <a:pt x="23050" y="78010"/>
                      </a:cubicBezTo>
                      <a:lnTo>
                        <a:pt x="45053" y="78010"/>
                      </a:lnTo>
                      <a:cubicBezTo>
                        <a:pt x="46196" y="78010"/>
                        <a:pt x="46672" y="78295"/>
                        <a:pt x="46482" y="79439"/>
                      </a:cubicBezTo>
                      <a:lnTo>
                        <a:pt x="45434" y="85154"/>
                      </a:lnTo>
                      <a:cubicBezTo>
                        <a:pt x="45339" y="85820"/>
                        <a:pt x="45244" y="86582"/>
                        <a:pt x="44005" y="86773"/>
                      </a:cubicBezTo>
                      <a:cubicBezTo>
                        <a:pt x="40672" y="87154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60008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525"/>
                        <a:pt x="57531" y="9525"/>
                      </a:cubicBezTo>
                      <a:lnTo>
                        <a:pt x="35147" y="9525"/>
                      </a:lnTo>
                      <a:cubicBezTo>
                        <a:pt x="22860" y="9525"/>
                        <a:pt x="20193" y="12764"/>
                        <a:pt x="18669" y="2152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2" name="Google Shape;562;p13"/>
                <p:cNvSpPr/>
                <p:nvPr/>
              </p:nvSpPr>
              <p:spPr>
                <a:xfrm>
                  <a:off x="7562366" y="5730354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3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858"/>
                        <a:pt x="35124" y="8858"/>
                      </a:cubicBezTo>
                      <a:cubicBezTo>
                        <a:pt x="30742" y="8858"/>
                        <a:pt x="26170" y="9811"/>
                        <a:pt x="18836" y="13240"/>
                      </a:cubicBezTo>
                      <a:lnTo>
                        <a:pt x="10263" y="62103"/>
                      </a:lnTo>
                      <a:cubicBezTo>
                        <a:pt x="10073" y="63246"/>
                        <a:pt x="8739" y="64389"/>
                        <a:pt x="7501" y="64389"/>
                      </a:cubicBezTo>
                      <a:lnTo>
                        <a:pt x="1786" y="64389"/>
                      </a:lnTo>
                      <a:cubicBezTo>
                        <a:pt x="357" y="64389"/>
                        <a:pt x="-214" y="63151"/>
                        <a:pt x="71" y="62103"/>
                      </a:cubicBezTo>
                      <a:lnTo>
                        <a:pt x="10358" y="3048"/>
                      </a:lnTo>
                      <a:cubicBezTo>
                        <a:pt x="10549" y="1810"/>
                        <a:pt x="11311" y="762"/>
                        <a:pt x="13407" y="762"/>
                      </a:cubicBezTo>
                      <a:lnTo>
                        <a:pt x="18264" y="762"/>
                      </a:lnTo>
                      <a:cubicBezTo>
                        <a:pt x="20074" y="762"/>
                        <a:pt x="20741" y="1429"/>
                        <a:pt x="20455" y="3048"/>
                      </a:cubicBezTo>
                      <a:lnTo>
                        <a:pt x="20074" y="5524"/>
                      </a:lnTo>
                      <a:cubicBezTo>
                        <a:pt x="25599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13"/>
                <p:cNvSpPr/>
                <p:nvPr/>
              </p:nvSpPr>
              <p:spPr>
                <a:xfrm>
                  <a:off x="7624803" y="5730259"/>
                  <a:ext cx="50696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246" extrusionOk="0">
                      <a:moveTo>
                        <a:pt x="48886" y="1524"/>
                      </a:moveTo>
                      <a:cubicBezTo>
                        <a:pt x="50600" y="1905"/>
                        <a:pt x="50886" y="2191"/>
                        <a:pt x="50600" y="3810"/>
                      </a:cubicBezTo>
                      <a:lnTo>
                        <a:pt x="50029" y="7620"/>
                      </a:lnTo>
                      <a:cubicBezTo>
                        <a:pt x="49838" y="9049"/>
                        <a:pt x="49076" y="9811"/>
                        <a:pt x="47362" y="9620"/>
                      </a:cubicBezTo>
                      <a:cubicBezTo>
                        <a:pt x="43457" y="9144"/>
                        <a:pt x="36789" y="8668"/>
                        <a:pt x="30312" y="8668"/>
                      </a:cubicBezTo>
                      <a:cubicBezTo>
                        <a:pt x="24978" y="8668"/>
                        <a:pt x="18120" y="10192"/>
                        <a:pt x="18120" y="16859"/>
                      </a:cubicBezTo>
                      <a:cubicBezTo>
                        <a:pt x="18120" y="19717"/>
                        <a:pt x="20406" y="22003"/>
                        <a:pt x="24407" y="24479"/>
                      </a:cubicBezTo>
                      <a:lnTo>
                        <a:pt x="34694" y="31337"/>
                      </a:lnTo>
                      <a:cubicBezTo>
                        <a:pt x="42695" y="36671"/>
                        <a:pt x="44981" y="40767"/>
                        <a:pt x="44981" y="46863"/>
                      </a:cubicBezTo>
                      <a:cubicBezTo>
                        <a:pt x="44981" y="60579"/>
                        <a:pt x="32789" y="65246"/>
                        <a:pt x="20120" y="65246"/>
                      </a:cubicBezTo>
                      <a:cubicBezTo>
                        <a:pt x="15263" y="65246"/>
                        <a:pt x="7166" y="64770"/>
                        <a:pt x="2023" y="63532"/>
                      </a:cubicBezTo>
                      <a:cubicBezTo>
                        <a:pt x="880" y="63341"/>
                        <a:pt x="-168" y="62484"/>
                        <a:pt x="23" y="61246"/>
                      </a:cubicBezTo>
                      <a:lnTo>
                        <a:pt x="689" y="57150"/>
                      </a:lnTo>
                      <a:cubicBezTo>
                        <a:pt x="1070" y="55626"/>
                        <a:pt x="1642" y="55150"/>
                        <a:pt x="3547" y="55435"/>
                      </a:cubicBezTo>
                      <a:cubicBezTo>
                        <a:pt x="8976" y="56102"/>
                        <a:pt x="17358" y="56674"/>
                        <a:pt x="21454" y="56674"/>
                      </a:cubicBezTo>
                      <a:cubicBezTo>
                        <a:pt x="28312" y="56674"/>
                        <a:pt x="34503" y="54197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2"/>
                      </a:cubicBezTo>
                      <a:lnTo>
                        <a:pt x="17358" y="31814"/>
                      </a:lnTo>
                      <a:cubicBezTo>
                        <a:pt x="10976" y="27623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4" name="Google Shape;564;p13"/>
                <p:cNvSpPr/>
                <p:nvPr/>
              </p:nvSpPr>
              <p:spPr>
                <a:xfrm>
                  <a:off x="7682184" y="5707018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4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7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8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8" y="0"/>
                        <a:pt x="17223" y="0"/>
                      </a:cubicBezTo>
                      <a:lnTo>
                        <a:pt x="231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5" name="Google Shape;565;p13"/>
                <p:cNvSpPr/>
                <p:nvPr/>
              </p:nvSpPr>
              <p:spPr>
                <a:xfrm>
                  <a:off x="7709527" y="5730354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3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858"/>
                        <a:pt x="35124" y="8858"/>
                      </a:cubicBezTo>
                      <a:cubicBezTo>
                        <a:pt x="30742" y="8858"/>
                        <a:pt x="26170" y="9811"/>
                        <a:pt x="18836" y="13240"/>
                      </a:cubicBezTo>
                      <a:lnTo>
                        <a:pt x="10263" y="62103"/>
                      </a:lnTo>
                      <a:cubicBezTo>
                        <a:pt x="10073" y="63246"/>
                        <a:pt x="8739" y="64389"/>
                        <a:pt x="7501" y="64389"/>
                      </a:cubicBezTo>
                      <a:lnTo>
                        <a:pt x="1786" y="64389"/>
                      </a:lnTo>
                      <a:cubicBezTo>
                        <a:pt x="357" y="64389"/>
                        <a:pt x="-214" y="63151"/>
                        <a:pt x="71" y="62103"/>
                      </a:cubicBezTo>
                      <a:lnTo>
                        <a:pt x="10358" y="3048"/>
                      </a:lnTo>
                      <a:cubicBezTo>
                        <a:pt x="10549" y="1810"/>
                        <a:pt x="11311" y="762"/>
                        <a:pt x="13407" y="762"/>
                      </a:cubicBezTo>
                      <a:lnTo>
                        <a:pt x="18264" y="762"/>
                      </a:lnTo>
                      <a:cubicBezTo>
                        <a:pt x="20074" y="762"/>
                        <a:pt x="20741" y="1429"/>
                        <a:pt x="20455" y="3048"/>
                      </a:cubicBezTo>
                      <a:lnTo>
                        <a:pt x="20074" y="5524"/>
                      </a:lnTo>
                      <a:cubicBezTo>
                        <a:pt x="25599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6" name="Google Shape;566;p13"/>
                <p:cNvSpPr/>
                <p:nvPr/>
              </p:nvSpPr>
              <p:spPr>
                <a:xfrm>
                  <a:off x="7775797" y="5730259"/>
                  <a:ext cx="54197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436" extrusionOk="0">
                      <a:moveTo>
                        <a:pt x="53626" y="28289"/>
                      </a:moveTo>
                      <a:lnTo>
                        <a:pt x="52102" y="37148"/>
                      </a:lnTo>
                      <a:cubicBezTo>
                        <a:pt x="49054" y="54769"/>
                        <a:pt x="39624" y="65437"/>
                        <a:pt x="21336" y="65437"/>
                      </a:cubicBezTo>
                      <a:cubicBezTo>
                        <a:pt x="7429" y="65437"/>
                        <a:pt x="0" y="56388"/>
                        <a:pt x="0" y="43529"/>
                      </a:cubicBezTo>
                      <a:cubicBezTo>
                        <a:pt x="0" y="41434"/>
                        <a:pt x="190" y="39338"/>
                        <a:pt x="571" y="37148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148"/>
                      </a:lnTo>
                      <a:cubicBezTo>
                        <a:pt x="10287" y="39719"/>
                        <a:pt x="10096" y="41910"/>
                        <a:pt x="10096" y="44005"/>
                      </a:cubicBezTo>
                      <a:cubicBezTo>
                        <a:pt x="10096" y="52197"/>
                        <a:pt x="13811" y="56483"/>
                        <a:pt x="22860" y="56483"/>
                      </a:cubicBezTo>
                      <a:cubicBezTo>
                        <a:pt x="33052" y="56483"/>
                        <a:pt x="40005" y="48482"/>
                        <a:pt x="42005" y="37148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13"/>
                <p:cNvSpPr/>
                <p:nvPr/>
              </p:nvSpPr>
              <p:spPr>
                <a:xfrm>
                  <a:off x="7868887" y="5707780"/>
                  <a:ext cx="62029" cy="87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29" h="87915" extrusionOk="0">
                      <a:moveTo>
                        <a:pt x="60358" y="1619"/>
                      </a:moveTo>
                      <a:cubicBezTo>
                        <a:pt x="61882" y="1810"/>
                        <a:pt x="62168" y="2191"/>
                        <a:pt x="61977" y="3619"/>
                      </a:cubicBezTo>
                      <a:lnTo>
                        <a:pt x="61215" y="8572"/>
                      </a:lnTo>
                      <a:cubicBezTo>
                        <a:pt x="61025" y="9906"/>
                        <a:pt x="60644" y="10668"/>
                        <a:pt x="58644" y="10382"/>
                      </a:cubicBezTo>
                      <a:cubicBezTo>
                        <a:pt x="53500" y="10001"/>
                        <a:pt x="45404" y="9715"/>
                        <a:pt x="38736" y="9715"/>
                      </a:cubicBezTo>
                      <a:cubicBezTo>
                        <a:pt x="29402" y="9715"/>
                        <a:pt x="19496" y="11335"/>
                        <a:pt x="19496" y="21527"/>
                      </a:cubicBezTo>
                      <a:cubicBezTo>
                        <a:pt x="19496" y="27051"/>
                        <a:pt x="22163" y="29908"/>
                        <a:pt x="29783" y="34957"/>
                      </a:cubicBezTo>
                      <a:lnTo>
                        <a:pt x="39308" y="41338"/>
                      </a:lnTo>
                      <a:cubicBezTo>
                        <a:pt x="50071" y="48482"/>
                        <a:pt x="53881" y="54673"/>
                        <a:pt x="53881" y="63151"/>
                      </a:cubicBezTo>
                      <a:cubicBezTo>
                        <a:pt x="53881" y="79438"/>
                        <a:pt x="40070" y="87916"/>
                        <a:pt x="21591" y="87916"/>
                      </a:cubicBezTo>
                      <a:cubicBezTo>
                        <a:pt x="15210" y="87916"/>
                        <a:pt x="6923" y="87058"/>
                        <a:pt x="1875" y="86296"/>
                      </a:cubicBezTo>
                      <a:cubicBezTo>
                        <a:pt x="446" y="86011"/>
                        <a:pt x="-221" y="85630"/>
                        <a:pt x="65" y="84201"/>
                      </a:cubicBezTo>
                      <a:lnTo>
                        <a:pt x="922" y="79534"/>
                      </a:lnTo>
                      <a:cubicBezTo>
                        <a:pt x="1113" y="77914"/>
                        <a:pt x="1589" y="77438"/>
                        <a:pt x="3589" y="77629"/>
                      </a:cubicBezTo>
                      <a:cubicBezTo>
                        <a:pt x="8828" y="78105"/>
                        <a:pt x="17305" y="78295"/>
                        <a:pt x="22544" y="78295"/>
                      </a:cubicBezTo>
                      <a:cubicBezTo>
                        <a:pt x="35022" y="78295"/>
                        <a:pt x="42832" y="74009"/>
                        <a:pt x="42832" y="62960"/>
                      </a:cubicBezTo>
                      <a:cubicBezTo>
                        <a:pt x="42832" y="57436"/>
                        <a:pt x="39784" y="54578"/>
                        <a:pt x="31688" y="49054"/>
                      </a:cubicBezTo>
                      <a:lnTo>
                        <a:pt x="21591" y="42196"/>
                      </a:lnTo>
                      <a:cubicBezTo>
                        <a:pt x="13686" y="36862"/>
                        <a:pt x="8923" y="30289"/>
                        <a:pt x="8923" y="21907"/>
                      </a:cubicBezTo>
                      <a:cubicBezTo>
                        <a:pt x="8923" y="5810"/>
                        <a:pt x="22925" y="0"/>
                        <a:pt x="38736" y="0"/>
                      </a:cubicBezTo>
                      <a:cubicBezTo>
                        <a:pt x="45594" y="0"/>
                        <a:pt x="56072" y="667"/>
                        <a:pt x="60358" y="142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13"/>
                <p:cNvSpPr/>
                <p:nvPr/>
              </p:nvSpPr>
              <p:spPr>
                <a:xfrm>
                  <a:off x="7935722" y="5731116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8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6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1" y="41720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2"/>
                        <a:pt x="8668" y="0"/>
                        <a:pt x="9906" y="0"/>
                      </a:cubicBezTo>
                      <a:lnTo>
                        <a:pt x="15430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8" y="40386"/>
                      </a:lnTo>
                      <a:cubicBezTo>
                        <a:pt x="10001" y="42958"/>
                        <a:pt x="9811" y="45149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5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13"/>
                <p:cNvSpPr/>
                <p:nvPr/>
              </p:nvSpPr>
              <p:spPr>
                <a:xfrm>
                  <a:off x="7993063" y="5730354"/>
                  <a:ext cx="59626" cy="8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26" h="87248" extrusionOk="0">
                      <a:moveTo>
                        <a:pt x="58960" y="28575"/>
                      </a:moveTo>
                      <a:lnTo>
                        <a:pt x="57436" y="36957"/>
                      </a:lnTo>
                      <a:cubicBezTo>
                        <a:pt x="53816" y="56674"/>
                        <a:pt x="44958" y="65341"/>
                        <a:pt x="27242" y="65341"/>
                      </a:cubicBezTo>
                      <a:cubicBezTo>
                        <a:pt x="23622" y="65341"/>
                        <a:pt x="18193" y="64865"/>
                        <a:pt x="13906" y="64103"/>
                      </a:cubicBezTo>
                      <a:lnTo>
                        <a:pt x="10192" y="85058"/>
                      </a:lnTo>
                      <a:cubicBezTo>
                        <a:pt x="10001" y="86201"/>
                        <a:pt x="8763" y="87249"/>
                        <a:pt x="7525" y="87249"/>
                      </a:cubicBezTo>
                      <a:lnTo>
                        <a:pt x="1619" y="87249"/>
                      </a:lnTo>
                      <a:cubicBezTo>
                        <a:pt x="571" y="87249"/>
                        <a:pt x="0" y="86582"/>
                        <a:pt x="0" y="85534"/>
                      </a:cubicBezTo>
                      <a:lnTo>
                        <a:pt x="0" y="85153"/>
                      </a:lnTo>
                      <a:lnTo>
                        <a:pt x="0" y="85153"/>
                      </a:lnTo>
                      <a:cubicBezTo>
                        <a:pt x="0" y="85153"/>
                        <a:pt x="14002" y="5334"/>
                        <a:pt x="14002" y="5334"/>
                      </a:cubicBezTo>
                      <a:cubicBezTo>
                        <a:pt x="14192" y="3715"/>
                        <a:pt x="14859" y="3143"/>
                        <a:pt x="16859" y="2667"/>
                      </a:cubicBezTo>
                      <a:cubicBezTo>
                        <a:pt x="23241" y="1143"/>
                        <a:pt x="31528" y="0"/>
                        <a:pt x="38671" y="0"/>
                      </a:cubicBezTo>
                      <a:cubicBezTo>
                        <a:pt x="52768" y="0"/>
                        <a:pt x="59626" y="8572"/>
                        <a:pt x="59626" y="21241"/>
                      </a:cubicBezTo>
                      <a:cubicBezTo>
                        <a:pt x="59626" y="23527"/>
                        <a:pt x="59436" y="26098"/>
                        <a:pt x="58960" y="28670"/>
                      </a:cubicBezTo>
                      <a:close/>
                      <a:moveTo>
                        <a:pt x="37243" y="8572"/>
                      </a:moveTo>
                      <a:cubicBezTo>
                        <a:pt x="32385" y="8572"/>
                        <a:pt x="26670" y="9144"/>
                        <a:pt x="23431" y="9715"/>
                      </a:cubicBezTo>
                      <a:lnTo>
                        <a:pt x="15430" y="55626"/>
                      </a:lnTo>
                      <a:cubicBezTo>
                        <a:pt x="19145" y="56293"/>
                        <a:pt x="25051" y="56769"/>
                        <a:pt x="28766" y="56769"/>
                      </a:cubicBezTo>
                      <a:cubicBezTo>
                        <a:pt x="39433" y="56769"/>
                        <a:pt x="45053" y="48863"/>
                        <a:pt x="47339" y="36957"/>
                      </a:cubicBezTo>
                      <a:lnTo>
                        <a:pt x="48863" y="28575"/>
                      </a:lnTo>
                      <a:cubicBezTo>
                        <a:pt x="49435" y="25527"/>
                        <a:pt x="49625" y="22860"/>
                        <a:pt x="49625" y="20574"/>
                      </a:cubicBezTo>
                      <a:cubicBezTo>
                        <a:pt x="49625" y="12668"/>
                        <a:pt x="46292" y="8572"/>
                        <a:pt x="37243" y="857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Google Shape;570;p13"/>
                <p:cNvSpPr/>
                <p:nvPr/>
              </p:nvSpPr>
              <p:spPr>
                <a:xfrm>
                  <a:off x="8061642" y="5730450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8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13"/>
                <p:cNvSpPr/>
                <p:nvPr/>
              </p:nvSpPr>
              <p:spPr>
                <a:xfrm>
                  <a:off x="8122828" y="5730354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90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4" y="2000"/>
                        <a:pt x="20158" y="3143"/>
                      </a:cubicBezTo>
                      <a:lnTo>
                        <a:pt x="19682" y="5810"/>
                      </a:lnTo>
                      <a:cubicBezTo>
                        <a:pt x="25968" y="952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857"/>
                        <a:pt x="39112" y="2095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3"/>
                        <a:pt x="35493" y="8953"/>
                      </a:cubicBezTo>
                      <a:lnTo>
                        <a:pt x="35112" y="8953"/>
                      </a:lnTo>
                      <a:cubicBezTo>
                        <a:pt x="28540" y="8953"/>
                        <a:pt x="24253" y="10096"/>
                        <a:pt x="18538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13"/>
                <p:cNvSpPr/>
                <p:nvPr/>
              </p:nvSpPr>
              <p:spPr>
                <a:xfrm>
                  <a:off x="8163768" y="570701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4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7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4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3" name="Google Shape;573;p13"/>
                <p:cNvSpPr/>
                <p:nvPr/>
              </p:nvSpPr>
              <p:spPr>
                <a:xfrm>
                  <a:off x="8192897" y="5730259"/>
                  <a:ext cx="54197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436" extrusionOk="0">
                      <a:moveTo>
                        <a:pt x="53626" y="28289"/>
                      </a:moveTo>
                      <a:lnTo>
                        <a:pt x="52102" y="37148"/>
                      </a:lnTo>
                      <a:cubicBezTo>
                        <a:pt x="49054" y="54769"/>
                        <a:pt x="39624" y="65437"/>
                        <a:pt x="21336" y="65437"/>
                      </a:cubicBezTo>
                      <a:cubicBezTo>
                        <a:pt x="7429" y="65437"/>
                        <a:pt x="0" y="56388"/>
                        <a:pt x="0" y="43529"/>
                      </a:cubicBezTo>
                      <a:cubicBezTo>
                        <a:pt x="0" y="41434"/>
                        <a:pt x="191" y="39338"/>
                        <a:pt x="571" y="37148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148"/>
                      </a:lnTo>
                      <a:cubicBezTo>
                        <a:pt x="10287" y="39719"/>
                        <a:pt x="10096" y="41910"/>
                        <a:pt x="10096" y="44005"/>
                      </a:cubicBezTo>
                      <a:cubicBezTo>
                        <a:pt x="10096" y="52197"/>
                        <a:pt x="13811" y="56483"/>
                        <a:pt x="22860" y="56483"/>
                      </a:cubicBezTo>
                      <a:cubicBezTo>
                        <a:pt x="33052" y="56483"/>
                        <a:pt x="40005" y="48482"/>
                        <a:pt x="42005" y="37148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4" name="Google Shape;574;p13"/>
                <p:cNvSpPr/>
                <p:nvPr/>
              </p:nvSpPr>
              <p:spPr>
                <a:xfrm>
                  <a:off x="8254273" y="5730354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5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8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2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857"/>
                        <a:pt x="39113" y="2095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3"/>
                        <a:pt x="35493" y="8953"/>
                      </a:cubicBezTo>
                      <a:lnTo>
                        <a:pt x="35112" y="8953"/>
                      </a:lnTo>
                      <a:cubicBezTo>
                        <a:pt x="28540" y="8953"/>
                        <a:pt x="24254" y="10096"/>
                        <a:pt x="18539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575" name="Google Shape;575;p13"/>
          <p:cNvGrpSpPr/>
          <p:nvPr/>
        </p:nvGrpSpPr>
        <p:grpSpPr>
          <a:xfrm>
            <a:off x="4041351" y="5381897"/>
            <a:ext cx="1912686" cy="401478"/>
            <a:chOff x="4057441" y="5411457"/>
            <a:chExt cx="1912686" cy="401478"/>
          </a:xfrm>
        </p:grpSpPr>
        <p:grpSp>
          <p:nvGrpSpPr>
            <p:cNvPr id="576" name="Google Shape;576;p13"/>
            <p:cNvGrpSpPr/>
            <p:nvPr/>
          </p:nvGrpSpPr>
          <p:grpSpPr>
            <a:xfrm>
              <a:off x="4057441" y="5412409"/>
              <a:ext cx="930592" cy="400526"/>
              <a:chOff x="4057441" y="5412409"/>
              <a:chExt cx="930592" cy="400526"/>
            </a:xfrm>
          </p:grpSpPr>
          <p:sp>
            <p:nvSpPr>
              <p:cNvPr id="577" name="Google Shape;577;p13"/>
              <p:cNvSpPr/>
              <p:nvPr/>
            </p:nvSpPr>
            <p:spPr>
              <a:xfrm>
                <a:off x="4057441" y="5412409"/>
                <a:ext cx="312038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12038" h="400526" extrusionOk="0">
                    <a:moveTo>
                      <a:pt x="311467" y="24194"/>
                    </a:moveTo>
                    <a:lnTo>
                      <a:pt x="300133" y="90392"/>
                    </a:lnTo>
                    <a:cubicBezTo>
                      <a:pt x="299180" y="96679"/>
                      <a:pt x="297180" y="98774"/>
                      <a:pt x="292227" y="98774"/>
                    </a:cubicBezTo>
                    <a:lnTo>
                      <a:pt x="290703" y="98774"/>
                    </a:lnTo>
                    <a:cubicBezTo>
                      <a:pt x="271939" y="97727"/>
                      <a:pt x="232410" y="94012"/>
                      <a:pt x="195834" y="94012"/>
                    </a:cubicBezTo>
                    <a:cubicBezTo>
                      <a:pt x="146399" y="94012"/>
                      <a:pt x="125730" y="109823"/>
                      <a:pt x="114776" y="172879"/>
                    </a:cubicBezTo>
                    <a:lnTo>
                      <a:pt x="105347" y="228600"/>
                    </a:lnTo>
                    <a:cubicBezTo>
                      <a:pt x="103346" y="241745"/>
                      <a:pt x="102394" y="252222"/>
                      <a:pt x="102394" y="261747"/>
                    </a:cubicBezTo>
                    <a:cubicBezTo>
                      <a:pt x="102394" y="302228"/>
                      <a:pt x="121158" y="309086"/>
                      <a:pt x="139446" y="309086"/>
                    </a:cubicBezTo>
                    <a:cubicBezTo>
                      <a:pt x="148876" y="309086"/>
                      <a:pt x="158686" y="308515"/>
                      <a:pt x="167069" y="307467"/>
                    </a:cubicBezTo>
                    <a:lnTo>
                      <a:pt x="184880" y="199739"/>
                    </a:lnTo>
                    <a:cubicBezTo>
                      <a:pt x="185833" y="193929"/>
                      <a:pt x="190310" y="189262"/>
                      <a:pt x="195739" y="189262"/>
                    </a:cubicBezTo>
                    <a:lnTo>
                      <a:pt x="273749" y="189262"/>
                    </a:lnTo>
                    <a:cubicBezTo>
                      <a:pt x="278702" y="189262"/>
                      <a:pt x="282131" y="192977"/>
                      <a:pt x="282131" y="198215"/>
                    </a:cubicBezTo>
                    <a:lnTo>
                      <a:pt x="282131" y="199835"/>
                    </a:lnTo>
                    <a:lnTo>
                      <a:pt x="252984" y="375857"/>
                    </a:lnTo>
                    <a:cubicBezTo>
                      <a:pt x="251460" y="383762"/>
                      <a:pt x="248984" y="386334"/>
                      <a:pt x="240602" y="387953"/>
                    </a:cubicBezTo>
                    <a:cubicBezTo>
                      <a:pt x="210979" y="394240"/>
                      <a:pt x="171926" y="400526"/>
                      <a:pt x="124016" y="400526"/>
                    </a:cubicBezTo>
                    <a:cubicBezTo>
                      <a:pt x="68675" y="400526"/>
                      <a:pt x="0" y="366332"/>
                      <a:pt x="0" y="269653"/>
                    </a:cubicBezTo>
                    <a:cubicBezTo>
                      <a:pt x="0" y="257080"/>
                      <a:pt x="953" y="242888"/>
                      <a:pt x="3429" y="228124"/>
                    </a:cubicBezTo>
                    <a:lnTo>
                      <a:pt x="12859" y="172974"/>
                    </a:lnTo>
                    <a:cubicBezTo>
                      <a:pt x="39338" y="19907"/>
                      <a:pt x="125254" y="0"/>
                      <a:pt x="197930" y="0"/>
                    </a:cubicBezTo>
                    <a:cubicBezTo>
                      <a:pt x="249269" y="0"/>
                      <a:pt x="284417" y="8382"/>
                      <a:pt x="303657" y="14192"/>
                    </a:cubicBezTo>
                    <a:cubicBezTo>
                      <a:pt x="308610" y="15812"/>
                      <a:pt x="312039" y="16859"/>
                      <a:pt x="312039" y="21526"/>
                    </a:cubicBezTo>
                    <a:cubicBezTo>
                      <a:pt x="312039" y="22098"/>
                      <a:pt x="311563" y="23146"/>
                      <a:pt x="311563" y="24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8" name="Google Shape;578;p13"/>
              <p:cNvSpPr/>
              <p:nvPr/>
            </p:nvSpPr>
            <p:spPr>
              <a:xfrm>
                <a:off x="4381291" y="5412409"/>
                <a:ext cx="280130" cy="400431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400431" extrusionOk="0">
                    <a:moveTo>
                      <a:pt x="280130" y="16764"/>
                    </a:moveTo>
                    <a:lnTo>
                      <a:pt x="269748" y="80867"/>
                    </a:lnTo>
                    <a:cubicBezTo>
                      <a:pt x="268795" y="86678"/>
                      <a:pt x="263366" y="91345"/>
                      <a:pt x="257842" y="91345"/>
                    </a:cubicBezTo>
                    <a:lnTo>
                      <a:pt x="158020" y="91345"/>
                    </a:lnTo>
                    <a:cubicBezTo>
                      <a:pt x="140208" y="91345"/>
                      <a:pt x="133350" y="97631"/>
                      <a:pt x="129826" y="117634"/>
                    </a:cubicBezTo>
                    <a:lnTo>
                      <a:pt x="123444" y="156020"/>
                    </a:lnTo>
                    <a:lnTo>
                      <a:pt x="244983" y="156020"/>
                    </a:lnTo>
                    <a:cubicBezTo>
                      <a:pt x="249936" y="156020"/>
                      <a:pt x="253365" y="159734"/>
                      <a:pt x="253365" y="164973"/>
                    </a:cubicBezTo>
                    <a:lnTo>
                      <a:pt x="253365" y="166592"/>
                    </a:lnTo>
                    <a:lnTo>
                      <a:pt x="242983" y="228600"/>
                    </a:lnTo>
                    <a:cubicBezTo>
                      <a:pt x="242030" y="234410"/>
                      <a:pt x="237077" y="239077"/>
                      <a:pt x="231648" y="239077"/>
                    </a:cubicBezTo>
                    <a:lnTo>
                      <a:pt x="110109" y="239077"/>
                    </a:lnTo>
                    <a:lnTo>
                      <a:pt x="102679" y="282702"/>
                    </a:lnTo>
                    <a:cubicBezTo>
                      <a:pt x="102203" y="286893"/>
                      <a:pt x="101727" y="290036"/>
                      <a:pt x="101727" y="293180"/>
                    </a:cubicBezTo>
                    <a:cubicBezTo>
                      <a:pt x="101727" y="305276"/>
                      <a:pt x="107632" y="308991"/>
                      <a:pt x="122015" y="308991"/>
                    </a:cubicBezTo>
                    <a:lnTo>
                      <a:pt x="221837" y="308991"/>
                    </a:lnTo>
                    <a:cubicBezTo>
                      <a:pt x="226790" y="308991"/>
                      <a:pt x="230219" y="312706"/>
                      <a:pt x="230219" y="317945"/>
                    </a:cubicBezTo>
                    <a:lnTo>
                      <a:pt x="230219" y="319564"/>
                    </a:lnTo>
                    <a:lnTo>
                      <a:pt x="219361" y="383667"/>
                    </a:lnTo>
                    <a:cubicBezTo>
                      <a:pt x="218408" y="389954"/>
                      <a:pt x="214408" y="393097"/>
                      <a:pt x="208026" y="394145"/>
                    </a:cubicBezTo>
                    <a:cubicBezTo>
                      <a:pt x="188786" y="396812"/>
                      <a:pt x="158591" y="400431"/>
                      <a:pt x="110680" y="400431"/>
                    </a:cubicBezTo>
                    <a:cubicBezTo>
                      <a:pt x="52864" y="400431"/>
                      <a:pt x="0" y="378333"/>
                      <a:pt x="0" y="309467"/>
                    </a:cubicBezTo>
                    <a:cubicBezTo>
                      <a:pt x="0" y="301085"/>
                      <a:pt x="952" y="292132"/>
                      <a:pt x="2476" y="282702"/>
                    </a:cubicBezTo>
                    <a:lnTo>
                      <a:pt x="29623" y="117634"/>
                    </a:lnTo>
                    <a:cubicBezTo>
                      <a:pt x="46958" y="11525"/>
                      <a:pt x="106204" y="0"/>
                      <a:pt x="175927" y="0"/>
                    </a:cubicBezTo>
                    <a:cubicBezTo>
                      <a:pt x="223838" y="0"/>
                      <a:pt x="253937" y="3715"/>
                      <a:pt x="272224" y="6287"/>
                    </a:cubicBezTo>
                    <a:cubicBezTo>
                      <a:pt x="277654" y="6763"/>
                      <a:pt x="280130" y="9430"/>
                      <a:pt x="280130" y="14669"/>
                    </a:cubicBezTo>
                    <a:lnTo>
                      <a:pt x="280130" y="1676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9" name="Google Shape;579;p13"/>
              <p:cNvSpPr/>
              <p:nvPr/>
            </p:nvSpPr>
            <p:spPr>
              <a:xfrm>
                <a:off x="4659516" y="5412504"/>
                <a:ext cx="328517" cy="400430"/>
              </a:xfrm>
              <a:custGeom>
                <a:avLst/>
                <a:gdLst/>
                <a:ahLst/>
                <a:cxnLst/>
                <a:rect l="l" t="t" r="r" b="b"/>
                <a:pathLst>
                  <a:path w="328517" h="400430" extrusionOk="0">
                    <a:moveTo>
                      <a:pt x="326517" y="112395"/>
                    </a:moveTo>
                    <a:lnTo>
                      <a:pt x="324993" y="121349"/>
                    </a:lnTo>
                    <a:cubicBezTo>
                      <a:pt x="318611" y="160211"/>
                      <a:pt x="292894" y="186023"/>
                      <a:pt x="274606" y="195929"/>
                    </a:cubicBezTo>
                    <a:cubicBezTo>
                      <a:pt x="285940" y="203835"/>
                      <a:pt x="302800" y="227457"/>
                      <a:pt x="302800" y="258985"/>
                    </a:cubicBezTo>
                    <a:cubicBezTo>
                      <a:pt x="302800" y="263176"/>
                      <a:pt x="302323" y="267367"/>
                      <a:pt x="301847" y="272129"/>
                    </a:cubicBezTo>
                    <a:lnTo>
                      <a:pt x="300895" y="278987"/>
                    </a:lnTo>
                    <a:cubicBezTo>
                      <a:pt x="286607" y="378333"/>
                      <a:pt x="216884" y="400431"/>
                      <a:pt x="121063" y="400431"/>
                    </a:cubicBezTo>
                    <a:cubicBezTo>
                      <a:pt x="95821" y="400431"/>
                      <a:pt x="48958" y="398336"/>
                      <a:pt x="26194" y="394145"/>
                    </a:cubicBezTo>
                    <a:cubicBezTo>
                      <a:pt x="7906" y="390430"/>
                      <a:pt x="0" y="385191"/>
                      <a:pt x="0" y="368427"/>
                    </a:cubicBezTo>
                    <a:cubicBezTo>
                      <a:pt x="0" y="364236"/>
                      <a:pt x="476" y="359474"/>
                      <a:pt x="1524" y="354235"/>
                    </a:cubicBezTo>
                    <a:lnTo>
                      <a:pt x="52388" y="45720"/>
                    </a:lnTo>
                    <a:cubicBezTo>
                      <a:pt x="56864" y="17336"/>
                      <a:pt x="66199" y="10001"/>
                      <a:pt x="89916" y="6286"/>
                    </a:cubicBezTo>
                    <a:cubicBezTo>
                      <a:pt x="111157" y="2572"/>
                      <a:pt x="161068" y="0"/>
                      <a:pt x="185738" y="0"/>
                    </a:cubicBezTo>
                    <a:cubicBezTo>
                      <a:pt x="269272" y="0"/>
                      <a:pt x="328517" y="23622"/>
                      <a:pt x="328517" y="90392"/>
                    </a:cubicBezTo>
                    <a:cubicBezTo>
                      <a:pt x="328517" y="97250"/>
                      <a:pt x="328041" y="104585"/>
                      <a:pt x="326517" y="112490"/>
                    </a:cubicBezTo>
                    <a:close/>
                    <a:moveTo>
                      <a:pt x="167926" y="233267"/>
                    </a:moveTo>
                    <a:lnTo>
                      <a:pt x="120015" y="233267"/>
                    </a:lnTo>
                    <a:lnTo>
                      <a:pt x="107156" y="313658"/>
                    </a:lnTo>
                    <a:lnTo>
                      <a:pt x="147638" y="313658"/>
                    </a:lnTo>
                    <a:cubicBezTo>
                      <a:pt x="186214" y="313658"/>
                      <a:pt x="200025" y="297847"/>
                      <a:pt x="204406" y="275844"/>
                    </a:cubicBezTo>
                    <a:lnTo>
                      <a:pt x="205359" y="271082"/>
                    </a:lnTo>
                    <a:cubicBezTo>
                      <a:pt x="205835" y="267938"/>
                      <a:pt x="206311" y="264795"/>
                      <a:pt x="206311" y="261652"/>
                    </a:cubicBezTo>
                    <a:cubicBezTo>
                      <a:pt x="206311" y="245364"/>
                      <a:pt x="195453" y="233267"/>
                      <a:pt x="167735" y="233267"/>
                    </a:cubicBezTo>
                    <a:close/>
                    <a:moveTo>
                      <a:pt x="183737" y="86582"/>
                    </a:moveTo>
                    <a:cubicBezTo>
                      <a:pt x="179832" y="86582"/>
                      <a:pt x="148209" y="87154"/>
                      <a:pt x="144685" y="87154"/>
                    </a:cubicBezTo>
                    <a:lnTo>
                      <a:pt x="131826" y="161735"/>
                    </a:lnTo>
                    <a:lnTo>
                      <a:pt x="179737" y="161735"/>
                    </a:lnTo>
                    <a:cubicBezTo>
                      <a:pt x="212312" y="161735"/>
                      <a:pt x="225171" y="147066"/>
                      <a:pt x="227171" y="128588"/>
                    </a:cubicBezTo>
                    <a:lnTo>
                      <a:pt x="228124" y="120206"/>
                    </a:lnTo>
                    <a:cubicBezTo>
                      <a:pt x="228600" y="118110"/>
                      <a:pt x="228600" y="116015"/>
                      <a:pt x="228600" y="113919"/>
                    </a:cubicBezTo>
                    <a:cubicBezTo>
                      <a:pt x="228600" y="96584"/>
                      <a:pt x="218218" y="86582"/>
                      <a:pt x="183642" y="865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0" name="Google Shape;580;p13"/>
            <p:cNvGrpSpPr/>
            <p:nvPr/>
          </p:nvGrpSpPr>
          <p:grpSpPr>
            <a:xfrm>
              <a:off x="5117383" y="5411457"/>
              <a:ext cx="852744" cy="389001"/>
              <a:chOff x="5117383" y="5411457"/>
              <a:chExt cx="852744" cy="389001"/>
            </a:xfrm>
          </p:grpSpPr>
          <p:grpSp>
            <p:nvGrpSpPr>
              <p:cNvPr id="581" name="Google Shape;581;p13"/>
              <p:cNvGrpSpPr/>
              <p:nvPr/>
            </p:nvGrpSpPr>
            <p:grpSpPr>
              <a:xfrm>
                <a:off x="5149482" y="5411457"/>
                <a:ext cx="587025" cy="91153"/>
                <a:chOff x="5149482" y="5411457"/>
                <a:chExt cx="587025" cy="91153"/>
              </a:xfrm>
            </p:grpSpPr>
            <p:sp>
              <p:nvSpPr>
                <p:cNvPr id="582" name="Google Shape;582;p13"/>
                <p:cNvSpPr/>
                <p:nvPr/>
              </p:nvSpPr>
              <p:spPr>
                <a:xfrm>
                  <a:off x="5149482" y="5414981"/>
                  <a:ext cx="64418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18" h="87629" extrusionOk="0">
                      <a:moveTo>
                        <a:pt x="62770" y="1333"/>
                      </a:moveTo>
                      <a:cubicBezTo>
                        <a:pt x="63817" y="1429"/>
                        <a:pt x="64579" y="1905"/>
                        <a:pt x="64389" y="3048"/>
                      </a:cubicBezTo>
                      <a:lnTo>
                        <a:pt x="63341" y="8858"/>
                      </a:lnTo>
                      <a:cubicBezTo>
                        <a:pt x="63246" y="10001"/>
                        <a:pt x="62579" y="10097"/>
                        <a:pt x="61246" y="10001"/>
                      </a:cubicBezTo>
                      <a:cubicBezTo>
                        <a:pt x="54483" y="9430"/>
                        <a:pt x="49149" y="9239"/>
                        <a:pt x="39338" y="9239"/>
                      </a:cubicBezTo>
                      <a:cubicBezTo>
                        <a:pt x="29527" y="9239"/>
                        <a:pt x="17717" y="14764"/>
                        <a:pt x="14097" y="35909"/>
                      </a:cubicBezTo>
                      <a:lnTo>
                        <a:pt x="11430" y="51435"/>
                      </a:lnTo>
                      <a:cubicBezTo>
                        <a:pt x="10858" y="54959"/>
                        <a:pt x="10477" y="57912"/>
                        <a:pt x="10477" y="60579"/>
                      </a:cubicBezTo>
                      <a:cubicBezTo>
                        <a:pt x="10477" y="73533"/>
                        <a:pt x="17240" y="78105"/>
                        <a:pt x="26098" y="78105"/>
                      </a:cubicBezTo>
                      <a:cubicBezTo>
                        <a:pt x="33147" y="78105"/>
                        <a:pt x="38005" y="77629"/>
                        <a:pt x="40767" y="77438"/>
                      </a:cubicBezTo>
                      <a:lnTo>
                        <a:pt x="46672" y="44291"/>
                      </a:lnTo>
                      <a:cubicBezTo>
                        <a:pt x="46863" y="43053"/>
                        <a:pt x="47815" y="42005"/>
                        <a:pt x="49149" y="42005"/>
                      </a:cubicBezTo>
                      <a:lnTo>
                        <a:pt x="55435" y="42005"/>
                      </a:lnTo>
                      <a:cubicBezTo>
                        <a:pt x="56578" y="42005"/>
                        <a:pt x="57245" y="42958"/>
                        <a:pt x="57245" y="44006"/>
                      </a:cubicBezTo>
                      <a:lnTo>
                        <a:pt x="57245" y="44387"/>
                      </a:lnTo>
                      <a:lnTo>
                        <a:pt x="50292" y="83344"/>
                      </a:lnTo>
                      <a:cubicBezTo>
                        <a:pt x="50101" y="84582"/>
                        <a:pt x="49054" y="85630"/>
                        <a:pt x="47720" y="85916"/>
                      </a:cubicBezTo>
                      <a:cubicBezTo>
                        <a:pt x="41910" y="86868"/>
                        <a:pt x="35338" y="87630"/>
                        <a:pt x="24479" y="87630"/>
                      </a:cubicBezTo>
                      <a:cubicBezTo>
                        <a:pt x="12192" y="87630"/>
                        <a:pt x="0" y="79724"/>
                        <a:pt x="0" y="60389"/>
                      </a:cubicBezTo>
                      <a:cubicBezTo>
                        <a:pt x="0" y="57722"/>
                        <a:pt x="190" y="54674"/>
                        <a:pt x="857" y="51626"/>
                      </a:cubicBezTo>
                      <a:lnTo>
                        <a:pt x="3524" y="36100"/>
                      </a:lnTo>
                      <a:cubicBezTo>
                        <a:pt x="8668" y="6572"/>
                        <a:pt x="25432" y="0"/>
                        <a:pt x="40957" y="0"/>
                      </a:cubicBezTo>
                      <a:cubicBezTo>
                        <a:pt x="51721" y="0"/>
                        <a:pt x="58483" y="952"/>
                        <a:pt x="62770" y="161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3" name="Google Shape;583;p13"/>
                <p:cNvSpPr/>
                <p:nvPr/>
              </p:nvSpPr>
              <p:spPr>
                <a:xfrm>
                  <a:off x="5218538" y="5437174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6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0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2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4" name="Google Shape;584;p13"/>
                <p:cNvSpPr/>
                <p:nvPr/>
              </p:nvSpPr>
              <p:spPr>
                <a:xfrm>
                  <a:off x="5279724" y="5437079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6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2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6"/>
                        <a:pt x="18539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5" name="Google Shape;585;p13"/>
                <p:cNvSpPr/>
                <p:nvPr/>
              </p:nvSpPr>
              <p:spPr>
                <a:xfrm>
                  <a:off x="5318360" y="5411457"/>
                  <a:ext cx="54101" cy="9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1" h="91058" extrusionOk="0">
                      <a:moveTo>
                        <a:pt x="53530" y="54102"/>
                      </a:moveTo>
                      <a:lnTo>
                        <a:pt x="52578" y="58960"/>
                      </a:lnTo>
                      <a:cubicBezTo>
                        <a:pt x="52197" y="60484"/>
                        <a:pt x="51816" y="61531"/>
                        <a:pt x="50006" y="61531"/>
                      </a:cubicBezTo>
                      <a:lnTo>
                        <a:pt x="11239" y="61531"/>
                      </a:lnTo>
                      <a:lnTo>
                        <a:pt x="10858" y="62960"/>
                      </a:lnTo>
                      <a:cubicBezTo>
                        <a:pt x="10192" y="65627"/>
                        <a:pt x="9906" y="67913"/>
                        <a:pt x="9906" y="70009"/>
                      </a:cubicBezTo>
                      <a:cubicBezTo>
                        <a:pt x="9906" y="78677"/>
                        <a:pt x="15430" y="82391"/>
                        <a:pt x="24384" y="82391"/>
                      </a:cubicBezTo>
                      <a:cubicBezTo>
                        <a:pt x="31147" y="82391"/>
                        <a:pt x="38957" y="81534"/>
                        <a:pt x="44386" y="80772"/>
                      </a:cubicBezTo>
                      <a:lnTo>
                        <a:pt x="45053" y="80772"/>
                      </a:lnTo>
                      <a:cubicBezTo>
                        <a:pt x="46006" y="80772"/>
                        <a:pt x="46577" y="80963"/>
                        <a:pt x="46577" y="81915"/>
                      </a:cubicBezTo>
                      <a:lnTo>
                        <a:pt x="46577" y="82296"/>
                      </a:lnTo>
                      <a:lnTo>
                        <a:pt x="46577" y="82296"/>
                      </a:lnTo>
                      <a:cubicBezTo>
                        <a:pt x="46577" y="82296"/>
                        <a:pt x="45910" y="86392"/>
                        <a:pt x="45910" y="86392"/>
                      </a:cubicBezTo>
                      <a:cubicBezTo>
                        <a:pt x="45720" y="88011"/>
                        <a:pt x="45053" y="88678"/>
                        <a:pt x="43148" y="89059"/>
                      </a:cubicBezTo>
                      <a:cubicBezTo>
                        <a:pt x="36290" y="90297"/>
                        <a:pt x="30671" y="91059"/>
                        <a:pt x="22860" y="91059"/>
                      </a:cubicBezTo>
                      <a:cubicBezTo>
                        <a:pt x="11430" y="91059"/>
                        <a:pt x="0" y="85249"/>
                        <a:pt x="0" y="69628"/>
                      </a:cubicBezTo>
                      <a:cubicBezTo>
                        <a:pt x="0" y="67437"/>
                        <a:pt x="190" y="64961"/>
                        <a:pt x="667" y="62484"/>
                      </a:cubicBezTo>
                      <a:lnTo>
                        <a:pt x="2191" y="54388"/>
                      </a:lnTo>
                      <a:cubicBezTo>
                        <a:pt x="5620" y="36005"/>
                        <a:pt x="16478" y="25813"/>
                        <a:pt x="32861" y="25813"/>
                      </a:cubicBezTo>
                      <a:cubicBezTo>
                        <a:pt x="47244" y="25813"/>
                        <a:pt x="54102" y="35147"/>
                        <a:pt x="54102" y="47339"/>
                      </a:cubicBezTo>
                      <a:cubicBezTo>
                        <a:pt x="54102" y="49530"/>
                        <a:pt x="53911" y="51816"/>
                        <a:pt x="53435" y="54293"/>
                      </a:cubicBezTo>
                      <a:close/>
                      <a:moveTo>
                        <a:pt x="31528" y="34576"/>
                      </a:moveTo>
                      <a:cubicBezTo>
                        <a:pt x="21431" y="34576"/>
                        <a:pt x="14764" y="42577"/>
                        <a:pt x="12668" y="53245"/>
                      </a:cubicBezTo>
                      <a:lnTo>
                        <a:pt x="12668" y="53816"/>
                      </a:lnTo>
                      <a:cubicBezTo>
                        <a:pt x="12668" y="53816"/>
                        <a:pt x="43243" y="53816"/>
                        <a:pt x="43243" y="53816"/>
                      </a:cubicBezTo>
                      <a:lnTo>
                        <a:pt x="43243" y="53245"/>
                      </a:lnTo>
                      <a:cubicBezTo>
                        <a:pt x="43815" y="50959"/>
                        <a:pt x="44005" y="48768"/>
                        <a:pt x="44005" y="46863"/>
                      </a:cubicBezTo>
                      <a:cubicBezTo>
                        <a:pt x="44005" y="38672"/>
                        <a:pt x="39719" y="34576"/>
                        <a:pt x="31528" y="34576"/>
                      </a:cubicBezTo>
                      <a:close/>
                      <a:moveTo>
                        <a:pt x="52578" y="18002"/>
                      </a:moveTo>
                      <a:lnTo>
                        <a:pt x="46863" y="18002"/>
                      </a:lnTo>
                      <a:cubicBezTo>
                        <a:pt x="45625" y="18002"/>
                        <a:pt x="45244" y="17431"/>
                        <a:pt x="44386" y="16288"/>
                      </a:cubicBezTo>
                      <a:lnTo>
                        <a:pt x="36957" y="5048"/>
                      </a:lnTo>
                      <a:lnTo>
                        <a:pt x="25241" y="16288"/>
                      </a:lnTo>
                      <a:cubicBezTo>
                        <a:pt x="24098" y="17431"/>
                        <a:pt x="23622" y="18002"/>
                        <a:pt x="22384" y="18002"/>
                      </a:cubicBezTo>
                      <a:lnTo>
                        <a:pt x="16002" y="18002"/>
                      </a:lnTo>
                      <a:cubicBezTo>
                        <a:pt x="15430" y="18002"/>
                        <a:pt x="15049" y="17812"/>
                        <a:pt x="15049" y="17336"/>
                      </a:cubicBezTo>
                      <a:cubicBezTo>
                        <a:pt x="15049" y="16955"/>
                        <a:pt x="15240" y="16574"/>
                        <a:pt x="15716" y="16097"/>
                      </a:cubicBezTo>
                      <a:lnTo>
                        <a:pt x="29432" y="1715"/>
                      </a:lnTo>
                      <a:cubicBezTo>
                        <a:pt x="30671" y="476"/>
                        <a:pt x="31051" y="0"/>
                        <a:pt x="32480" y="0"/>
                      </a:cubicBezTo>
                      <a:lnTo>
                        <a:pt x="42291" y="0"/>
                      </a:lnTo>
                      <a:cubicBezTo>
                        <a:pt x="43720" y="0"/>
                        <a:pt x="44101" y="476"/>
                        <a:pt x="44958" y="1715"/>
                      </a:cubicBezTo>
                      <a:lnTo>
                        <a:pt x="53435" y="16097"/>
                      </a:lnTo>
                      <a:cubicBezTo>
                        <a:pt x="53435" y="16097"/>
                        <a:pt x="53626" y="16764"/>
                        <a:pt x="53626" y="17050"/>
                      </a:cubicBezTo>
                      <a:cubicBezTo>
                        <a:pt x="53626" y="17621"/>
                        <a:pt x="53245" y="18098"/>
                        <a:pt x="52483" y="18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6" name="Google Shape;586;p13"/>
                <p:cNvSpPr/>
                <p:nvPr/>
              </p:nvSpPr>
              <p:spPr>
                <a:xfrm>
                  <a:off x="5379725" y="5437079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6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8"/>
                        <a:pt x="45887" y="19622"/>
                        <a:pt x="45887" y="17716"/>
                      </a:cubicBezTo>
                      <a:cubicBezTo>
                        <a:pt x="45887" y="12192"/>
                        <a:pt x="43601" y="8954"/>
                        <a:pt x="35123" y="8954"/>
                      </a:cubicBezTo>
                      <a:cubicBezTo>
                        <a:pt x="30742" y="8954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7" name="Google Shape;587;p13"/>
                <p:cNvSpPr/>
                <p:nvPr/>
              </p:nvSpPr>
              <p:spPr>
                <a:xfrm>
                  <a:off x="5445995" y="5437079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4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3"/>
                        <a:pt x="12383" y="2809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8" name="Google Shape;588;p13"/>
                <p:cNvSpPr/>
                <p:nvPr/>
              </p:nvSpPr>
              <p:spPr>
                <a:xfrm>
                  <a:off x="5497828" y="541383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9" name="Google Shape;589;p13"/>
                <p:cNvSpPr/>
                <p:nvPr/>
              </p:nvSpPr>
              <p:spPr>
                <a:xfrm>
                  <a:off x="5525339" y="5437079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6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2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0" name="Google Shape;590;p13"/>
                <p:cNvSpPr/>
                <p:nvPr/>
              </p:nvSpPr>
              <p:spPr>
                <a:xfrm>
                  <a:off x="5619636" y="5414409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5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4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1" name="Google Shape;591;p13"/>
                <p:cNvSpPr/>
                <p:nvPr/>
              </p:nvSpPr>
              <p:spPr>
                <a:xfrm>
                  <a:off x="5682406" y="5437174"/>
                  <a:ext cx="5410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1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6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0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858"/>
                      </a:moveTo>
                      <a:cubicBezTo>
                        <a:pt x="21336" y="8858"/>
                        <a:pt x="14668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2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592" name="Google Shape;592;p13"/>
              <p:cNvGrpSpPr/>
              <p:nvPr/>
            </p:nvGrpSpPr>
            <p:grpSpPr>
              <a:xfrm>
                <a:off x="5138338" y="5559380"/>
                <a:ext cx="831789" cy="112299"/>
                <a:chOff x="5138338" y="5559380"/>
                <a:chExt cx="831789" cy="112299"/>
              </a:xfrm>
            </p:grpSpPr>
            <p:sp>
              <p:nvSpPr>
                <p:cNvPr id="593" name="Google Shape;593;p13"/>
                <p:cNvSpPr/>
                <p:nvPr/>
              </p:nvSpPr>
              <p:spPr>
                <a:xfrm>
                  <a:off x="5138338" y="5563095"/>
                  <a:ext cx="60151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87629" extrusionOk="0">
                      <a:moveTo>
                        <a:pt x="18669" y="21527"/>
                      </a:moveTo>
                      <a:lnTo>
                        <a:pt x="15907" y="37624"/>
                      </a:lnTo>
                      <a:lnTo>
                        <a:pt x="51435" y="37624"/>
                      </a:lnTo>
                      <a:cubicBezTo>
                        <a:pt x="52673" y="37624"/>
                        <a:pt x="53531" y="38195"/>
                        <a:pt x="53245" y="39910"/>
                      </a:cubicBezTo>
                      <a:lnTo>
                        <a:pt x="52578" y="44291"/>
                      </a:lnTo>
                      <a:cubicBezTo>
                        <a:pt x="52388" y="45529"/>
                        <a:pt x="51816" y="46577"/>
                        <a:pt x="49816" y="46577"/>
                      </a:cubicBezTo>
                      <a:lnTo>
                        <a:pt x="14288" y="46577"/>
                      </a:lnTo>
                      <a:lnTo>
                        <a:pt x="10954" y="66008"/>
                      </a:lnTo>
                      <a:cubicBezTo>
                        <a:pt x="10573" y="67818"/>
                        <a:pt x="10382" y="69342"/>
                        <a:pt x="10382" y="70771"/>
                      </a:cubicBezTo>
                      <a:cubicBezTo>
                        <a:pt x="10382" y="76009"/>
                        <a:pt x="13240" y="78105"/>
                        <a:pt x="23051" y="78105"/>
                      </a:cubicBezTo>
                      <a:lnTo>
                        <a:pt x="45053" y="78105"/>
                      </a:lnTo>
                      <a:cubicBezTo>
                        <a:pt x="46196" y="78105"/>
                        <a:pt x="46673" y="78295"/>
                        <a:pt x="46482" y="79534"/>
                      </a:cubicBezTo>
                      <a:lnTo>
                        <a:pt x="45434" y="85249"/>
                      </a:lnTo>
                      <a:cubicBezTo>
                        <a:pt x="45339" y="85916"/>
                        <a:pt x="45244" y="86678"/>
                        <a:pt x="44006" y="86868"/>
                      </a:cubicBezTo>
                      <a:cubicBezTo>
                        <a:pt x="40672" y="87249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59912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525"/>
                        <a:pt x="57531" y="9525"/>
                      </a:cubicBezTo>
                      <a:lnTo>
                        <a:pt x="35147" y="9525"/>
                      </a:lnTo>
                      <a:cubicBezTo>
                        <a:pt x="22860" y="9525"/>
                        <a:pt x="20193" y="12764"/>
                        <a:pt x="18669" y="2152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4" name="Google Shape;594;p13"/>
                <p:cNvSpPr/>
                <p:nvPr/>
              </p:nvSpPr>
              <p:spPr>
                <a:xfrm>
                  <a:off x="5199869" y="5562714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39"/>
                        <a:pt x="28003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2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1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4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3"/>
                        <a:pt x="34576" y="31718"/>
                        <a:pt x="30861" y="317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5" name="Google Shape;595;p13"/>
                <p:cNvSpPr/>
                <p:nvPr/>
              </p:nvSpPr>
              <p:spPr>
                <a:xfrm>
                  <a:off x="5264068" y="5586241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6" y="0"/>
                        <a:pt x="56198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8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5"/>
                      </a:lnTo>
                      <a:cubicBezTo>
                        <a:pt x="29242" y="62865"/>
                        <a:pt x="23812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0" y="41719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1"/>
                        <a:pt x="8668" y="0"/>
                        <a:pt x="9906" y="0"/>
                      </a:cubicBezTo>
                      <a:lnTo>
                        <a:pt x="15431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7" y="40386"/>
                      </a:lnTo>
                      <a:cubicBezTo>
                        <a:pt x="10001" y="42958"/>
                        <a:pt x="9811" y="45148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4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6" name="Google Shape;596;p13"/>
                <p:cNvSpPr/>
                <p:nvPr/>
              </p:nvSpPr>
              <p:spPr>
                <a:xfrm>
                  <a:off x="5327218" y="5585383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3"/>
                        <a:pt x="30290" y="8953"/>
                      </a:cubicBezTo>
                      <a:cubicBezTo>
                        <a:pt x="21050" y="8953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7" name="Google Shape;597;p13"/>
                <p:cNvSpPr/>
                <p:nvPr/>
              </p:nvSpPr>
              <p:spPr>
                <a:xfrm>
                  <a:off x="5377987" y="5585383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8" name="Google Shape;598;p13"/>
                <p:cNvSpPr/>
                <p:nvPr/>
              </p:nvSpPr>
              <p:spPr>
                <a:xfrm>
                  <a:off x="5440280" y="5585574"/>
                  <a:ext cx="48006" cy="8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6" h="86105" extrusionOk="0">
                      <a:moveTo>
                        <a:pt x="47816" y="3715"/>
                      </a:moveTo>
                      <a:lnTo>
                        <a:pt x="47149" y="7906"/>
                      </a:lnTo>
                      <a:cubicBezTo>
                        <a:pt x="46958" y="9049"/>
                        <a:pt x="45720" y="9620"/>
                        <a:pt x="44672" y="9620"/>
                      </a:cubicBezTo>
                      <a:lnTo>
                        <a:pt x="44291" y="9620"/>
                      </a:lnTo>
                      <a:cubicBezTo>
                        <a:pt x="39338" y="9049"/>
                        <a:pt x="35814" y="8858"/>
                        <a:pt x="30194" y="8858"/>
                      </a:cubicBezTo>
                      <a:cubicBezTo>
                        <a:pt x="20955" y="8858"/>
                        <a:pt x="14192" y="16192"/>
                        <a:pt x="12192" y="28099"/>
                      </a:cubicBezTo>
                      <a:lnTo>
                        <a:pt x="10668" y="37147"/>
                      </a:lnTo>
                      <a:cubicBezTo>
                        <a:pt x="10192" y="39814"/>
                        <a:pt x="10001" y="42005"/>
                        <a:pt x="10001" y="44101"/>
                      </a:cubicBezTo>
                      <a:cubicBezTo>
                        <a:pt x="10001" y="52864"/>
                        <a:pt x="14192" y="56388"/>
                        <a:pt x="21717" y="56388"/>
                      </a:cubicBezTo>
                      <a:cubicBezTo>
                        <a:pt x="27432" y="56388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2" y="64865"/>
                        <a:pt x="25718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2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8" y="0"/>
                        <a:pt x="42291" y="571"/>
                        <a:pt x="46006" y="1238"/>
                      </a:cubicBezTo>
                      <a:cubicBezTo>
                        <a:pt x="47435" y="1429"/>
                        <a:pt x="48006" y="1905"/>
                        <a:pt x="48006" y="2953"/>
                      </a:cubicBezTo>
                      <a:cubicBezTo>
                        <a:pt x="48006" y="3143"/>
                        <a:pt x="47911" y="3429"/>
                        <a:pt x="47911" y="3810"/>
                      </a:cubicBezTo>
                      <a:close/>
                      <a:moveTo>
                        <a:pt x="25813" y="69818"/>
                      </a:moveTo>
                      <a:lnTo>
                        <a:pt x="10097" y="84391"/>
                      </a:lnTo>
                      <a:cubicBezTo>
                        <a:pt x="8858" y="85534"/>
                        <a:pt x="8477" y="86106"/>
                        <a:pt x="7239" y="86106"/>
                      </a:cubicBezTo>
                      <a:lnTo>
                        <a:pt x="953" y="86106"/>
                      </a:lnTo>
                      <a:cubicBezTo>
                        <a:pt x="381" y="86106"/>
                        <a:pt x="0" y="85915"/>
                        <a:pt x="0" y="85439"/>
                      </a:cubicBezTo>
                      <a:cubicBezTo>
                        <a:pt x="0" y="85058"/>
                        <a:pt x="191" y="84677"/>
                        <a:pt x="667" y="84201"/>
                      </a:cubicBezTo>
                      <a:lnTo>
                        <a:pt x="14478" y="69818"/>
                      </a:lnTo>
                      <a:cubicBezTo>
                        <a:pt x="15716" y="68580"/>
                        <a:pt x="16193" y="68104"/>
                        <a:pt x="17621" y="68104"/>
                      </a:cubicBezTo>
                      <a:lnTo>
                        <a:pt x="25241" y="68104"/>
                      </a:lnTo>
                      <a:cubicBezTo>
                        <a:pt x="25908" y="68104"/>
                        <a:pt x="26384" y="68294"/>
                        <a:pt x="26384" y="68770"/>
                      </a:cubicBezTo>
                      <a:cubicBezTo>
                        <a:pt x="26384" y="68961"/>
                        <a:pt x="26289" y="69342"/>
                        <a:pt x="25813" y="6981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9" name="Google Shape;599;p13"/>
                <p:cNvSpPr/>
                <p:nvPr/>
              </p:nvSpPr>
              <p:spPr>
                <a:xfrm>
                  <a:off x="5491430" y="5559380"/>
                  <a:ext cx="58673" cy="91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73" h="91344" extrusionOk="0">
                      <a:moveTo>
                        <a:pt x="55245" y="31337"/>
                      </a:moveTo>
                      <a:lnTo>
                        <a:pt x="45244" y="88201"/>
                      </a:lnTo>
                      <a:cubicBezTo>
                        <a:pt x="45053" y="89440"/>
                        <a:pt x="43815" y="90488"/>
                        <a:pt x="42577" y="90488"/>
                      </a:cubicBezTo>
                      <a:lnTo>
                        <a:pt x="37909" y="90488"/>
                      </a:lnTo>
                      <a:cubicBezTo>
                        <a:pt x="36481" y="90488"/>
                        <a:pt x="36195" y="89725"/>
                        <a:pt x="36195" y="88678"/>
                      </a:cubicBezTo>
                      <a:lnTo>
                        <a:pt x="36195" y="88011"/>
                      </a:lnTo>
                      <a:lnTo>
                        <a:pt x="36767" y="84392"/>
                      </a:lnTo>
                      <a:cubicBezTo>
                        <a:pt x="29908" y="89249"/>
                        <a:pt x="25908" y="91345"/>
                        <a:pt x="18097" y="91345"/>
                      </a:cubicBezTo>
                      <a:cubicBezTo>
                        <a:pt x="8287" y="91345"/>
                        <a:pt x="0" y="85058"/>
                        <a:pt x="0" y="70866"/>
                      </a:cubicBezTo>
                      <a:cubicBezTo>
                        <a:pt x="0" y="68675"/>
                        <a:pt x="190" y="66389"/>
                        <a:pt x="667" y="63913"/>
                      </a:cubicBezTo>
                      <a:lnTo>
                        <a:pt x="2762" y="52483"/>
                      </a:lnTo>
                      <a:cubicBezTo>
                        <a:pt x="6382" y="32480"/>
                        <a:pt x="18955" y="26099"/>
                        <a:pt x="32861" y="26099"/>
                      </a:cubicBezTo>
                      <a:cubicBezTo>
                        <a:pt x="39814" y="26099"/>
                        <a:pt x="47244" y="27241"/>
                        <a:pt x="53150" y="28765"/>
                      </a:cubicBezTo>
                      <a:cubicBezTo>
                        <a:pt x="54673" y="29147"/>
                        <a:pt x="55245" y="29432"/>
                        <a:pt x="55245" y="30480"/>
                      </a:cubicBezTo>
                      <a:cubicBezTo>
                        <a:pt x="55245" y="30671"/>
                        <a:pt x="55245" y="31051"/>
                        <a:pt x="55150" y="31433"/>
                      </a:cubicBezTo>
                      <a:close/>
                      <a:moveTo>
                        <a:pt x="32956" y="34576"/>
                      </a:moveTo>
                      <a:cubicBezTo>
                        <a:pt x="21050" y="34576"/>
                        <a:pt x="15050" y="41148"/>
                        <a:pt x="12763" y="53435"/>
                      </a:cubicBezTo>
                      <a:lnTo>
                        <a:pt x="10668" y="65341"/>
                      </a:lnTo>
                      <a:cubicBezTo>
                        <a:pt x="10287" y="67056"/>
                        <a:pt x="10192" y="68961"/>
                        <a:pt x="10192" y="70675"/>
                      </a:cubicBezTo>
                      <a:cubicBezTo>
                        <a:pt x="10192" y="79629"/>
                        <a:pt x="14668" y="82677"/>
                        <a:pt x="20288" y="82677"/>
                      </a:cubicBezTo>
                      <a:cubicBezTo>
                        <a:pt x="25908" y="82677"/>
                        <a:pt x="30671" y="80200"/>
                        <a:pt x="37052" y="75914"/>
                      </a:cubicBezTo>
                      <a:lnTo>
                        <a:pt x="44101" y="35624"/>
                      </a:lnTo>
                      <a:cubicBezTo>
                        <a:pt x="40958" y="35052"/>
                        <a:pt x="37719" y="34481"/>
                        <a:pt x="32861" y="34481"/>
                      </a:cubicBezTo>
                      <a:close/>
                      <a:moveTo>
                        <a:pt x="58579" y="3239"/>
                      </a:moveTo>
                      <a:lnTo>
                        <a:pt x="58102" y="5905"/>
                      </a:lnTo>
                      <a:cubicBezTo>
                        <a:pt x="56674" y="13907"/>
                        <a:pt x="53626" y="18098"/>
                        <a:pt x="46292" y="18098"/>
                      </a:cubicBezTo>
                      <a:cubicBezTo>
                        <a:pt x="43720" y="18098"/>
                        <a:pt x="40196" y="17621"/>
                        <a:pt x="37529" y="15050"/>
                      </a:cubicBezTo>
                      <a:lnTo>
                        <a:pt x="32099" y="9906"/>
                      </a:lnTo>
                      <a:cubicBezTo>
                        <a:pt x="29813" y="7715"/>
                        <a:pt x="29242" y="7334"/>
                        <a:pt x="27813" y="7334"/>
                      </a:cubicBezTo>
                      <a:cubicBezTo>
                        <a:pt x="25051" y="7334"/>
                        <a:pt x="23622" y="9144"/>
                        <a:pt x="23146" y="12668"/>
                      </a:cubicBezTo>
                      <a:lnTo>
                        <a:pt x="22765" y="15145"/>
                      </a:lnTo>
                      <a:cubicBezTo>
                        <a:pt x="22669" y="16192"/>
                        <a:pt x="21812" y="17145"/>
                        <a:pt x="20764" y="17145"/>
                      </a:cubicBezTo>
                      <a:lnTo>
                        <a:pt x="16859" y="17145"/>
                      </a:lnTo>
                      <a:cubicBezTo>
                        <a:pt x="15907" y="17145"/>
                        <a:pt x="15335" y="16478"/>
                        <a:pt x="15335" y="15526"/>
                      </a:cubicBezTo>
                      <a:lnTo>
                        <a:pt x="15335" y="15145"/>
                      </a:lnTo>
                      <a:lnTo>
                        <a:pt x="15716" y="12668"/>
                      </a:lnTo>
                      <a:cubicBezTo>
                        <a:pt x="16954" y="3429"/>
                        <a:pt x="21526" y="0"/>
                        <a:pt x="27813" y="0"/>
                      </a:cubicBezTo>
                      <a:cubicBezTo>
                        <a:pt x="31242" y="0"/>
                        <a:pt x="33338" y="953"/>
                        <a:pt x="36385" y="3620"/>
                      </a:cubicBezTo>
                      <a:lnTo>
                        <a:pt x="42672" y="9335"/>
                      </a:lnTo>
                      <a:cubicBezTo>
                        <a:pt x="43720" y="10287"/>
                        <a:pt x="45339" y="10954"/>
                        <a:pt x="46387" y="10954"/>
                      </a:cubicBezTo>
                      <a:cubicBezTo>
                        <a:pt x="48673" y="10954"/>
                        <a:pt x="50101" y="9811"/>
                        <a:pt x="50768" y="5810"/>
                      </a:cubicBezTo>
                      <a:lnTo>
                        <a:pt x="51244" y="3143"/>
                      </a:lnTo>
                      <a:cubicBezTo>
                        <a:pt x="51435" y="2096"/>
                        <a:pt x="52197" y="1143"/>
                        <a:pt x="53245" y="1143"/>
                      </a:cubicBezTo>
                      <a:lnTo>
                        <a:pt x="57150" y="1143"/>
                      </a:lnTo>
                      <a:cubicBezTo>
                        <a:pt x="58102" y="1143"/>
                        <a:pt x="58674" y="1810"/>
                        <a:pt x="58674" y="2762"/>
                      </a:cubicBezTo>
                      <a:lnTo>
                        <a:pt x="58674" y="314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0" name="Google Shape;600;p13"/>
                <p:cNvSpPr/>
                <p:nvPr/>
              </p:nvSpPr>
              <p:spPr>
                <a:xfrm>
                  <a:off x="5554104" y="5585383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3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1" name="Google Shape;601;p13"/>
                <p:cNvSpPr/>
                <p:nvPr/>
              </p:nvSpPr>
              <p:spPr>
                <a:xfrm>
                  <a:off x="5648497" y="5563095"/>
                  <a:ext cx="66770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70" h="87725" extrusionOk="0">
                      <a:moveTo>
                        <a:pt x="66389" y="24193"/>
                      </a:moveTo>
                      <a:cubicBezTo>
                        <a:pt x="64579" y="33909"/>
                        <a:pt x="59246" y="39338"/>
                        <a:pt x="50864" y="42386"/>
                      </a:cubicBezTo>
                      <a:cubicBezTo>
                        <a:pt x="57150" y="44958"/>
                        <a:pt x="60579" y="50864"/>
                        <a:pt x="60579" y="57721"/>
                      </a:cubicBezTo>
                      <a:cubicBezTo>
                        <a:pt x="60579" y="58865"/>
                        <a:pt x="60579" y="60007"/>
                        <a:pt x="60008" y="63151"/>
                      </a:cubicBezTo>
                      <a:cubicBezTo>
                        <a:pt x="56483" y="82867"/>
                        <a:pt x="41624" y="87725"/>
                        <a:pt x="21908" y="87725"/>
                      </a:cubicBezTo>
                      <a:cubicBezTo>
                        <a:pt x="14288" y="87725"/>
                        <a:pt x="7429" y="87344"/>
                        <a:pt x="3143" y="86678"/>
                      </a:cubicBezTo>
                      <a:cubicBezTo>
                        <a:pt x="953" y="86296"/>
                        <a:pt x="0" y="85534"/>
                        <a:pt x="0" y="83629"/>
                      </a:cubicBezTo>
                      <a:cubicBezTo>
                        <a:pt x="0" y="83249"/>
                        <a:pt x="0" y="82867"/>
                        <a:pt x="95" y="82391"/>
                      </a:cubicBezTo>
                      <a:lnTo>
                        <a:pt x="13621" y="5239"/>
                      </a:lnTo>
                      <a:cubicBezTo>
                        <a:pt x="14097" y="2572"/>
                        <a:pt x="15716" y="1333"/>
                        <a:pt x="18098" y="953"/>
                      </a:cubicBezTo>
                      <a:cubicBezTo>
                        <a:pt x="22003" y="476"/>
                        <a:pt x="29147" y="0"/>
                        <a:pt x="36671" y="0"/>
                      </a:cubicBezTo>
                      <a:cubicBezTo>
                        <a:pt x="53626" y="0"/>
                        <a:pt x="66770" y="4953"/>
                        <a:pt x="66770" y="18288"/>
                      </a:cubicBezTo>
                      <a:lnTo>
                        <a:pt x="66770" y="20383"/>
                      </a:lnTo>
                      <a:cubicBezTo>
                        <a:pt x="66770" y="21050"/>
                        <a:pt x="66770" y="21622"/>
                        <a:pt x="66294" y="24193"/>
                      </a:cubicBezTo>
                      <a:close/>
                      <a:moveTo>
                        <a:pt x="35052" y="46387"/>
                      </a:moveTo>
                      <a:lnTo>
                        <a:pt x="17240" y="46387"/>
                      </a:lnTo>
                      <a:lnTo>
                        <a:pt x="11525" y="78200"/>
                      </a:lnTo>
                      <a:cubicBezTo>
                        <a:pt x="15335" y="78295"/>
                        <a:pt x="19431" y="78677"/>
                        <a:pt x="23432" y="78677"/>
                      </a:cubicBezTo>
                      <a:cubicBezTo>
                        <a:pt x="37814" y="78677"/>
                        <a:pt x="47339" y="75533"/>
                        <a:pt x="49530" y="63055"/>
                      </a:cubicBezTo>
                      <a:cubicBezTo>
                        <a:pt x="50102" y="59912"/>
                        <a:pt x="50102" y="58865"/>
                        <a:pt x="50102" y="57721"/>
                      </a:cubicBezTo>
                      <a:cubicBezTo>
                        <a:pt x="50102" y="51435"/>
                        <a:pt x="46577" y="46387"/>
                        <a:pt x="35052" y="46387"/>
                      </a:cubicBezTo>
                      <a:close/>
                      <a:moveTo>
                        <a:pt x="56388" y="19336"/>
                      </a:moveTo>
                      <a:cubicBezTo>
                        <a:pt x="56388" y="10763"/>
                        <a:pt x="48006" y="8954"/>
                        <a:pt x="35338" y="8954"/>
                      </a:cubicBezTo>
                      <a:cubicBezTo>
                        <a:pt x="31433" y="8954"/>
                        <a:pt x="26956" y="9144"/>
                        <a:pt x="23717" y="9334"/>
                      </a:cubicBezTo>
                      <a:lnTo>
                        <a:pt x="18574" y="38100"/>
                      </a:lnTo>
                      <a:lnTo>
                        <a:pt x="36386" y="38100"/>
                      </a:lnTo>
                      <a:cubicBezTo>
                        <a:pt x="49816" y="38100"/>
                        <a:pt x="54483" y="31623"/>
                        <a:pt x="55817" y="24289"/>
                      </a:cubicBezTo>
                      <a:cubicBezTo>
                        <a:pt x="56293" y="21812"/>
                        <a:pt x="56293" y="21241"/>
                        <a:pt x="56293" y="20669"/>
                      </a:cubicBezTo>
                      <a:lnTo>
                        <a:pt x="56293" y="1943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2" name="Google Shape;602;p13"/>
                <p:cNvSpPr/>
                <p:nvPr/>
              </p:nvSpPr>
              <p:spPr>
                <a:xfrm>
                  <a:off x="5718696" y="5559761"/>
                  <a:ext cx="56102" cy="9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02" h="90963" extrusionOk="0">
                      <a:moveTo>
                        <a:pt x="55245" y="30956"/>
                      </a:moveTo>
                      <a:lnTo>
                        <a:pt x="45244" y="87820"/>
                      </a:lnTo>
                      <a:cubicBezTo>
                        <a:pt x="45053" y="89059"/>
                        <a:pt x="43815" y="90107"/>
                        <a:pt x="42577" y="90107"/>
                      </a:cubicBezTo>
                      <a:lnTo>
                        <a:pt x="37909" y="90107"/>
                      </a:lnTo>
                      <a:cubicBezTo>
                        <a:pt x="36481" y="90107"/>
                        <a:pt x="36195" y="89344"/>
                        <a:pt x="36195" y="88297"/>
                      </a:cubicBezTo>
                      <a:lnTo>
                        <a:pt x="36195" y="87630"/>
                      </a:lnTo>
                      <a:lnTo>
                        <a:pt x="36767" y="84011"/>
                      </a:lnTo>
                      <a:cubicBezTo>
                        <a:pt x="29908" y="88868"/>
                        <a:pt x="25908" y="90964"/>
                        <a:pt x="18097" y="90964"/>
                      </a:cubicBezTo>
                      <a:cubicBezTo>
                        <a:pt x="8287" y="90964"/>
                        <a:pt x="0" y="84677"/>
                        <a:pt x="0" y="70485"/>
                      </a:cubicBezTo>
                      <a:cubicBezTo>
                        <a:pt x="0" y="68294"/>
                        <a:pt x="190" y="66008"/>
                        <a:pt x="667" y="63532"/>
                      </a:cubicBezTo>
                      <a:lnTo>
                        <a:pt x="2762" y="52102"/>
                      </a:lnTo>
                      <a:cubicBezTo>
                        <a:pt x="6382" y="32099"/>
                        <a:pt x="18955" y="25718"/>
                        <a:pt x="32861" y="25718"/>
                      </a:cubicBezTo>
                      <a:cubicBezTo>
                        <a:pt x="39814" y="25718"/>
                        <a:pt x="47244" y="26860"/>
                        <a:pt x="53150" y="28384"/>
                      </a:cubicBezTo>
                      <a:cubicBezTo>
                        <a:pt x="54673" y="28766"/>
                        <a:pt x="55245" y="29051"/>
                        <a:pt x="55245" y="30099"/>
                      </a:cubicBezTo>
                      <a:cubicBezTo>
                        <a:pt x="55245" y="30290"/>
                        <a:pt x="55245" y="30670"/>
                        <a:pt x="55150" y="31052"/>
                      </a:cubicBezTo>
                      <a:close/>
                      <a:moveTo>
                        <a:pt x="32956" y="34195"/>
                      </a:moveTo>
                      <a:cubicBezTo>
                        <a:pt x="21050" y="34195"/>
                        <a:pt x="15050" y="40767"/>
                        <a:pt x="12763" y="53054"/>
                      </a:cubicBezTo>
                      <a:lnTo>
                        <a:pt x="10668" y="64960"/>
                      </a:lnTo>
                      <a:cubicBezTo>
                        <a:pt x="10287" y="66675"/>
                        <a:pt x="10192" y="68580"/>
                        <a:pt x="10192" y="70294"/>
                      </a:cubicBezTo>
                      <a:cubicBezTo>
                        <a:pt x="10192" y="79248"/>
                        <a:pt x="14668" y="82296"/>
                        <a:pt x="20288" y="82296"/>
                      </a:cubicBezTo>
                      <a:cubicBezTo>
                        <a:pt x="25908" y="82296"/>
                        <a:pt x="30671" y="79819"/>
                        <a:pt x="37052" y="75533"/>
                      </a:cubicBezTo>
                      <a:lnTo>
                        <a:pt x="44101" y="35243"/>
                      </a:lnTo>
                      <a:cubicBezTo>
                        <a:pt x="40957" y="34671"/>
                        <a:pt x="37719" y="34100"/>
                        <a:pt x="32861" y="34100"/>
                      </a:cubicBezTo>
                      <a:close/>
                      <a:moveTo>
                        <a:pt x="55531" y="1715"/>
                      </a:moveTo>
                      <a:lnTo>
                        <a:pt x="39814" y="16288"/>
                      </a:lnTo>
                      <a:cubicBezTo>
                        <a:pt x="38576" y="17431"/>
                        <a:pt x="38195" y="18002"/>
                        <a:pt x="36957" y="18002"/>
                      </a:cubicBezTo>
                      <a:lnTo>
                        <a:pt x="30671" y="18002"/>
                      </a:lnTo>
                      <a:cubicBezTo>
                        <a:pt x="30099" y="18002"/>
                        <a:pt x="29718" y="17812"/>
                        <a:pt x="29718" y="17335"/>
                      </a:cubicBezTo>
                      <a:cubicBezTo>
                        <a:pt x="29718" y="16955"/>
                        <a:pt x="29908" y="16573"/>
                        <a:pt x="30385" y="16097"/>
                      </a:cubicBezTo>
                      <a:lnTo>
                        <a:pt x="44291" y="1715"/>
                      </a:lnTo>
                      <a:cubicBezTo>
                        <a:pt x="45529" y="476"/>
                        <a:pt x="45910" y="0"/>
                        <a:pt x="47339" y="0"/>
                      </a:cubicBezTo>
                      <a:lnTo>
                        <a:pt x="54959" y="0"/>
                      </a:lnTo>
                      <a:cubicBezTo>
                        <a:pt x="55626" y="0"/>
                        <a:pt x="56102" y="191"/>
                        <a:pt x="56102" y="667"/>
                      </a:cubicBezTo>
                      <a:cubicBezTo>
                        <a:pt x="56102" y="857"/>
                        <a:pt x="56007" y="1238"/>
                        <a:pt x="55531" y="17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3" name="Google Shape;603;p13"/>
                <p:cNvSpPr/>
                <p:nvPr/>
              </p:nvSpPr>
              <p:spPr>
                <a:xfrm>
                  <a:off x="5777538" y="5585383"/>
                  <a:ext cx="50696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246" extrusionOk="0">
                      <a:moveTo>
                        <a:pt x="48886" y="1524"/>
                      </a:moveTo>
                      <a:cubicBezTo>
                        <a:pt x="50600" y="1905"/>
                        <a:pt x="50886" y="2191"/>
                        <a:pt x="50600" y="3810"/>
                      </a:cubicBezTo>
                      <a:lnTo>
                        <a:pt x="50029" y="7620"/>
                      </a:lnTo>
                      <a:cubicBezTo>
                        <a:pt x="49838" y="9049"/>
                        <a:pt x="49076" y="9811"/>
                        <a:pt x="47362" y="9620"/>
                      </a:cubicBezTo>
                      <a:cubicBezTo>
                        <a:pt x="43457" y="9144"/>
                        <a:pt x="36789" y="8668"/>
                        <a:pt x="30312" y="8668"/>
                      </a:cubicBezTo>
                      <a:cubicBezTo>
                        <a:pt x="24978" y="8668"/>
                        <a:pt x="18120" y="10192"/>
                        <a:pt x="18120" y="16859"/>
                      </a:cubicBezTo>
                      <a:cubicBezTo>
                        <a:pt x="18120" y="19717"/>
                        <a:pt x="20406" y="22003"/>
                        <a:pt x="24407" y="24479"/>
                      </a:cubicBezTo>
                      <a:lnTo>
                        <a:pt x="34694" y="31337"/>
                      </a:lnTo>
                      <a:cubicBezTo>
                        <a:pt x="42695" y="36671"/>
                        <a:pt x="44981" y="40767"/>
                        <a:pt x="44981" y="46863"/>
                      </a:cubicBezTo>
                      <a:cubicBezTo>
                        <a:pt x="44981" y="60579"/>
                        <a:pt x="32789" y="65246"/>
                        <a:pt x="20120" y="65246"/>
                      </a:cubicBezTo>
                      <a:cubicBezTo>
                        <a:pt x="15263" y="65246"/>
                        <a:pt x="7166" y="64770"/>
                        <a:pt x="2023" y="63532"/>
                      </a:cubicBezTo>
                      <a:cubicBezTo>
                        <a:pt x="880" y="63341"/>
                        <a:pt x="-168" y="62484"/>
                        <a:pt x="23" y="61246"/>
                      </a:cubicBezTo>
                      <a:lnTo>
                        <a:pt x="689" y="57150"/>
                      </a:lnTo>
                      <a:cubicBezTo>
                        <a:pt x="1070" y="55626"/>
                        <a:pt x="1642" y="55150"/>
                        <a:pt x="3547" y="55435"/>
                      </a:cubicBezTo>
                      <a:cubicBezTo>
                        <a:pt x="8976" y="56102"/>
                        <a:pt x="17358" y="56674"/>
                        <a:pt x="21454" y="56674"/>
                      </a:cubicBezTo>
                      <a:cubicBezTo>
                        <a:pt x="28312" y="56674"/>
                        <a:pt x="34503" y="54197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1"/>
                      </a:cubicBezTo>
                      <a:lnTo>
                        <a:pt x="17358" y="31814"/>
                      </a:lnTo>
                      <a:cubicBezTo>
                        <a:pt x="10976" y="27622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4" name="Google Shape;604;p13"/>
                <p:cNvSpPr/>
                <p:nvPr/>
              </p:nvSpPr>
              <p:spPr>
                <a:xfrm>
                  <a:off x="5834918" y="5562142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8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9" y="0"/>
                        <a:pt x="17223" y="0"/>
                      </a:cubicBezTo>
                      <a:lnTo>
                        <a:pt x="23128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5" name="Google Shape;605;p13"/>
                <p:cNvSpPr/>
                <p:nvPr/>
              </p:nvSpPr>
              <p:spPr>
                <a:xfrm>
                  <a:off x="5864047" y="5585383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3"/>
                        <a:pt x="30290" y="8953"/>
                      </a:cubicBezTo>
                      <a:cubicBezTo>
                        <a:pt x="21050" y="8953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6" name="Google Shape;606;p13"/>
                <p:cNvSpPr/>
                <p:nvPr/>
              </p:nvSpPr>
              <p:spPr>
                <a:xfrm>
                  <a:off x="5914816" y="5585383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07" name="Google Shape;607;p13"/>
              <p:cNvGrpSpPr/>
              <p:nvPr/>
            </p:nvGrpSpPr>
            <p:grpSpPr>
              <a:xfrm>
                <a:off x="5117383" y="5711780"/>
                <a:ext cx="660625" cy="88678"/>
                <a:chOff x="5117383" y="5711780"/>
                <a:chExt cx="660625" cy="88678"/>
              </a:xfrm>
            </p:grpSpPr>
            <p:sp>
              <p:nvSpPr>
                <p:cNvPr id="608" name="Google Shape;608;p13"/>
                <p:cNvSpPr/>
                <p:nvPr/>
              </p:nvSpPr>
              <p:spPr>
                <a:xfrm>
                  <a:off x="5117383" y="57352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337" y="8763"/>
                      </a:moveTo>
                      <a:cubicBezTo>
                        <a:pt x="21241" y="8763"/>
                        <a:pt x="14573" y="16764"/>
                        <a:pt x="12478" y="27432"/>
                      </a:cubicBezTo>
                      <a:lnTo>
                        <a:pt x="12478" y="28003"/>
                      </a:lnTo>
                      <a:cubicBezTo>
                        <a:pt x="12478" y="28003"/>
                        <a:pt x="43053" y="28003"/>
                        <a:pt x="43053" y="28003"/>
                      </a:cubicBezTo>
                      <a:lnTo>
                        <a:pt x="43053" y="27432"/>
                      </a:lnTo>
                      <a:cubicBezTo>
                        <a:pt x="43625" y="25146"/>
                        <a:pt x="43815" y="22955"/>
                        <a:pt x="43815" y="21050"/>
                      </a:cubicBezTo>
                      <a:cubicBezTo>
                        <a:pt x="43815" y="12859"/>
                        <a:pt x="39529" y="8763"/>
                        <a:pt x="31337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9" name="Google Shape;609;p13"/>
                <p:cNvSpPr/>
                <p:nvPr/>
              </p:nvSpPr>
              <p:spPr>
                <a:xfrm>
                  <a:off x="5214252" y="5712637"/>
                  <a:ext cx="61177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7" h="87725" extrusionOk="0">
                      <a:moveTo>
                        <a:pt x="59531" y="1905"/>
                      </a:moveTo>
                      <a:cubicBezTo>
                        <a:pt x="60484" y="2000"/>
                        <a:pt x="61341" y="2286"/>
                        <a:pt x="61150" y="3429"/>
                      </a:cubicBezTo>
                      <a:lnTo>
                        <a:pt x="60103" y="9335"/>
                      </a:lnTo>
                      <a:cubicBezTo>
                        <a:pt x="60008" y="10382"/>
                        <a:pt x="59531" y="10763"/>
                        <a:pt x="58102" y="10573"/>
                      </a:cubicBezTo>
                      <a:cubicBezTo>
                        <a:pt x="54007" y="10192"/>
                        <a:pt x="45625" y="9525"/>
                        <a:pt x="38862" y="9525"/>
                      </a:cubicBezTo>
                      <a:cubicBezTo>
                        <a:pt x="27527" y="9525"/>
                        <a:pt x="17526" y="16288"/>
                        <a:pt x="14097" y="35814"/>
                      </a:cubicBezTo>
                      <a:lnTo>
                        <a:pt x="11240" y="51911"/>
                      </a:lnTo>
                      <a:cubicBezTo>
                        <a:pt x="10668" y="55150"/>
                        <a:pt x="10477" y="57912"/>
                        <a:pt x="10477" y="60484"/>
                      </a:cubicBezTo>
                      <a:cubicBezTo>
                        <a:pt x="10477" y="73438"/>
                        <a:pt x="17335" y="78200"/>
                        <a:pt x="26765" y="78200"/>
                      </a:cubicBezTo>
                      <a:cubicBezTo>
                        <a:pt x="33338" y="78200"/>
                        <a:pt x="41910" y="77534"/>
                        <a:pt x="46101" y="77248"/>
                      </a:cubicBezTo>
                      <a:cubicBezTo>
                        <a:pt x="47911" y="77153"/>
                        <a:pt x="48292" y="77629"/>
                        <a:pt x="48101" y="79153"/>
                      </a:cubicBezTo>
                      <a:lnTo>
                        <a:pt x="47339" y="83915"/>
                      </a:lnTo>
                      <a:cubicBezTo>
                        <a:pt x="47149" y="85344"/>
                        <a:pt x="46673" y="85916"/>
                        <a:pt x="44577" y="86201"/>
                      </a:cubicBezTo>
                      <a:cubicBezTo>
                        <a:pt x="39624" y="87154"/>
                        <a:pt x="34957" y="87725"/>
                        <a:pt x="25146" y="87725"/>
                      </a:cubicBezTo>
                      <a:cubicBezTo>
                        <a:pt x="13430" y="87725"/>
                        <a:pt x="0" y="80867"/>
                        <a:pt x="0" y="61151"/>
                      </a:cubicBezTo>
                      <a:cubicBezTo>
                        <a:pt x="0" y="58388"/>
                        <a:pt x="191" y="55245"/>
                        <a:pt x="762" y="51911"/>
                      </a:cubicBezTo>
                      <a:lnTo>
                        <a:pt x="3620" y="35814"/>
                      </a:lnTo>
                      <a:cubicBezTo>
                        <a:pt x="8954" y="6382"/>
                        <a:pt x="25718" y="0"/>
                        <a:pt x="40481" y="0"/>
                      </a:cubicBezTo>
                      <a:cubicBezTo>
                        <a:pt x="47816" y="0"/>
                        <a:pt x="54578" y="1048"/>
                        <a:pt x="59627" y="18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0" name="Google Shape;610;p13"/>
                <p:cNvSpPr/>
                <p:nvPr/>
              </p:nvSpPr>
              <p:spPr>
                <a:xfrm>
                  <a:off x="5273974" y="57350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13"/>
                <p:cNvSpPr/>
                <p:nvPr/>
              </p:nvSpPr>
              <p:spPr>
                <a:xfrm>
                  <a:off x="5335434" y="5735116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3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4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7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9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13"/>
                <p:cNvSpPr/>
                <p:nvPr/>
              </p:nvSpPr>
              <p:spPr>
                <a:xfrm>
                  <a:off x="5401177" y="5721281"/>
                  <a:ext cx="39073" cy="79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73" h="79081" extrusionOk="0">
                      <a:moveTo>
                        <a:pt x="37199" y="14598"/>
                      </a:moveTo>
                      <a:cubicBezTo>
                        <a:pt x="38627" y="14598"/>
                        <a:pt x="39294" y="15264"/>
                        <a:pt x="39008" y="16884"/>
                      </a:cubicBezTo>
                      <a:lnTo>
                        <a:pt x="38342" y="20789"/>
                      </a:lnTo>
                      <a:cubicBezTo>
                        <a:pt x="37961" y="22884"/>
                        <a:pt x="36913" y="23075"/>
                        <a:pt x="35675" y="23075"/>
                      </a:cubicBezTo>
                      <a:lnTo>
                        <a:pt x="23197" y="23075"/>
                      </a:lnTo>
                      <a:lnTo>
                        <a:pt x="16053" y="63747"/>
                      </a:lnTo>
                      <a:cubicBezTo>
                        <a:pt x="15863" y="65175"/>
                        <a:pt x="15672" y="66223"/>
                        <a:pt x="15672" y="67080"/>
                      </a:cubicBezTo>
                      <a:cubicBezTo>
                        <a:pt x="15672" y="70414"/>
                        <a:pt x="17291" y="70795"/>
                        <a:pt x="21006" y="70795"/>
                      </a:cubicBezTo>
                      <a:lnTo>
                        <a:pt x="28055" y="70795"/>
                      </a:lnTo>
                      <a:cubicBezTo>
                        <a:pt x="29293" y="70795"/>
                        <a:pt x="29864" y="71176"/>
                        <a:pt x="29674" y="72414"/>
                      </a:cubicBezTo>
                      <a:lnTo>
                        <a:pt x="29007" y="76510"/>
                      </a:lnTo>
                      <a:cubicBezTo>
                        <a:pt x="28817" y="77558"/>
                        <a:pt x="28245" y="78225"/>
                        <a:pt x="26531" y="78510"/>
                      </a:cubicBezTo>
                      <a:cubicBezTo>
                        <a:pt x="24245" y="78891"/>
                        <a:pt x="21387" y="79082"/>
                        <a:pt x="19196" y="79082"/>
                      </a:cubicBezTo>
                      <a:cubicBezTo>
                        <a:pt x="11291" y="79082"/>
                        <a:pt x="5290" y="76034"/>
                        <a:pt x="5290" y="68033"/>
                      </a:cubicBezTo>
                      <a:cubicBezTo>
                        <a:pt x="5290" y="66509"/>
                        <a:pt x="5385" y="65366"/>
                        <a:pt x="5766" y="63556"/>
                      </a:cubicBezTo>
                      <a:lnTo>
                        <a:pt x="12910" y="23170"/>
                      </a:lnTo>
                      <a:lnTo>
                        <a:pt x="1861" y="21932"/>
                      </a:lnTo>
                      <a:cubicBezTo>
                        <a:pt x="718" y="21837"/>
                        <a:pt x="-235" y="20979"/>
                        <a:pt x="51" y="19836"/>
                      </a:cubicBezTo>
                      <a:lnTo>
                        <a:pt x="623" y="16693"/>
                      </a:lnTo>
                      <a:cubicBezTo>
                        <a:pt x="1004" y="15074"/>
                        <a:pt x="1861" y="14598"/>
                        <a:pt x="3194" y="14598"/>
                      </a:cubicBezTo>
                      <a:lnTo>
                        <a:pt x="14434" y="14598"/>
                      </a:lnTo>
                      <a:lnTo>
                        <a:pt x="16244" y="3263"/>
                      </a:lnTo>
                      <a:cubicBezTo>
                        <a:pt x="16434" y="2120"/>
                        <a:pt x="17482" y="1167"/>
                        <a:pt x="18815" y="977"/>
                      </a:cubicBezTo>
                      <a:lnTo>
                        <a:pt x="24911" y="24"/>
                      </a:lnTo>
                      <a:cubicBezTo>
                        <a:pt x="26531" y="-166"/>
                        <a:pt x="26912" y="786"/>
                        <a:pt x="26626" y="2025"/>
                      </a:cubicBezTo>
                      <a:lnTo>
                        <a:pt x="24530" y="14693"/>
                      </a:lnTo>
                      <a:lnTo>
                        <a:pt x="37008" y="146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p13"/>
                <p:cNvSpPr/>
                <p:nvPr/>
              </p:nvSpPr>
              <p:spPr>
                <a:xfrm>
                  <a:off x="5442298" y="5711780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4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7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4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13"/>
                <p:cNvSpPr/>
                <p:nvPr/>
              </p:nvSpPr>
              <p:spPr>
                <a:xfrm>
                  <a:off x="5469736" y="5735116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" name="Google Shape;615;p13"/>
                <p:cNvSpPr/>
                <p:nvPr/>
              </p:nvSpPr>
              <p:spPr>
                <a:xfrm>
                  <a:off x="5537340" y="5735878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8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6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1" y="41720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2"/>
                        <a:pt x="8668" y="0"/>
                        <a:pt x="9906" y="0"/>
                      </a:cubicBezTo>
                      <a:lnTo>
                        <a:pt x="15431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8" y="40386"/>
                      </a:lnTo>
                      <a:cubicBezTo>
                        <a:pt x="10001" y="42958"/>
                        <a:pt x="9811" y="45149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5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13"/>
                <p:cNvSpPr/>
                <p:nvPr/>
              </p:nvSpPr>
              <p:spPr>
                <a:xfrm>
                  <a:off x="5598967" y="5735116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" name="Google Shape;617;p13"/>
                <p:cNvSpPr/>
                <p:nvPr/>
              </p:nvSpPr>
              <p:spPr>
                <a:xfrm>
                  <a:off x="5661546" y="5712447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1"/>
                        <a:pt x="50959" y="0"/>
                        <a:pt x="52197" y="0"/>
                      </a:cubicBezTo>
                      <a:close/>
                      <a:moveTo>
                        <a:pt x="30861" y="31528"/>
                      </a:moveTo>
                      <a:cubicBezTo>
                        <a:pt x="19526" y="31528"/>
                        <a:pt x="14383" y="39719"/>
                        <a:pt x="12287" y="50959"/>
                      </a:cubicBezTo>
                      <a:lnTo>
                        <a:pt x="10763" y="59341"/>
                      </a:lnTo>
                      <a:cubicBezTo>
                        <a:pt x="10287" y="62103"/>
                        <a:pt x="10001" y="64675"/>
                        <a:pt x="10001" y="66866"/>
                      </a:cubicBezTo>
                      <a:cubicBezTo>
                        <a:pt x="10001" y="74771"/>
                        <a:pt x="13430" y="79057"/>
                        <a:pt x="22384" y="79057"/>
                      </a:cubicBezTo>
                      <a:cubicBezTo>
                        <a:pt x="26289" y="79057"/>
                        <a:pt x="32004" y="78676"/>
                        <a:pt x="36100" y="78391"/>
                      </a:cubicBezTo>
                      <a:lnTo>
                        <a:pt x="44196" y="32385"/>
                      </a:lnTo>
                      <a:cubicBezTo>
                        <a:pt x="40481" y="31718"/>
                        <a:pt x="34576" y="31528"/>
                        <a:pt x="30861" y="3152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8" name="Google Shape;618;p13"/>
                <p:cNvSpPr/>
                <p:nvPr/>
              </p:nvSpPr>
              <p:spPr>
                <a:xfrm>
                  <a:off x="5722697" y="5735116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19" name="Google Shape;619;p13"/>
          <p:cNvGrpSpPr/>
          <p:nvPr/>
        </p:nvGrpSpPr>
        <p:grpSpPr>
          <a:xfrm>
            <a:off x="8874691" y="5377135"/>
            <a:ext cx="1516761" cy="409860"/>
            <a:chOff x="8890781" y="5406695"/>
            <a:chExt cx="1516761" cy="409860"/>
          </a:xfrm>
        </p:grpSpPr>
        <p:grpSp>
          <p:nvGrpSpPr>
            <p:cNvPr id="620" name="Google Shape;620;p13"/>
            <p:cNvGrpSpPr/>
            <p:nvPr/>
          </p:nvGrpSpPr>
          <p:grpSpPr>
            <a:xfrm>
              <a:off x="8890781" y="5407647"/>
              <a:ext cx="768167" cy="400526"/>
              <a:chOff x="8890781" y="5407647"/>
              <a:chExt cx="768167" cy="400526"/>
            </a:xfrm>
          </p:grpSpPr>
          <p:sp>
            <p:nvSpPr>
              <p:cNvPr id="621" name="Google Shape;621;p13"/>
              <p:cNvSpPr/>
              <p:nvPr/>
            </p:nvSpPr>
            <p:spPr>
              <a:xfrm>
                <a:off x="8890781" y="5407647"/>
                <a:ext cx="312038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12038" h="400526" extrusionOk="0">
                    <a:moveTo>
                      <a:pt x="311467" y="24194"/>
                    </a:moveTo>
                    <a:lnTo>
                      <a:pt x="300133" y="90392"/>
                    </a:lnTo>
                    <a:cubicBezTo>
                      <a:pt x="299180" y="96679"/>
                      <a:pt x="297180" y="98774"/>
                      <a:pt x="292227" y="98774"/>
                    </a:cubicBezTo>
                    <a:lnTo>
                      <a:pt x="290703" y="98774"/>
                    </a:lnTo>
                    <a:cubicBezTo>
                      <a:pt x="271939" y="97727"/>
                      <a:pt x="232410" y="94012"/>
                      <a:pt x="195834" y="94012"/>
                    </a:cubicBezTo>
                    <a:cubicBezTo>
                      <a:pt x="146399" y="94012"/>
                      <a:pt x="125730" y="109823"/>
                      <a:pt x="114776" y="172879"/>
                    </a:cubicBezTo>
                    <a:lnTo>
                      <a:pt x="105347" y="228600"/>
                    </a:lnTo>
                    <a:cubicBezTo>
                      <a:pt x="103346" y="241745"/>
                      <a:pt x="102394" y="252222"/>
                      <a:pt x="102394" y="261747"/>
                    </a:cubicBezTo>
                    <a:cubicBezTo>
                      <a:pt x="102394" y="302228"/>
                      <a:pt x="121158" y="309086"/>
                      <a:pt x="139446" y="309086"/>
                    </a:cubicBezTo>
                    <a:cubicBezTo>
                      <a:pt x="148876" y="309086"/>
                      <a:pt x="158686" y="308515"/>
                      <a:pt x="167069" y="307467"/>
                    </a:cubicBezTo>
                    <a:lnTo>
                      <a:pt x="184880" y="199739"/>
                    </a:lnTo>
                    <a:cubicBezTo>
                      <a:pt x="185833" y="193929"/>
                      <a:pt x="190310" y="189262"/>
                      <a:pt x="195739" y="189262"/>
                    </a:cubicBezTo>
                    <a:lnTo>
                      <a:pt x="273749" y="189262"/>
                    </a:lnTo>
                    <a:cubicBezTo>
                      <a:pt x="278702" y="189262"/>
                      <a:pt x="282131" y="192977"/>
                      <a:pt x="282131" y="198215"/>
                    </a:cubicBezTo>
                    <a:lnTo>
                      <a:pt x="282131" y="199835"/>
                    </a:lnTo>
                    <a:lnTo>
                      <a:pt x="252984" y="375857"/>
                    </a:lnTo>
                    <a:cubicBezTo>
                      <a:pt x="251460" y="383762"/>
                      <a:pt x="248984" y="386334"/>
                      <a:pt x="240602" y="387953"/>
                    </a:cubicBezTo>
                    <a:cubicBezTo>
                      <a:pt x="210979" y="394240"/>
                      <a:pt x="171926" y="400526"/>
                      <a:pt x="124016" y="400526"/>
                    </a:cubicBezTo>
                    <a:cubicBezTo>
                      <a:pt x="68675" y="400526"/>
                      <a:pt x="0" y="366332"/>
                      <a:pt x="0" y="269653"/>
                    </a:cubicBezTo>
                    <a:cubicBezTo>
                      <a:pt x="0" y="257080"/>
                      <a:pt x="953" y="242888"/>
                      <a:pt x="3429" y="228124"/>
                    </a:cubicBezTo>
                    <a:lnTo>
                      <a:pt x="12859" y="172974"/>
                    </a:lnTo>
                    <a:cubicBezTo>
                      <a:pt x="39338" y="19907"/>
                      <a:pt x="125254" y="0"/>
                      <a:pt x="197930" y="0"/>
                    </a:cubicBezTo>
                    <a:cubicBezTo>
                      <a:pt x="249269" y="0"/>
                      <a:pt x="284417" y="8382"/>
                      <a:pt x="303657" y="14192"/>
                    </a:cubicBezTo>
                    <a:cubicBezTo>
                      <a:pt x="308610" y="15812"/>
                      <a:pt x="312039" y="16859"/>
                      <a:pt x="312039" y="21526"/>
                    </a:cubicBezTo>
                    <a:cubicBezTo>
                      <a:pt x="312039" y="22098"/>
                      <a:pt x="311563" y="23146"/>
                      <a:pt x="311563" y="2419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2" name="Google Shape;622;p13"/>
              <p:cNvSpPr/>
              <p:nvPr/>
            </p:nvSpPr>
            <p:spPr>
              <a:xfrm>
                <a:off x="9233490" y="5412886"/>
                <a:ext cx="280511" cy="390429"/>
              </a:xfrm>
              <a:custGeom>
                <a:avLst/>
                <a:gdLst/>
                <a:ahLst/>
                <a:cxnLst/>
                <a:rect l="l" t="t" r="r" b="b"/>
                <a:pathLst>
                  <a:path w="280511" h="390429" extrusionOk="0">
                    <a:moveTo>
                      <a:pt x="280511" y="10001"/>
                    </a:moveTo>
                    <a:lnTo>
                      <a:pt x="269176" y="77248"/>
                    </a:lnTo>
                    <a:cubicBezTo>
                      <a:pt x="268224" y="83058"/>
                      <a:pt x="262795" y="87249"/>
                      <a:pt x="257270" y="87249"/>
                    </a:cubicBezTo>
                    <a:lnTo>
                      <a:pt x="183642" y="87249"/>
                    </a:lnTo>
                    <a:lnTo>
                      <a:pt x="135255" y="379952"/>
                    </a:lnTo>
                    <a:cubicBezTo>
                      <a:pt x="134302" y="385763"/>
                      <a:pt x="128873" y="390430"/>
                      <a:pt x="123444" y="390430"/>
                    </a:cubicBezTo>
                    <a:lnTo>
                      <a:pt x="42958" y="390430"/>
                    </a:lnTo>
                    <a:cubicBezTo>
                      <a:pt x="38005" y="390430"/>
                      <a:pt x="35052" y="386715"/>
                      <a:pt x="35052" y="382048"/>
                    </a:cubicBezTo>
                    <a:lnTo>
                      <a:pt x="35052" y="379952"/>
                    </a:lnTo>
                    <a:lnTo>
                      <a:pt x="83439" y="87249"/>
                    </a:lnTo>
                    <a:lnTo>
                      <a:pt x="8382" y="87249"/>
                    </a:lnTo>
                    <a:cubicBezTo>
                      <a:pt x="3429" y="87249"/>
                      <a:pt x="0" y="84106"/>
                      <a:pt x="0" y="78867"/>
                    </a:cubicBezTo>
                    <a:lnTo>
                      <a:pt x="0" y="77248"/>
                    </a:lnTo>
                    <a:lnTo>
                      <a:pt x="11335" y="10001"/>
                    </a:lnTo>
                    <a:cubicBezTo>
                      <a:pt x="12287" y="4191"/>
                      <a:pt x="17240" y="0"/>
                      <a:pt x="22670" y="0"/>
                    </a:cubicBezTo>
                    <a:lnTo>
                      <a:pt x="271653" y="0"/>
                    </a:lnTo>
                    <a:cubicBezTo>
                      <a:pt x="276606" y="0"/>
                      <a:pt x="280511" y="3715"/>
                      <a:pt x="280511" y="8382"/>
                    </a:cubicBezTo>
                    <a:lnTo>
                      <a:pt x="280511" y="1000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3" name="Google Shape;623;p13"/>
              <p:cNvSpPr/>
              <p:nvPr/>
            </p:nvSpPr>
            <p:spPr>
              <a:xfrm>
                <a:off x="9496490" y="5412886"/>
                <a:ext cx="162458" cy="390429"/>
              </a:xfrm>
              <a:custGeom>
                <a:avLst/>
                <a:gdLst/>
                <a:ahLst/>
                <a:cxnLst/>
                <a:rect l="l" t="t" r="r" b="b"/>
                <a:pathLst>
                  <a:path w="162458" h="390429" extrusionOk="0">
                    <a:moveTo>
                      <a:pt x="162291" y="10001"/>
                    </a:moveTo>
                    <a:lnTo>
                      <a:pt x="101046" y="379952"/>
                    </a:lnTo>
                    <a:cubicBezTo>
                      <a:pt x="100093" y="385763"/>
                      <a:pt x="96569" y="390430"/>
                      <a:pt x="89139" y="390430"/>
                    </a:cubicBezTo>
                    <a:lnTo>
                      <a:pt x="8082" y="390430"/>
                    </a:lnTo>
                    <a:cubicBezTo>
                      <a:pt x="2176" y="390430"/>
                      <a:pt x="-777" y="385191"/>
                      <a:pt x="176" y="379952"/>
                    </a:cubicBezTo>
                    <a:lnTo>
                      <a:pt x="61517" y="10001"/>
                    </a:lnTo>
                    <a:cubicBezTo>
                      <a:pt x="62470" y="4191"/>
                      <a:pt x="67422" y="0"/>
                      <a:pt x="72852" y="0"/>
                    </a:cubicBezTo>
                    <a:lnTo>
                      <a:pt x="153910" y="0"/>
                    </a:lnTo>
                    <a:cubicBezTo>
                      <a:pt x="159339" y="0"/>
                      <a:pt x="163339" y="3143"/>
                      <a:pt x="162291" y="1000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24" name="Google Shape;624;p13"/>
            <p:cNvGrpSpPr/>
            <p:nvPr/>
          </p:nvGrpSpPr>
          <p:grpSpPr>
            <a:xfrm>
              <a:off x="9788321" y="5406695"/>
              <a:ext cx="619221" cy="409860"/>
              <a:chOff x="9788321" y="5406695"/>
              <a:chExt cx="619221" cy="409860"/>
            </a:xfrm>
          </p:grpSpPr>
          <p:grpSp>
            <p:nvGrpSpPr>
              <p:cNvPr id="625" name="Google Shape;625;p13"/>
              <p:cNvGrpSpPr/>
              <p:nvPr/>
            </p:nvGrpSpPr>
            <p:grpSpPr>
              <a:xfrm>
                <a:off x="9820421" y="5406695"/>
                <a:ext cx="587121" cy="91153"/>
                <a:chOff x="9820421" y="5406695"/>
                <a:chExt cx="587121" cy="91153"/>
              </a:xfrm>
            </p:grpSpPr>
            <p:sp>
              <p:nvSpPr>
                <p:cNvPr id="626" name="Google Shape;626;p13"/>
                <p:cNvSpPr/>
                <p:nvPr/>
              </p:nvSpPr>
              <p:spPr>
                <a:xfrm>
                  <a:off x="9820421" y="5410219"/>
                  <a:ext cx="64418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18" h="87629" extrusionOk="0">
                      <a:moveTo>
                        <a:pt x="62770" y="1333"/>
                      </a:moveTo>
                      <a:cubicBezTo>
                        <a:pt x="63817" y="1429"/>
                        <a:pt x="64579" y="1905"/>
                        <a:pt x="64389" y="3048"/>
                      </a:cubicBezTo>
                      <a:lnTo>
                        <a:pt x="63341" y="8858"/>
                      </a:lnTo>
                      <a:cubicBezTo>
                        <a:pt x="63246" y="10001"/>
                        <a:pt x="62579" y="10097"/>
                        <a:pt x="61246" y="10001"/>
                      </a:cubicBezTo>
                      <a:cubicBezTo>
                        <a:pt x="54483" y="9430"/>
                        <a:pt x="49149" y="9239"/>
                        <a:pt x="39338" y="9239"/>
                      </a:cubicBezTo>
                      <a:cubicBezTo>
                        <a:pt x="29527" y="9239"/>
                        <a:pt x="17717" y="14764"/>
                        <a:pt x="14097" y="35909"/>
                      </a:cubicBezTo>
                      <a:lnTo>
                        <a:pt x="11430" y="51435"/>
                      </a:lnTo>
                      <a:cubicBezTo>
                        <a:pt x="10858" y="54959"/>
                        <a:pt x="10477" y="57912"/>
                        <a:pt x="10477" y="60579"/>
                      </a:cubicBezTo>
                      <a:cubicBezTo>
                        <a:pt x="10477" y="73533"/>
                        <a:pt x="17240" y="78105"/>
                        <a:pt x="26098" y="78105"/>
                      </a:cubicBezTo>
                      <a:cubicBezTo>
                        <a:pt x="33147" y="78105"/>
                        <a:pt x="38005" y="77629"/>
                        <a:pt x="40767" y="77438"/>
                      </a:cubicBezTo>
                      <a:lnTo>
                        <a:pt x="46673" y="44291"/>
                      </a:lnTo>
                      <a:cubicBezTo>
                        <a:pt x="46863" y="43053"/>
                        <a:pt x="47815" y="42005"/>
                        <a:pt x="49149" y="42005"/>
                      </a:cubicBezTo>
                      <a:lnTo>
                        <a:pt x="55435" y="42005"/>
                      </a:lnTo>
                      <a:cubicBezTo>
                        <a:pt x="56579" y="42005"/>
                        <a:pt x="57245" y="42958"/>
                        <a:pt x="57245" y="44006"/>
                      </a:cubicBezTo>
                      <a:lnTo>
                        <a:pt x="57245" y="44387"/>
                      </a:lnTo>
                      <a:lnTo>
                        <a:pt x="50292" y="83344"/>
                      </a:lnTo>
                      <a:cubicBezTo>
                        <a:pt x="50102" y="84582"/>
                        <a:pt x="49054" y="85630"/>
                        <a:pt x="47720" y="85916"/>
                      </a:cubicBezTo>
                      <a:cubicBezTo>
                        <a:pt x="41910" y="86868"/>
                        <a:pt x="35338" y="87630"/>
                        <a:pt x="24479" y="87630"/>
                      </a:cubicBezTo>
                      <a:cubicBezTo>
                        <a:pt x="12192" y="87630"/>
                        <a:pt x="0" y="79724"/>
                        <a:pt x="0" y="60389"/>
                      </a:cubicBezTo>
                      <a:cubicBezTo>
                        <a:pt x="0" y="57722"/>
                        <a:pt x="190" y="54674"/>
                        <a:pt x="857" y="51626"/>
                      </a:cubicBezTo>
                      <a:lnTo>
                        <a:pt x="3524" y="36100"/>
                      </a:lnTo>
                      <a:cubicBezTo>
                        <a:pt x="8668" y="6572"/>
                        <a:pt x="25432" y="0"/>
                        <a:pt x="40958" y="0"/>
                      </a:cubicBezTo>
                      <a:cubicBezTo>
                        <a:pt x="51721" y="0"/>
                        <a:pt x="58483" y="952"/>
                        <a:pt x="62770" y="161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7" name="Google Shape;627;p13"/>
                <p:cNvSpPr/>
                <p:nvPr/>
              </p:nvSpPr>
              <p:spPr>
                <a:xfrm>
                  <a:off x="9889477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8" name="Google Shape;628;p13"/>
                <p:cNvSpPr/>
                <p:nvPr/>
              </p:nvSpPr>
              <p:spPr>
                <a:xfrm>
                  <a:off x="9950663" y="5432317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6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2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6"/>
                        <a:pt x="18539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9" name="Google Shape;629;p13"/>
                <p:cNvSpPr/>
                <p:nvPr/>
              </p:nvSpPr>
              <p:spPr>
                <a:xfrm>
                  <a:off x="9989299" y="5406695"/>
                  <a:ext cx="54102" cy="9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91058" extrusionOk="0">
                      <a:moveTo>
                        <a:pt x="53530" y="54102"/>
                      </a:moveTo>
                      <a:lnTo>
                        <a:pt x="52578" y="58960"/>
                      </a:lnTo>
                      <a:cubicBezTo>
                        <a:pt x="52197" y="60484"/>
                        <a:pt x="51816" y="61531"/>
                        <a:pt x="50006" y="61531"/>
                      </a:cubicBezTo>
                      <a:lnTo>
                        <a:pt x="11240" y="61531"/>
                      </a:lnTo>
                      <a:lnTo>
                        <a:pt x="10858" y="62960"/>
                      </a:lnTo>
                      <a:cubicBezTo>
                        <a:pt x="10192" y="65627"/>
                        <a:pt x="9906" y="67913"/>
                        <a:pt x="9906" y="70009"/>
                      </a:cubicBezTo>
                      <a:cubicBezTo>
                        <a:pt x="9906" y="78677"/>
                        <a:pt x="15430" y="82391"/>
                        <a:pt x="24384" y="82391"/>
                      </a:cubicBezTo>
                      <a:cubicBezTo>
                        <a:pt x="31147" y="82391"/>
                        <a:pt x="38957" y="81534"/>
                        <a:pt x="44386" y="80772"/>
                      </a:cubicBezTo>
                      <a:lnTo>
                        <a:pt x="45053" y="80772"/>
                      </a:lnTo>
                      <a:cubicBezTo>
                        <a:pt x="46006" y="80772"/>
                        <a:pt x="46577" y="80963"/>
                        <a:pt x="46577" y="81915"/>
                      </a:cubicBezTo>
                      <a:lnTo>
                        <a:pt x="46577" y="82296"/>
                      </a:lnTo>
                      <a:lnTo>
                        <a:pt x="46577" y="82296"/>
                      </a:lnTo>
                      <a:cubicBezTo>
                        <a:pt x="46577" y="82296"/>
                        <a:pt x="45910" y="86392"/>
                        <a:pt x="45910" y="86392"/>
                      </a:cubicBezTo>
                      <a:cubicBezTo>
                        <a:pt x="45720" y="88011"/>
                        <a:pt x="45053" y="88678"/>
                        <a:pt x="43148" y="89059"/>
                      </a:cubicBezTo>
                      <a:cubicBezTo>
                        <a:pt x="36290" y="90297"/>
                        <a:pt x="30670" y="91059"/>
                        <a:pt x="22860" y="91059"/>
                      </a:cubicBezTo>
                      <a:cubicBezTo>
                        <a:pt x="11430" y="91059"/>
                        <a:pt x="0" y="85249"/>
                        <a:pt x="0" y="69628"/>
                      </a:cubicBezTo>
                      <a:cubicBezTo>
                        <a:pt x="0" y="67437"/>
                        <a:pt x="190" y="64961"/>
                        <a:pt x="667" y="62484"/>
                      </a:cubicBezTo>
                      <a:lnTo>
                        <a:pt x="2191" y="54388"/>
                      </a:lnTo>
                      <a:cubicBezTo>
                        <a:pt x="5620" y="36005"/>
                        <a:pt x="16478" y="25813"/>
                        <a:pt x="32861" y="25813"/>
                      </a:cubicBezTo>
                      <a:cubicBezTo>
                        <a:pt x="47244" y="25813"/>
                        <a:pt x="54102" y="35147"/>
                        <a:pt x="54102" y="47339"/>
                      </a:cubicBezTo>
                      <a:cubicBezTo>
                        <a:pt x="54102" y="49530"/>
                        <a:pt x="53911" y="51816"/>
                        <a:pt x="53435" y="54293"/>
                      </a:cubicBezTo>
                      <a:close/>
                      <a:moveTo>
                        <a:pt x="31528" y="34576"/>
                      </a:moveTo>
                      <a:cubicBezTo>
                        <a:pt x="21431" y="34576"/>
                        <a:pt x="14764" y="42577"/>
                        <a:pt x="12668" y="53245"/>
                      </a:cubicBezTo>
                      <a:lnTo>
                        <a:pt x="12668" y="53816"/>
                      </a:lnTo>
                      <a:cubicBezTo>
                        <a:pt x="12668" y="53816"/>
                        <a:pt x="43243" y="53816"/>
                        <a:pt x="43243" y="53816"/>
                      </a:cubicBezTo>
                      <a:lnTo>
                        <a:pt x="43243" y="53245"/>
                      </a:lnTo>
                      <a:cubicBezTo>
                        <a:pt x="43815" y="50959"/>
                        <a:pt x="44005" y="48768"/>
                        <a:pt x="44005" y="46863"/>
                      </a:cubicBezTo>
                      <a:cubicBezTo>
                        <a:pt x="44005" y="38672"/>
                        <a:pt x="39719" y="34576"/>
                        <a:pt x="31528" y="34576"/>
                      </a:cubicBezTo>
                      <a:close/>
                      <a:moveTo>
                        <a:pt x="52578" y="18002"/>
                      </a:moveTo>
                      <a:lnTo>
                        <a:pt x="46863" y="18002"/>
                      </a:lnTo>
                      <a:cubicBezTo>
                        <a:pt x="45625" y="18002"/>
                        <a:pt x="45244" y="17431"/>
                        <a:pt x="44386" y="16288"/>
                      </a:cubicBezTo>
                      <a:lnTo>
                        <a:pt x="36957" y="5048"/>
                      </a:lnTo>
                      <a:lnTo>
                        <a:pt x="25241" y="16288"/>
                      </a:lnTo>
                      <a:cubicBezTo>
                        <a:pt x="24098" y="17431"/>
                        <a:pt x="23622" y="18002"/>
                        <a:pt x="22384" y="18002"/>
                      </a:cubicBezTo>
                      <a:lnTo>
                        <a:pt x="16002" y="18002"/>
                      </a:lnTo>
                      <a:cubicBezTo>
                        <a:pt x="15430" y="18002"/>
                        <a:pt x="15049" y="17812"/>
                        <a:pt x="15049" y="17336"/>
                      </a:cubicBezTo>
                      <a:cubicBezTo>
                        <a:pt x="15049" y="16955"/>
                        <a:pt x="15240" y="16574"/>
                        <a:pt x="15716" y="16097"/>
                      </a:cubicBezTo>
                      <a:lnTo>
                        <a:pt x="29432" y="1715"/>
                      </a:lnTo>
                      <a:cubicBezTo>
                        <a:pt x="30670" y="476"/>
                        <a:pt x="31051" y="0"/>
                        <a:pt x="32480" y="0"/>
                      </a:cubicBezTo>
                      <a:lnTo>
                        <a:pt x="42291" y="0"/>
                      </a:lnTo>
                      <a:cubicBezTo>
                        <a:pt x="43720" y="0"/>
                        <a:pt x="44101" y="476"/>
                        <a:pt x="44958" y="1715"/>
                      </a:cubicBezTo>
                      <a:lnTo>
                        <a:pt x="53435" y="16097"/>
                      </a:lnTo>
                      <a:cubicBezTo>
                        <a:pt x="53435" y="16097"/>
                        <a:pt x="53626" y="16764"/>
                        <a:pt x="53626" y="17050"/>
                      </a:cubicBezTo>
                      <a:cubicBezTo>
                        <a:pt x="53626" y="17621"/>
                        <a:pt x="53245" y="18098"/>
                        <a:pt x="52483" y="18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0" name="Google Shape;630;p13"/>
                <p:cNvSpPr/>
                <p:nvPr/>
              </p:nvSpPr>
              <p:spPr>
                <a:xfrm>
                  <a:off x="10050664" y="5432317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6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8"/>
                        <a:pt x="45887" y="19622"/>
                        <a:pt x="45887" y="17716"/>
                      </a:cubicBezTo>
                      <a:cubicBezTo>
                        <a:pt x="45887" y="12192"/>
                        <a:pt x="43601" y="8954"/>
                        <a:pt x="35123" y="8954"/>
                      </a:cubicBezTo>
                      <a:cubicBezTo>
                        <a:pt x="30742" y="8954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1" name="Google Shape;631;p13"/>
                <p:cNvSpPr/>
                <p:nvPr/>
              </p:nvSpPr>
              <p:spPr>
                <a:xfrm>
                  <a:off x="10117029" y="5432317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8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4"/>
                        <a:pt x="571" y="37243"/>
                      </a:cubicBezTo>
                      <a:lnTo>
                        <a:pt x="2095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5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6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3"/>
                        <a:pt x="12382" y="2809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2" name="Google Shape;632;p13"/>
                <p:cNvSpPr/>
                <p:nvPr/>
              </p:nvSpPr>
              <p:spPr>
                <a:xfrm>
                  <a:off x="10168863" y="5409076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0" y="24098"/>
                        <a:pt x="20842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8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9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5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8" y="0"/>
                        <a:pt x="17223" y="0"/>
                      </a:cubicBezTo>
                      <a:lnTo>
                        <a:pt x="2312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3" name="Google Shape;633;p13"/>
                <p:cNvSpPr/>
                <p:nvPr/>
              </p:nvSpPr>
              <p:spPr>
                <a:xfrm>
                  <a:off x="10196372" y="5432317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6"/>
                        <a:pt x="44482" y="64484"/>
                        <a:pt x="42577" y="64484"/>
                      </a:cubicBezTo>
                      <a:lnTo>
                        <a:pt x="37910" y="64484"/>
                      </a:lnTo>
                      <a:cubicBezTo>
                        <a:pt x="36195" y="64484"/>
                        <a:pt x="35909" y="63532"/>
                        <a:pt x="36195" y="61912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4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4" name="Google Shape;634;p13"/>
                <p:cNvSpPr/>
                <p:nvPr/>
              </p:nvSpPr>
              <p:spPr>
                <a:xfrm>
                  <a:off x="10290575" y="5409647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5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5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4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5" name="Google Shape;635;p13"/>
                <p:cNvSpPr/>
                <p:nvPr/>
              </p:nvSpPr>
              <p:spPr>
                <a:xfrm>
                  <a:off x="10353440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36" name="Google Shape;636;p13"/>
              <p:cNvGrpSpPr/>
              <p:nvPr/>
            </p:nvGrpSpPr>
            <p:grpSpPr>
              <a:xfrm>
                <a:off x="9814777" y="5557380"/>
                <a:ext cx="531013" cy="110585"/>
                <a:chOff x="9814777" y="5557380"/>
                <a:chExt cx="531013" cy="110585"/>
              </a:xfrm>
            </p:grpSpPr>
            <p:sp>
              <p:nvSpPr>
                <p:cNvPr id="637" name="Google Shape;637;p13"/>
                <p:cNvSpPr/>
                <p:nvPr/>
              </p:nvSpPr>
              <p:spPr>
                <a:xfrm>
                  <a:off x="9814777" y="5559095"/>
                  <a:ext cx="61259" cy="8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59" h="86105" extrusionOk="0">
                      <a:moveTo>
                        <a:pt x="22122" y="83820"/>
                      </a:moveTo>
                      <a:cubicBezTo>
                        <a:pt x="21932" y="85058"/>
                        <a:pt x="20884" y="86106"/>
                        <a:pt x="19551" y="86106"/>
                      </a:cubicBezTo>
                      <a:lnTo>
                        <a:pt x="13169" y="86106"/>
                      </a:lnTo>
                      <a:cubicBezTo>
                        <a:pt x="11931" y="86106"/>
                        <a:pt x="11359" y="84963"/>
                        <a:pt x="11550" y="83820"/>
                      </a:cubicBezTo>
                      <a:lnTo>
                        <a:pt x="24599" y="9144"/>
                      </a:lnTo>
                      <a:lnTo>
                        <a:pt x="2025" y="9144"/>
                      </a:lnTo>
                      <a:cubicBezTo>
                        <a:pt x="786" y="9144"/>
                        <a:pt x="-166" y="8763"/>
                        <a:pt x="24" y="7239"/>
                      </a:cubicBezTo>
                      <a:lnTo>
                        <a:pt x="977" y="2095"/>
                      </a:lnTo>
                      <a:cubicBezTo>
                        <a:pt x="1358" y="476"/>
                        <a:pt x="2406" y="0"/>
                        <a:pt x="3644" y="0"/>
                      </a:cubicBezTo>
                      <a:lnTo>
                        <a:pt x="59365" y="0"/>
                      </a:lnTo>
                      <a:cubicBezTo>
                        <a:pt x="60603" y="0"/>
                        <a:pt x="61556" y="476"/>
                        <a:pt x="61175" y="2095"/>
                      </a:cubicBezTo>
                      <a:lnTo>
                        <a:pt x="60222" y="7239"/>
                      </a:lnTo>
                      <a:cubicBezTo>
                        <a:pt x="60032" y="8382"/>
                        <a:pt x="59556" y="9144"/>
                        <a:pt x="57651" y="9144"/>
                      </a:cubicBezTo>
                      <a:lnTo>
                        <a:pt x="35076" y="9144"/>
                      </a:lnTo>
                      <a:lnTo>
                        <a:pt x="22027" y="8382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8" name="Google Shape;638;p13"/>
                <p:cNvSpPr/>
                <p:nvPr/>
              </p:nvSpPr>
              <p:spPr>
                <a:xfrm>
                  <a:off x="9866236" y="55808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859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39" name="Google Shape;639;p13"/>
                <p:cNvSpPr/>
                <p:nvPr/>
              </p:nvSpPr>
              <p:spPr>
                <a:xfrm>
                  <a:off x="9929292" y="5580621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5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3"/>
                        <a:pt x="30290" y="8953"/>
                      </a:cubicBezTo>
                      <a:cubicBezTo>
                        <a:pt x="21050" y="8953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0" name="Google Shape;640;p13"/>
                <p:cNvSpPr/>
                <p:nvPr/>
              </p:nvSpPr>
              <p:spPr>
                <a:xfrm>
                  <a:off x="9979893" y="5580621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1" name="Google Shape;641;p13"/>
                <p:cNvSpPr/>
                <p:nvPr/>
              </p:nvSpPr>
              <p:spPr>
                <a:xfrm>
                  <a:off x="10046163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30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2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7" y="41815"/>
                        <a:pt x="10097" y="43910"/>
                      </a:cubicBezTo>
                      <a:cubicBezTo>
                        <a:pt x="10097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2" name="Google Shape;642;p13"/>
                <p:cNvSpPr/>
                <p:nvPr/>
              </p:nvSpPr>
              <p:spPr>
                <a:xfrm>
                  <a:off x="10108707" y="5558047"/>
                  <a:ext cx="24804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4" h="87058" extrusionOk="0">
                      <a:moveTo>
                        <a:pt x="23086" y="0"/>
                      </a:moveTo>
                      <a:cubicBezTo>
                        <a:pt x="24325" y="0"/>
                        <a:pt x="25087" y="572"/>
                        <a:pt x="24706" y="2191"/>
                      </a:cubicBezTo>
                      <a:lnTo>
                        <a:pt x="10228" y="84773"/>
                      </a:lnTo>
                      <a:cubicBezTo>
                        <a:pt x="10037" y="86011"/>
                        <a:pt x="9561" y="87059"/>
                        <a:pt x="7656" y="87059"/>
                      </a:cubicBezTo>
                      <a:lnTo>
                        <a:pt x="1655" y="87059"/>
                      </a:lnTo>
                      <a:cubicBezTo>
                        <a:pt x="417" y="87059"/>
                        <a:pt x="-155" y="85916"/>
                        <a:pt x="36" y="84773"/>
                      </a:cubicBezTo>
                      <a:lnTo>
                        <a:pt x="14514" y="2191"/>
                      </a:lnTo>
                      <a:cubicBezTo>
                        <a:pt x="14704" y="953"/>
                        <a:pt x="15276" y="0"/>
                        <a:pt x="17086" y="0"/>
                      </a:cubicBezTo>
                      <a:lnTo>
                        <a:pt x="23086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3" name="Google Shape;643;p13"/>
                <p:cNvSpPr/>
                <p:nvPr/>
              </p:nvSpPr>
              <p:spPr>
                <a:xfrm>
                  <a:off x="10137603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4" name="Google Shape;644;p13"/>
                <p:cNvSpPr/>
                <p:nvPr/>
              </p:nvSpPr>
              <p:spPr>
                <a:xfrm>
                  <a:off x="10196658" y="5580621"/>
                  <a:ext cx="59227" cy="87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27" h="87344" extrusionOk="0">
                      <a:moveTo>
                        <a:pt x="6096" y="28384"/>
                      </a:moveTo>
                      <a:cubicBezTo>
                        <a:pt x="9811" y="7525"/>
                        <a:pt x="19527" y="0"/>
                        <a:pt x="36862" y="0"/>
                      </a:cubicBezTo>
                      <a:cubicBezTo>
                        <a:pt x="43720" y="0"/>
                        <a:pt x="51912" y="1429"/>
                        <a:pt x="57150" y="2667"/>
                      </a:cubicBezTo>
                      <a:cubicBezTo>
                        <a:pt x="59341" y="3143"/>
                        <a:pt x="59341" y="3810"/>
                        <a:pt x="59151" y="5334"/>
                      </a:cubicBezTo>
                      <a:lnTo>
                        <a:pt x="48768" y="64389"/>
                      </a:lnTo>
                      <a:cubicBezTo>
                        <a:pt x="45625" y="82296"/>
                        <a:pt x="37910" y="87344"/>
                        <a:pt x="21241" y="87344"/>
                      </a:cubicBezTo>
                      <a:cubicBezTo>
                        <a:pt x="12478" y="87344"/>
                        <a:pt x="5049" y="86201"/>
                        <a:pt x="1905" y="85249"/>
                      </a:cubicBezTo>
                      <a:cubicBezTo>
                        <a:pt x="96" y="84773"/>
                        <a:pt x="-190" y="84201"/>
                        <a:pt x="96" y="82867"/>
                      </a:cubicBezTo>
                      <a:lnTo>
                        <a:pt x="667" y="79534"/>
                      </a:lnTo>
                      <a:cubicBezTo>
                        <a:pt x="858" y="78010"/>
                        <a:pt x="1429" y="77438"/>
                        <a:pt x="3429" y="77724"/>
                      </a:cubicBezTo>
                      <a:cubicBezTo>
                        <a:pt x="7335" y="78200"/>
                        <a:pt x="16669" y="79153"/>
                        <a:pt x="22765" y="79153"/>
                      </a:cubicBezTo>
                      <a:cubicBezTo>
                        <a:pt x="33052" y="79153"/>
                        <a:pt x="36767" y="75819"/>
                        <a:pt x="38481" y="65246"/>
                      </a:cubicBezTo>
                      <a:lnTo>
                        <a:pt x="38672" y="63817"/>
                      </a:lnTo>
                      <a:cubicBezTo>
                        <a:pt x="35624" y="64484"/>
                        <a:pt x="28956" y="65437"/>
                        <a:pt x="25432" y="65437"/>
                      </a:cubicBezTo>
                      <a:cubicBezTo>
                        <a:pt x="12954" y="65437"/>
                        <a:pt x="3906" y="59341"/>
                        <a:pt x="3906" y="44672"/>
                      </a:cubicBezTo>
                      <a:cubicBezTo>
                        <a:pt x="3906" y="42386"/>
                        <a:pt x="4096" y="39719"/>
                        <a:pt x="4572" y="36957"/>
                      </a:cubicBezTo>
                      <a:lnTo>
                        <a:pt x="6096" y="28480"/>
                      </a:lnTo>
                      <a:close/>
                      <a:moveTo>
                        <a:pt x="35433" y="8572"/>
                      </a:moveTo>
                      <a:cubicBezTo>
                        <a:pt x="24670" y="8572"/>
                        <a:pt x="18765" y="14859"/>
                        <a:pt x="16288" y="28384"/>
                      </a:cubicBezTo>
                      <a:lnTo>
                        <a:pt x="14764" y="36862"/>
                      </a:lnTo>
                      <a:cubicBezTo>
                        <a:pt x="14193" y="40005"/>
                        <a:pt x="14002" y="42767"/>
                        <a:pt x="14002" y="45053"/>
                      </a:cubicBezTo>
                      <a:cubicBezTo>
                        <a:pt x="14002" y="53816"/>
                        <a:pt x="18193" y="56769"/>
                        <a:pt x="26956" y="56769"/>
                      </a:cubicBezTo>
                      <a:cubicBezTo>
                        <a:pt x="30195" y="56769"/>
                        <a:pt x="36481" y="56293"/>
                        <a:pt x="40196" y="55531"/>
                      </a:cubicBezTo>
                      <a:lnTo>
                        <a:pt x="48197" y="9906"/>
                      </a:lnTo>
                      <a:cubicBezTo>
                        <a:pt x="45054" y="9334"/>
                        <a:pt x="40291" y="8668"/>
                        <a:pt x="35433" y="866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5" name="Google Shape;645;p13"/>
                <p:cNvSpPr/>
                <p:nvPr/>
              </p:nvSpPr>
              <p:spPr>
                <a:xfrm>
                  <a:off x="10262969" y="5557380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5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9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7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2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9" y="0"/>
                        <a:pt x="17223" y="0"/>
                      </a:cubicBezTo>
                      <a:lnTo>
                        <a:pt x="23129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6" name="Google Shape;646;p13"/>
                <p:cNvSpPr/>
                <p:nvPr/>
              </p:nvSpPr>
              <p:spPr>
                <a:xfrm>
                  <a:off x="10290479" y="5580621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47" name="Google Shape;647;p13"/>
              <p:cNvGrpSpPr/>
              <p:nvPr/>
            </p:nvGrpSpPr>
            <p:grpSpPr>
              <a:xfrm>
                <a:off x="9788321" y="5704256"/>
                <a:ext cx="538448" cy="112299"/>
                <a:chOff x="9788321" y="5704256"/>
                <a:chExt cx="538448" cy="112299"/>
              </a:xfrm>
            </p:grpSpPr>
            <p:sp>
              <p:nvSpPr>
                <p:cNvPr id="648" name="Google Shape;648;p13"/>
                <p:cNvSpPr/>
                <p:nvPr/>
              </p:nvSpPr>
              <p:spPr>
                <a:xfrm>
                  <a:off x="9788321" y="5730450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859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49" name="Google Shape;649;p13"/>
                <p:cNvSpPr/>
                <p:nvPr/>
              </p:nvSpPr>
              <p:spPr>
                <a:xfrm>
                  <a:off x="9883329" y="5708732"/>
                  <a:ext cx="25086" cy="8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6" h="86010" extrusionOk="0">
                      <a:moveTo>
                        <a:pt x="23293" y="0"/>
                      </a:moveTo>
                      <a:cubicBezTo>
                        <a:pt x="24817" y="0"/>
                        <a:pt x="25293" y="667"/>
                        <a:pt x="25008" y="2191"/>
                      </a:cubicBezTo>
                      <a:lnTo>
                        <a:pt x="10625" y="83725"/>
                      </a:lnTo>
                      <a:cubicBezTo>
                        <a:pt x="10434" y="85344"/>
                        <a:pt x="9672" y="86011"/>
                        <a:pt x="8053" y="86011"/>
                      </a:cubicBezTo>
                      <a:lnTo>
                        <a:pt x="1671" y="86011"/>
                      </a:lnTo>
                      <a:cubicBezTo>
                        <a:pt x="147" y="86011"/>
                        <a:pt x="-138" y="84868"/>
                        <a:pt x="52" y="83725"/>
                      </a:cubicBezTo>
                      <a:lnTo>
                        <a:pt x="14435" y="2191"/>
                      </a:lnTo>
                      <a:cubicBezTo>
                        <a:pt x="14625" y="1048"/>
                        <a:pt x="15102" y="0"/>
                        <a:pt x="16911" y="0"/>
                      </a:cubicBezTo>
                      <a:lnTo>
                        <a:pt x="2329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0" name="Google Shape;650;p13"/>
                <p:cNvSpPr/>
                <p:nvPr/>
              </p:nvSpPr>
              <p:spPr>
                <a:xfrm>
                  <a:off x="9912170" y="5730354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1" name="Google Shape;651;p13"/>
                <p:cNvSpPr/>
                <p:nvPr/>
              </p:nvSpPr>
              <p:spPr>
                <a:xfrm>
                  <a:off x="9978441" y="5730259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5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3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5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2" name="Google Shape;652;p13"/>
                <p:cNvSpPr/>
                <p:nvPr/>
              </p:nvSpPr>
              <p:spPr>
                <a:xfrm>
                  <a:off x="10044329" y="5731116"/>
                  <a:ext cx="52506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06" h="64484" extrusionOk="0">
                      <a:moveTo>
                        <a:pt x="52126" y="2762"/>
                      </a:moveTo>
                      <a:lnTo>
                        <a:pt x="28028" y="55340"/>
                      </a:lnTo>
                      <a:cubicBezTo>
                        <a:pt x="24694" y="62675"/>
                        <a:pt x="19836" y="64484"/>
                        <a:pt x="15169" y="64484"/>
                      </a:cubicBezTo>
                      <a:cubicBezTo>
                        <a:pt x="10502" y="64484"/>
                        <a:pt x="6406" y="62675"/>
                        <a:pt x="5549" y="55340"/>
                      </a:cubicBezTo>
                      <a:lnTo>
                        <a:pt x="24" y="2762"/>
                      </a:lnTo>
                      <a:cubicBezTo>
                        <a:pt x="-166" y="667"/>
                        <a:pt x="786" y="0"/>
                        <a:pt x="2215" y="0"/>
                      </a:cubicBezTo>
                      <a:lnTo>
                        <a:pt x="8120" y="0"/>
                      </a:lnTo>
                      <a:cubicBezTo>
                        <a:pt x="9073" y="0"/>
                        <a:pt x="9835" y="667"/>
                        <a:pt x="9930" y="2191"/>
                      </a:cubicBezTo>
                      <a:lnTo>
                        <a:pt x="14026" y="52483"/>
                      </a:lnTo>
                      <a:cubicBezTo>
                        <a:pt x="14216" y="55340"/>
                        <a:pt x="15074" y="56102"/>
                        <a:pt x="16217" y="56102"/>
                      </a:cubicBezTo>
                      <a:cubicBezTo>
                        <a:pt x="17264" y="56102"/>
                        <a:pt x="18312" y="55435"/>
                        <a:pt x="19550" y="52483"/>
                      </a:cubicBezTo>
                      <a:lnTo>
                        <a:pt x="41458" y="2191"/>
                      </a:lnTo>
                      <a:cubicBezTo>
                        <a:pt x="42125" y="667"/>
                        <a:pt x="42696" y="0"/>
                        <a:pt x="44506" y="0"/>
                      </a:cubicBezTo>
                      <a:lnTo>
                        <a:pt x="50983" y="0"/>
                      </a:lnTo>
                      <a:cubicBezTo>
                        <a:pt x="51935" y="0"/>
                        <a:pt x="52507" y="572"/>
                        <a:pt x="52507" y="1429"/>
                      </a:cubicBezTo>
                      <a:cubicBezTo>
                        <a:pt x="52507" y="1905"/>
                        <a:pt x="52412" y="2381"/>
                        <a:pt x="52126" y="285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3" name="Google Shape;653;p13"/>
                <p:cNvSpPr/>
                <p:nvPr/>
              </p:nvSpPr>
              <p:spPr>
                <a:xfrm>
                  <a:off x="10096455" y="5730354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0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4" name="Google Shape;654;p13"/>
                <p:cNvSpPr/>
                <p:nvPr/>
              </p:nvSpPr>
              <p:spPr>
                <a:xfrm>
                  <a:off x="10158749" y="5730354"/>
                  <a:ext cx="48006" cy="86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6" h="86201" extrusionOk="0">
                      <a:moveTo>
                        <a:pt x="47816" y="3810"/>
                      </a:moveTo>
                      <a:lnTo>
                        <a:pt x="47149" y="8001"/>
                      </a:lnTo>
                      <a:cubicBezTo>
                        <a:pt x="46958" y="9144"/>
                        <a:pt x="45720" y="9715"/>
                        <a:pt x="44672" y="9715"/>
                      </a:cubicBezTo>
                      <a:lnTo>
                        <a:pt x="44291" y="9715"/>
                      </a:lnTo>
                      <a:cubicBezTo>
                        <a:pt x="39338" y="9144"/>
                        <a:pt x="35814" y="8858"/>
                        <a:pt x="30194" y="8858"/>
                      </a:cubicBezTo>
                      <a:cubicBezTo>
                        <a:pt x="20955" y="8858"/>
                        <a:pt x="14192" y="16192"/>
                        <a:pt x="12192" y="28099"/>
                      </a:cubicBezTo>
                      <a:lnTo>
                        <a:pt x="10668" y="37147"/>
                      </a:lnTo>
                      <a:cubicBezTo>
                        <a:pt x="10192" y="39814"/>
                        <a:pt x="10001" y="42005"/>
                        <a:pt x="10001" y="44101"/>
                      </a:cubicBezTo>
                      <a:cubicBezTo>
                        <a:pt x="10001" y="52864"/>
                        <a:pt x="14192" y="56388"/>
                        <a:pt x="21717" y="56388"/>
                      </a:cubicBezTo>
                      <a:cubicBezTo>
                        <a:pt x="27432" y="56388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2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4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8" y="0"/>
                        <a:pt x="42291" y="571"/>
                        <a:pt x="46006" y="1238"/>
                      </a:cubicBezTo>
                      <a:cubicBezTo>
                        <a:pt x="47435" y="1429"/>
                        <a:pt x="48006" y="1905"/>
                        <a:pt x="48006" y="2953"/>
                      </a:cubicBezTo>
                      <a:cubicBezTo>
                        <a:pt x="48006" y="3143"/>
                        <a:pt x="47911" y="3429"/>
                        <a:pt x="47911" y="3810"/>
                      </a:cubicBezTo>
                      <a:close/>
                      <a:moveTo>
                        <a:pt x="25813" y="69914"/>
                      </a:moveTo>
                      <a:lnTo>
                        <a:pt x="10096" y="84487"/>
                      </a:lnTo>
                      <a:cubicBezTo>
                        <a:pt x="8858" y="85630"/>
                        <a:pt x="8477" y="86201"/>
                        <a:pt x="7239" y="86201"/>
                      </a:cubicBezTo>
                      <a:lnTo>
                        <a:pt x="953" y="86201"/>
                      </a:lnTo>
                      <a:cubicBezTo>
                        <a:pt x="381" y="86201"/>
                        <a:pt x="0" y="86011"/>
                        <a:pt x="0" y="85534"/>
                      </a:cubicBezTo>
                      <a:cubicBezTo>
                        <a:pt x="0" y="85153"/>
                        <a:pt x="191" y="84772"/>
                        <a:pt x="667" y="84296"/>
                      </a:cubicBezTo>
                      <a:lnTo>
                        <a:pt x="14478" y="69914"/>
                      </a:lnTo>
                      <a:cubicBezTo>
                        <a:pt x="15716" y="68675"/>
                        <a:pt x="16192" y="68199"/>
                        <a:pt x="17621" y="68199"/>
                      </a:cubicBezTo>
                      <a:lnTo>
                        <a:pt x="25241" y="68199"/>
                      </a:lnTo>
                      <a:cubicBezTo>
                        <a:pt x="25908" y="68199"/>
                        <a:pt x="26384" y="68389"/>
                        <a:pt x="26384" y="68866"/>
                      </a:cubicBezTo>
                      <a:cubicBezTo>
                        <a:pt x="26384" y="69056"/>
                        <a:pt x="26289" y="69437"/>
                        <a:pt x="25813" y="699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5" name="Google Shape;655;p13"/>
                <p:cNvSpPr/>
                <p:nvPr/>
              </p:nvSpPr>
              <p:spPr>
                <a:xfrm>
                  <a:off x="10209803" y="5704256"/>
                  <a:ext cx="58769" cy="91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69" h="91439" extrusionOk="0">
                      <a:moveTo>
                        <a:pt x="55245" y="31432"/>
                      </a:moveTo>
                      <a:lnTo>
                        <a:pt x="45244" y="88297"/>
                      </a:lnTo>
                      <a:cubicBezTo>
                        <a:pt x="45053" y="89535"/>
                        <a:pt x="43815" y="90583"/>
                        <a:pt x="42577" y="90583"/>
                      </a:cubicBezTo>
                      <a:lnTo>
                        <a:pt x="37909" y="90583"/>
                      </a:lnTo>
                      <a:cubicBezTo>
                        <a:pt x="36481" y="90583"/>
                        <a:pt x="36195" y="89821"/>
                        <a:pt x="36195" y="88773"/>
                      </a:cubicBezTo>
                      <a:lnTo>
                        <a:pt x="36195" y="88106"/>
                      </a:lnTo>
                      <a:lnTo>
                        <a:pt x="36767" y="84487"/>
                      </a:lnTo>
                      <a:cubicBezTo>
                        <a:pt x="29908" y="89345"/>
                        <a:pt x="25908" y="91440"/>
                        <a:pt x="18098" y="91440"/>
                      </a:cubicBezTo>
                      <a:cubicBezTo>
                        <a:pt x="8287" y="91440"/>
                        <a:pt x="0" y="85153"/>
                        <a:pt x="0" y="70961"/>
                      </a:cubicBezTo>
                      <a:cubicBezTo>
                        <a:pt x="0" y="68771"/>
                        <a:pt x="191" y="66484"/>
                        <a:pt x="667" y="64008"/>
                      </a:cubicBezTo>
                      <a:lnTo>
                        <a:pt x="2762" y="52578"/>
                      </a:lnTo>
                      <a:cubicBezTo>
                        <a:pt x="6382" y="32575"/>
                        <a:pt x="18955" y="26194"/>
                        <a:pt x="32861" y="26194"/>
                      </a:cubicBezTo>
                      <a:cubicBezTo>
                        <a:pt x="39815" y="26194"/>
                        <a:pt x="47244" y="27337"/>
                        <a:pt x="53150" y="28861"/>
                      </a:cubicBezTo>
                      <a:cubicBezTo>
                        <a:pt x="54674" y="29242"/>
                        <a:pt x="55245" y="29527"/>
                        <a:pt x="55245" y="30575"/>
                      </a:cubicBezTo>
                      <a:cubicBezTo>
                        <a:pt x="55245" y="30766"/>
                        <a:pt x="55245" y="31147"/>
                        <a:pt x="55150" y="31528"/>
                      </a:cubicBezTo>
                      <a:close/>
                      <a:moveTo>
                        <a:pt x="33052" y="34671"/>
                      </a:moveTo>
                      <a:cubicBezTo>
                        <a:pt x="21146" y="34671"/>
                        <a:pt x="15145" y="41243"/>
                        <a:pt x="12859" y="53530"/>
                      </a:cubicBezTo>
                      <a:lnTo>
                        <a:pt x="10763" y="65437"/>
                      </a:lnTo>
                      <a:cubicBezTo>
                        <a:pt x="10382" y="67151"/>
                        <a:pt x="10287" y="69056"/>
                        <a:pt x="10287" y="70771"/>
                      </a:cubicBezTo>
                      <a:cubicBezTo>
                        <a:pt x="10287" y="79724"/>
                        <a:pt x="14764" y="82772"/>
                        <a:pt x="20383" y="82772"/>
                      </a:cubicBezTo>
                      <a:cubicBezTo>
                        <a:pt x="26003" y="82772"/>
                        <a:pt x="30766" y="80296"/>
                        <a:pt x="37148" y="76009"/>
                      </a:cubicBezTo>
                      <a:lnTo>
                        <a:pt x="44196" y="35719"/>
                      </a:lnTo>
                      <a:cubicBezTo>
                        <a:pt x="41053" y="35147"/>
                        <a:pt x="37814" y="34576"/>
                        <a:pt x="32957" y="34576"/>
                      </a:cubicBezTo>
                      <a:close/>
                      <a:moveTo>
                        <a:pt x="58674" y="3239"/>
                      </a:moveTo>
                      <a:lnTo>
                        <a:pt x="58198" y="5906"/>
                      </a:lnTo>
                      <a:cubicBezTo>
                        <a:pt x="56769" y="13906"/>
                        <a:pt x="53721" y="18098"/>
                        <a:pt x="46387" y="18098"/>
                      </a:cubicBezTo>
                      <a:cubicBezTo>
                        <a:pt x="43815" y="18098"/>
                        <a:pt x="40291" y="17621"/>
                        <a:pt x="37624" y="15050"/>
                      </a:cubicBezTo>
                      <a:lnTo>
                        <a:pt x="32195" y="9906"/>
                      </a:lnTo>
                      <a:cubicBezTo>
                        <a:pt x="29908" y="7715"/>
                        <a:pt x="29337" y="7334"/>
                        <a:pt x="27908" y="7334"/>
                      </a:cubicBezTo>
                      <a:cubicBezTo>
                        <a:pt x="25146" y="7334"/>
                        <a:pt x="23717" y="9144"/>
                        <a:pt x="23241" y="12668"/>
                      </a:cubicBezTo>
                      <a:lnTo>
                        <a:pt x="22860" y="15050"/>
                      </a:lnTo>
                      <a:cubicBezTo>
                        <a:pt x="22765" y="16097"/>
                        <a:pt x="21908" y="17050"/>
                        <a:pt x="20860" y="17050"/>
                      </a:cubicBezTo>
                      <a:lnTo>
                        <a:pt x="16954" y="17050"/>
                      </a:lnTo>
                      <a:cubicBezTo>
                        <a:pt x="16002" y="17050"/>
                        <a:pt x="15431" y="16383"/>
                        <a:pt x="15431" y="15430"/>
                      </a:cubicBezTo>
                      <a:lnTo>
                        <a:pt x="15431" y="15050"/>
                      </a:lnTo>
                      <a:lnTo>
                        <a:pt x="15812" y="12668"/>
                      </a:lnTo>
                      <a:cubicBezTo>
                        <a:pt x="17050" y="3429"/>
                        <a:pt x="21622" y="0"/>
                        <a:pt x="27908" y="0"/>
                      </a:cubicBezTo>
                      <a:cubicBezTo>
                        <a:pt x="31337" y="0"/>
                        <a:pt x="33433" y="953"/>
                        <a:pt x="36481" y="3619"/>
                      </a:cubicBezTo>
                      <a:lnTo>
                        <a:pt x="42767" y="9334"/>
                      </a:lnTo>
                      <a:cubicBezTo>
                        <a:pt x="43815" y="10287"/>
                        <a:pt x="45434" y="10954"/>
                        <a:pt x="46482" y="10954"/>
                      </a:cubicBezTo>
                      <a:cubicBezTo>
                        <a:pt x="48768" y="10954"/>
                        <a:pt x="50197" y="9811"/>
                        <a:pt x="50863" y="5810"/>
                      </a:cubicBezTo>
                      <a:lnTo>
                        <a:pt x="51340" y="3143"/>
                      </a:lnTo>
                      <a:cubicBezTo>
                        <a:pt x="51530" y="2095"/>
                        <a:pt x="52292" y="1143"/>
                        <a:pt x="53340" y="1143"/>
                      </a:cubicBezTo>
                      <a:lnTo>
                        <a:pt x="57245" y="1143"/>
                      </a:lnTo>
                      <a:cubicBezTo>
                        <a:pt x="58198" y="1143"/>
                        <a:pt x="58769" y="1810"/>
                        <a:pt x="58769" y="2762"/>
                      </a:cubicBezTo>
                      <a:lnTo>
                        <a:pt x="58769" y="314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56" name="Google Shape;656;p13"/>
                <p:cNvSpPr/>
                <p:nvPr/>
              </p:nvSpPr>
              <p:spPr>
                <a:xfrm>
                  <a:off x="10272572" y="5730259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30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2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7" y="41815"/>
                        <a:pt x="10097" y="43910"/>
                      </a:cubicBezTo>
                      <a:cubicBezTo>
                        <a:pt x="10097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57" name="Google Shape;657;p13"/>
          <p:cNvGrpSpPr/>
          <p:nvPr/>
        </p:nvGrpSpPr>
        <p:grpSpPr>
          <a:xfrm>
            <a:off x="1904376" y="4731146"/>
            <a:ext cx="1685543" cy="410051"/>
            <a:chOff x="1920466" y="5406600"/>
            <a:chExt cx="1685543" cy="410051"/>
          </a:xfrm>
        </p:grpSpPr>
        <p:grpSp>
          <p:nvGrpSpPr>
            <p:cNvPr id="658" name="Google Shape;658;p13"/>
            <p:cNvGrpSpPr/>
            <p:nvPr/>
          </p:nvGrpSpPr>
          <p:grpSpPr>
            <a:xfrm>
              <a:off x="1920466" y="5406600"/>
              <a:ext cx="943069" cy="400526"/>
              <a:chOff x="1920466" y="5406600"/>
              <a:chExt cx="943069" cy="400526"/>
            </a:xfrm>
          </p:grpSpPr>
          <p:sp>
            <p:nvSpPr>
              <p:cNvPr id="659" name="Google Shape;659;p13"/>
              <p:cNvSpPr/>
              <p:nvPr/>
            </p:nvSpPr>
            <p:spPr>
              <a:xfrm>
                <a:off x="1920466" y="5406600"/>
                <a:ext cx="326516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26516" h="400526" extrusionOk="0">
                    <a:moveTo>
                      <a:pt x="323088" y="171355"/>
                    </a:moveTo>
                    <a:lnTo>
                      <a:pt x="313658" y="229172"/>
                    </a:lnTo>
                    <a:cubicBezTo>
                      <a:pt x="293942" y="349472"/>
                      <a:pt x="232124" y="400526"/>
                      <a:pt x="124492" y="400526"/>
                    </a:cubicBezTo>
                    <a:cubicBezTo>
                      <a:pt x="77534" y="400526"/>
                      <a:pt x="37529" y="396335"/>
                      <a:pt x="12859" y="391573"/>
                    </a:cubicBezTo>
                    <a:cubicBezTo>
                      <a:pt x="4477" y="389954"/>
                      <a:pt x="0" y="386334"/>
                      <a:pt x="0" y="377381"/>
                    </a:cubicBezTo>
                    <a:cubicBezTo>
                      <a:pt x="0" y="375285"/>
                      <a:pt x="0" y="373666"/>
                      <a:pt x="476" y="371094"/>
                    </a:cubicBezTo>
                    <a:lnTo>
                      <a:pt x="57341" y="29432"/>
                    </a:lnTo>
                    <a:cubicBezTo>
                      <a:pt x="59817" y="15240"/>
                      <a:pt x="65723" y="11049"/>
                      <a:pt x="76581" y="8954"/>
                    </a:cubicBezTo>
                    <a:cubicBezTo>
                      <a:pt x="102775" y="4191"/>
                      <a:pt x="143732" y="0"/>
                      <a:pt x="191167" y="0"/>
                    </a:cubicBezTo>
                    <a:cubicBezTo>
                      <a:pt x="274130" y="0"/>
                      <a:pt x="326517" y="45720"/>
                      <a:pt x="326517" y="131350"/>
                    </a:cubicBezTo>
                    <a:cubicBezTo>
                      <a:pt x="326517" y="143923"/>
                      <a:pt x="325565" y="157067"/>
                      <a:pt x="323088" y="171260"/>
                    </a:cubicBezTo>
                    <a:close/>
                    <a:moveTo>
                      <a:pt x="175831" y="91440"/>
                    </a:moveTo>
                    <a:cubicBezTo>
                      <a:pt x="169450" y="91440"/>
                      <a:pt x="151162" y="91916"/>
                      <a:pt x="147638" y="91916"/>
                    </a:cubicBezTo>
                    <a:lnTo>
                      <a:pt x="111538" y="308991"/>
                    </a:lnTo>
                    <a:cubicBezTo>
                      <a:pt x="114967" y="309467"/>
                      <a:pt x="133255" y="309467"/>
                      <a:pt x="139732" y="309467"/>
                    </a:cubicBezTo>
                    <a:cubicBezTo>
                      <a:pt x="179261" y="309467"/>
                      <a:pt x="201930" y="292608"/>
                      <a:pt x="212312" y="229076"/>
                    </a:cubicBezTo>
                    <a:lnTo>
                      <a:pt x="221742" y="171260"/>
                    </a:lnTo>
                    <a:cubicBezTo>
                      <a:pt x="223742" y="158687"/>
                      <a:pt x="224695" y="147638"/>
                      <a:pt x="224695" y="138684"/>
                    </a:cubicBezTo>
                    <a:cubicBezTo>
                      <a:pt x="224695" y="100870"/>
                      <a:pt x="207455" y="91345"/>
                      <a:pt x="175831" y="91345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0" name="Google Shape;660;p13"/>
              <p:cNvSpPr/>
              <p:nvPr/>
            </p:nvSpPr>
            <p:spPr>
              <a:xfrm>
                <a:off x="2274605" y="5406600"/>
                <a:ext cx="280130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400526" extrusionOk="0">
                    <a:moveTo>
                      <a:pt x="280130" y="16859"/>
                    </a:moveTo>
                    <a:lnTo>
                      <a:pt x="269748" y="80963"/>
                    </a:lnTo>
                    <a:cubicBezTo>
                      <a:pt x="268796" y="86773"/>
                      <a:pt x="263366" y="91440"/>
                      <a:pt x="257842" y="91440"/>
                    </a:cubicBezTo>
                    <a:lnTo>
                      <a:pt x="158020" y="91440"/>
                    </a:lnTo>
                    <a:cubicBezTo>
                      <a:pt x="140208" y="91440"/>
                      <a:pt x="133350" y="97727"/>
                      <a:pt x="129826" y="117729"/>
                    </a:cubicBezTo>
                    <a:lnTo>
                      <a:pt x="123444" y="156115"/>
                    </a:lnTo>
                    <a:lnTo>
                      <a:pt x="244983" y="156115"/>
                    </a:lnTo>
                    <a:cubicBezTo>
                      <a:pt x="249936" y="156115"/>
                      <a:pt x="253365" y="159830"/>
                      <a:pt x="253365" y="165068"/>
                    </a:cubicBezTo>
                    <a:lnTo>
                      <a:pt x="253365" y="166688"/>
                    </a:lnTo>
                    <a:lnTo>
                      <a:pt x="242983" y="228695"/>
                    </a:lnTo>
                    <a:cubicBezTo>
                      <a:pt x="242030" y="234506"/>
                      <a:pt x="237077" y="239173"/>
                      <a:pt x="231648" y="239173"/>
                    </a:cubicBezTo>
                    <a:lnTo>
                      <a:pt x="110109" y="239173"/>
                    </a:lnTo>
                    <a:lnTo>
                      <a:pt x="102679" y="282797"/>
                    </a:lnTo>
                    <a:cubicBezTo>
                      <a:pt x="102203" y="286988"/>
                      <a:pt x="101727" y="290132"/>
                      <a:pt x="101727" y="293275"/>
                    </a:cubicBezTo>
                    <a:cubicBezTo>
                      <a:pt x="101727" y="305372"/>
                      <a:pt x="107632" y="309086"/>
                      <a:pt x="122015" y="309086"/>
                    </a:cubicBezTo>
                    <a:lnTo>
                      <a:pt x="221837" y="309086"/>
                    </a:lnTo>
                    <a:cubicBezTo>
                      <a:pt x="226790" y="309086"/>
                      <a:pt x="230219" y="312801"/>
                      <a:pt x="230219" y="318040"/>
                    </a:cubicBezTo>
                    <a:lnTo>
                      <a:pt x="230219" y="319659"/>
                    </a:lnTo>
                    <a:lnTo>
                      <a:pt x="219361" y="383762"/>
                    </a:lnTo>
                    <a:cubicBezTo>
                      <a:pt x="218408" y="390049"/>
                      <a:pt x="214408" y="393192"/>
                      <a:pt x="208026" y="394240"/>
                    </a:cubicBezTo>
                    <a:cubicBezTo>
                      <a:pt x="188786" y="396907"/>
                      <a:pt x="158591" y="400526"/>
                      <a:pt x="110680" y="400526"/>
                    </a:cubicBezTo>
                    <a:cubicBezTo>
                      <a:pt x="52864" y="400526"/>
                      <a:pt x="0" y="378428"/>
                      <a:pt x="0" y="309563"/>
                    </a:cubicBezTo>
                    <a:cubicBezTo>
                      <a:pt x="0" y="301181"/>
                      <a:pt x="952" y="292227"/>
                      <a:pt x="2476" y="282797"/>
                    </a:cubicBezTo>
                    <a:lnTo>
                      <a:pt x="29623" y="117729"/>
                    </a:lnTo>
                    <a:cubicBezTo>
                      <a:pt x="46958" y="11525"/>
                      <a:pt x="106299" y="0"/>
                      <a:pt x="175927" y="0"/>
                    </a:cubicBezTo>
                    <a:cubicBezTo>
                      <a:pt x="223838" y="0"/>
                      <a:pt x="253937" y="3715"/>
                      <a:pt x="272225" y="6287"/>
                    </a:cubicBezTo>
                    <a:cubicBezTo>
                      <a:pt x="277654" y="6858"/>
                      <a:pt x="280130" y="9430"/>
                      <a:pt x="280130" y="14669"/>
                    </a:cubicBezTo>
                    <a:lnTo>
                      <a:pt x="280130" y="16764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1" name="Google Shape;661;p13"/>
              <p:cNvSpPr/>
              <p:nvPr/>
            </p:nvSpPr>
            <p:spPr>
              <a:xfrm>
                <a:off x="2583024" y="5411838"/>
                <a:ext cx="280511" cy="390429"/>
              </a:xfrm>
              <a:custGeom>
                <a:avLst/>
                <a:gdLst/>
                <a:ahLst/>
                <a:cxnLst/>
                <a:rect l="l" t="t" r="r" b="b"/>
                <a:pathLst>
                  <a:path w="280511" h="390429" extrusionOk="0">
                    <a:moveTo>
                      <a:pt x="280511" y="10001"/>
                    </a:moveTo>
                    <a:lnTo>
                      <a:pt x="269177" y="77248"/>
                    </a:lnTo>
                    <a:cubicBezTo>
                      <a:pt x="268224" y="83058"/>
                      <a:pt x="262795" y="87249"/>
                      <a:pt x="257270" y="87249"/>
                    </a:cubicBezTo>
                    <a:lnTo>
                      <a:pt x="183642" y="87249"/>
                    </a:lnTo>
                    <a:lnTo>
                      <a:pt x="135255" y="379952"/>
                    </a:lnTo>
                    <a:cubicBezTo>
                      <a:pt x="134303" y="385763"/>
                      <a:pt x="128873" y="390430"/>
                      <a:pt x="123444" y="390430"/>
                    </a:cubicBezTo>
                    <a:lnTo>
                      <a:pt x="42958" y="390430"/>
                    </a:lnTo>
                    <a:cubicBezTo>
                      <a:pt x="38005" y="390430"/>
                      <a:pt x="35052" y="386715"/>
                      <a:pt x="35052" y="382048"/>
                    </a:cubicBezTo>
                    <a:lnTo>
                      <a:pt x="35052" y="379952"/>
                    </a:lnTo>
                    <a:lnTo>
                      <a:pt x="83439" y="87249"/>
                    </a:lnTo>
                    <a:lnTo>
                      <a:pt x="8382" y="87249"/>
                    </a:lnTo>
                    <a:cubicBezTo>
                      <a:pt x="3429" y="87249"/>
                      <a:pt x="0" y="84106"/>
                      <a:pt x="0" y="78867"/>
                    </a:cubicBezTo>
                    <a:lnTo>
                      <a:pt x="0" y="77248"/>
                    </a:lnTo>
                    <a:lnTo>
                      <a:pt x="11335" y="10001"/>
                    </a:lnTo>
                    <a:cubicBezTo>
                      <a:pt x="12287" y="4191"/>
                      <a:pt x="17240" y="0"/>
                      <a:pt x="22670" y="0"/>
                    </a:cubicBezTo>
                    <a:lnTo>
                      <a:pt x="271653" y="0"/>
                    </a:lnTo>
                    <a:cubicBezTo>
                      <a:pt x="276606" y="0"/>
                      <a:pt x="280511" y="3715"/>
                      <a:pt x="280511" y="8382"/>
                    </a:cubicBezTo>
                    <a:lnTo>
                      <a:pt x="280511" y="10001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62" name="Google Shape;662;p13"/>
            <p:cNvGrpSpPr/>
            <p:nvPr/>
          </p:nvGrpSpPr>
          <p:grpSpPr>
            <a:xfrm>
              <a:off x="3001433" y="5408028"/>
              <a:ext cx="604576" cy="408623"/>
              <a:chOff x="3001433" y="5408028"/>
              <a:chExt cx="604576" cy="408623"/>
            </a:xfrm>
          </p:grpSpPr>
          <p:grpSp>
            <p:nvGrpSpPr>
              <p:cNvPr id="663" name="Google Shape;663;p13"/>
              <p:cNvGrpSpPr/>
              <p:nvPr/>
            </p:nvGrpSpPr>
            <p:grpSpPr>
              <a:xfrm>
                <a:off x="3023416" y="5408028"/>
                <a:ext cx="582593" cy="88582"/>
                <a:chOff x="3023416" y="5408028"/>
                <a:chExt cx="582593" cy="88582"/>
              </a:xfrm>
            </p:grpSpPr>
            <p:sp>
              <p:nvSpPr>
                <p:cNvPr id="664" name="Google Shape;664;p13"/>
                <p:cNvSpPr/>
                <p:nvPr/>
              </p:nvSpPr>
              <p:spPr>
                <a:xfrm>
                  <a:off x="3023416" y="5409076"/>
                  <a:ext cx="67767" cy="875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767" h="87534" extrusionOk="0">
                      <a:moveTo>
                        <a:pt x="67005" y="35909"/>
                      </a:moveTo>
                      <a:lnTo>
                        <a:pt x="64338" y="51530"/>
                      </a:lnTo>
                      <a:cubicBezTo>
                        <a:pt x="59956" y="77057"/>
                        <a:pt x="45097" y="87535"/>
                        <a:pt x="22904" y="87535"/>
                      </a:cubicBezTo>
                      <a:cubicBezTo>
                        <a:pt x="14141" y="87535"/>
                        <a:pt x="5378" y="86963"/>
                        <a:pt x="2045" y="86392"/>
                      </a:cubicBezTo>
                      <a:cubicBezTo>
                        <a:pt x="235" y="86011"/>
                        <a:pt x="-146" y="85154"/>
                        <a:pt x="44" y="83534"/>
                      </a:cubicBezTo>
                      <a:lnTo>
                        <a:pt x="14046" y="4001"/>
                      </a:lnTo>
                      <a:cubicBezTo>
                        <a:pt x="14427" y="2381"/>
                        <a:pt x="15475" y="1334"/>
                        <a:pt x="16903" y="1143"/>
                      </a:cubicBezTo>
                      <a:cubicBezTo>
                        <a:pt x="20332" y="572"/>
                        <a:pt x="29381" y="0"/>
                        <a:pt x="38239" y="0"/>
                      </a:cubicBezTo>
                      <a:cubicBezTo>
                        <a:pt x="55956" y="0"/>
                        <a:pt x="67767" y="8763"/>
                        <a:pt x="67767" y="27146"/>
                      </a:cubicBezTo>
                      <a:cubicBezTo>
                        <a:pt x="67767" y="29909"/>
                        <a:pt x="67576" y="32861"/>
                        <a:pt x="67005" y="36100"/>
                      </a:cubicBezTo>
                      <a:close/>
                      <a:moveTo>
                        <a:pt x="36620" y="8858"/>
                      </a:moveTo>
                      <a:cubicBezTo>
                        <a:pt x="31191" y="8858"/>
                        <a:pt x="27572" y="8954"/>
                        <a:pt x="23762" y="9239"/>
                      </a:cubicBezTo>
                      <a:lnTo>
                        <a:pt x="11570" y="78295"/>
                      </a:lnTo>
                      <a:cubicBezTo>
                        <a:pt x="15284" y="78486"/>
                        <a:pt x="18999" y="78486"/>
                        <a:pt x="24428" y="78486"/>
                      </a:cubicBezTo>
                      <a:cubicBezTo>
                        <a:pt x="37954" y="78486"/>
                        <a:pt x="50336" y="71533"/>
                        <a:pt x="53765" y="51530"/>
                      </a:cubicBezTo>
                      <a:lnTo>
                        <a:pt x="56432" y="35909"/>
                      </a:lnTo>
                      <a:cubicBezTo>
                        <a:pt x="57004" y="32766"/>
                        <a:pt x="57194" y="30004"/>
                        <a:pt x="57194" y="27527"/>
                      </a:cubicBezTo>
                      <a:cubicBezTo>
                        <a:pt x="57194" y="13145"/>
                        <a:pt x="48431" y="8858"/>
                        <a:pt x="36620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5" name="Google Shape;665;p13"/>
                <p:cNvSpPr/>
                <p:nvPr/>
              </p:nvSpPr>
              <p:spPr>
                <a:xfrm>
                  <a:off x="3097677" y="540802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0" y="24098"/>
                        <a:pt x="20843" y="24575"/>
                        <a:pt x="20462" y="26384"/>
                      </a:cubicBezTo>
                      <a:lnTo>
                        <a:pt x="10175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6" name="Google Shape;666;p13"/>
                <p:cNvSpPr/>
                <p:nvPr/>
              </p:nvSpPr>
              <p:spPr>
                <a:xfrm>
                  <a:off x="3125032" y="5431269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3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3" y="2096"/>
                      </a:cubicBezTo>
                      <a:lnTo>
                        <a:pt x="38255" y="6953"/>
                      </a:lnTo>
                      <a:cubicBezTo>
                        <a:pt x="38065" y="8192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7"/>
                        <a:pt x="18539" y="13716"/>
                      </a:cubicBezTo>
                      <a:lnTo>
                        <a:pt x="10061" y="62294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7" name="Google Shape;667;p13"/>
                <p:cNvSpPr/>
                <p:nvPr/>
              </p:nvSpPr>
              <p:spPr>
                <a:xfrm>
                  <a:off x="3163764" y="5431364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5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7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6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8" name="Google Shape;668;p13"/>
                <p:cNvSpPr/>
                <p:nvPr/>
              </p:nvSpPr>
              <p:spPr>
                <a:xfrm>
                  <a:off x="3225054" y="5417529"/>
                  <a:ext cx="39073" cy="79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73" h="79081" extrusionOk="0">
                      <a:moveTo>
                        <a:pt x="37199" y="14598"/>
                      </a:moveTo>
                      <a:cubicBezTo>
                        <a:pt x="38627" y="14598"/>
                        <a:pt x="39294" y="15264"/>
                        <a:pt x="39008" y="16884"/>
                      </a:cubicBezTo>
                      <a:lnTo>
                        <a:pt x="38342" y="20789"/>
                      </a:lnTo>
                      <a:cubicBezTo>
                        <a:pt x="37961" y="22884"/>
                        <a:pt x="36913" y="23075"/>
                        <a:pt x="35675" y="23075"/>
                      </a:cubicBezTo>
                      <a:lnTo>
                        <a:pt x="23197" y="23075"/>
                      </a:lnTo>
                      <a:lnTo>
                        <a:pt x="16053" y="63747"/>
                      </a:lnTo>
                      <a:cubicBezTo>
                        <a:pt x="15863" y="65175"/>
                        <a:pt x="15672" y="66223"/>
                        <a:pt x="15672" y="67080"/>
                      </a:cubicBezTo>
                      <a:cubicBezTo>
                        <a:pt x="15672" y="70414"/>
                        <a:pt x="17291" y="70795"/>
                        <a:pt x="21006" y="70795"/>
                      </a:cubicBezTo>
                      <a:lnTo>
                        <a:pt x="28055" y="70795"/>
                      </a:lnTo>
                      <a:cubicBezTo>
                        <a:pt x="29293" y="70795"/>
                        <a:pt x="29864" y="71176"/>
                        <a:pt x="29674" y="72414"/>
                      </a:cubicBezTo>
                      <a:lnTo>
                        <a:pt x="29007" y="76510"/>
                      </a:lnTo>
                      <a:cubicBezTo>
                        <a:pt x="28817" y="77558"/>
                        <a:pt x="28245" y="78225"/>
                        <a:pt x="26531" y="78510"/>
                      </a:cubicBezTo>
                      <a:cubicBezTo>
                        <a:pt x="24245" y="78891"/>
                        <a:pt x="21387" y="79082"/>
                        <a:pt x="19196" y="79082"/>
                      </a:cubicBezTo>
                      <a:cubicBezTo>
                        <a:pt x="11291" y="79082"/>
                        <a:pt x="5290" y="76034"/>
                        <a:pt x="5290" y="68033"/>
                      </a:cubicBezTo>
                      <a:cubicBezTo>
                        <a:pt x="5290" y="66509"/>
                        <a:pt x="5385" y="65366"/>
                        <a:pt x="5766" y="63556"/>
                      </a:cubicBezTo>
                      <a:lnTo>
                        <a:pt x="12910" y="23170"/>
                      </a:lnTo>
                      <a:lnTo>
                        <a:pt x="1861" y="21932"/>
                      </a:lnTo>
                      <a:cubicBezTo>
                        <a:pt x="718" y="21837"/>
                        <a:pt x="-235" y="20979"/>
                        <a:pt x="51" y="19836"/>
                      </a:cubicBezTo>
                      <a:lnTo>
                        <a:pt x="623" y="16693"/>
                      </a:lnTo>
                      <a:cubicBezTo>
                        <a:pt x="1004" y="15074"/>
                        <a:pt x="1861" y="14598"/>
                        <a:pt x="3194" y="14598"/>
                      </a:cubicBezTo>
                      <a:lnTo>
                        <a:pt x="14434" y="14598"/>
                      </a:lnTo>
                      <a:lnTo>
                        <a:pt x="16244" y="3263"/>
                      </a:lnTo>
                      <a:cubicBezTo>
                        <a:pt x="16434" y="2120"/>
                        <a:pt x="17482" y="1167"/>
                        <a:pt x="18815" y="977"/>
                      </a:cubicBezTo>
                      <a:lnTo>
                        <a:pt x="24911" y="24"/>
                      </a:lnTo>
                      <a:cubicBezTo>
                        <a:pt x="26531" y="-166"/>
                        <a:pt x="26912" y="786"/>
                        <a:pt x="26626" y="2025"/>
                      </a:cubicBezTo>
                      <a:lnTo>
                        <a:pt x="24530" y="14693"/>
                      </a:lnTo>
                      <a:lnTo>
                        <a:pt x="37008" y="146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9" name="Google Shape;669;p13"/>
                <p:cNvSpPr/>
                <p:nvPr/>
              </p:nvSpPr>
              <p:spPr>
                <a:xfrm>
                  <a:off x="3264919" y="5431269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2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337" y="8954"/>
                      </a:moveTo>
                      <a:cubicBezTo>
                        <a:pt x="21241" y="8954"/>
                        <a:pt x="14288" y="16478"/>
                        <a:pt x="12383" y="28289"/>
                      </a:cubicBezTo>
                      <a:lnTo>
                        <a:pt x="10858" y="37052"/>
                      </a:lnTo>
                      <a:cubicBezTo>
                        <a:pt x="10382" y="39624"/>
                        <a:pt x="10192" y="41815"/>
                        <a:pt x="10192" y="43910"/>
                      </a:cubicBezTo>
                      <a:cubicBezTo>
                        <a:pt x="10192" y="52102"/>
                        <a:pt x="13907" y="56388"/>
                        <a:pt x="22955" y="56388"/>
                      </a:cubicBezTo>
                      <a:cubicBezTo>
                        <a:pt x="33147" y="56388"/>
                        <a:pt x="40100" y="48387"/>
                        <a:pt x="42101" y="37052"/>
                      </a:cubicBezTo>
                      <a:lnTo>
                        <a:pt x="43625" y="28289"/>
                      </a:lnTo>
                      <a:cubicBezTo>
                        <a:pt x="44101" y="25908"/>
                        <a:pt x="44196" y="23622"/>
                        <a:pt x="44196" y="21717"/>
                      </a:cubicBezTo>
                      <a:cubicBezTo>
                        <a:pt x="44196" y="13335"/>
                        <a:pt x="40481" y="8954"/>
                        <a:pt x="31433" y="895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0" name="Google Shape;670;p13"/>
                <p:cNvSpPr/>
                <p:nvPr/>
              </p:nvSpPr>
              <p:spPr>
                <a:xfrm>
                  <a:off x="3326296" y="5431269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3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2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7"/>
                        <a:pt x="18538" y="13716"/>
                      </a:cubicBezTo>
                      <a:lnTo>
                        <a:pt x="10061" y="62294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1" name="Google Shape;671;p13"/>
                <p:cNvSpPr/>
                <p:nvPr/>
              </p:nvSpPr>
              <p:spPr>
                <a:xfrm>
                  <a:off x="3367235" y="540802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5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2" name="Google Shape;672;p13"/>
                <p:cNvSpPr/>
                <p:nvPr/>
              </p:nvSpPr>
              <p:spPr>
                <a:xfrm>
                  <a:off x="3394840" y="5431269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10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3"/>
                      </a:moveTo>
                      <a:cubicBezTo>
                        <a:pt x="21050" y="8573"/>
                        <a:pt x="15050" y="15145"/>
                        <a:pt x="12764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3" name="Google Shape;673;p13"/>
                <p:cNvSpPr/>
                <p:nvPr/>
              </p:nvSpPr>
              <p:spPr>
                <a:xfrm>
                  <a:off x="3489042" y="5408600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5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5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4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4" name="Google Shape;674;p13"/>
                <p:cNvSpPr/>
                <p:nvPr/>
              </p:nvSpPr>
              <p:spPr>
                <a:xfrm>
                  <a:off x="3551907" y="5431364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5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7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6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75" name="Google Shape;675;p13"/>
              <p:cNvGrpSpPr/>
              <p:nvPr/>
            </p:nvGrpSpPr>
            <p:grpSpPr>
              <a:xfrm>
                <a:off x="3014697" y="5553570"/>
                <a:ext cx="564737" cy="112299"/>
                <a:chOff x="3014697" y="5553570"/>
                <a:chExt cx="564737" cy="112299"/>
              </a:xfrm>
            </p:grpSpPr>
            <p:sp>
              <p:nvSpPr>
                <p:cNvPr id="676" name="Google Shape;676;p13"/>
                <p:cNvSpPr/>
                <p:nvPr/>
              </p:nvSpPr>
              <p:spPr>
                <a:xfrm>
                  <a:off x="3014697" y="5557285"/>
                  <a:ext cx="60151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87630" extrusionOk="0">
                      <a:moveTo>
                        <a:pt x="18669" y="21527"/>
                      </a:moveTo>
                      <a:lnTo>
                        <a:pt x="15907" y="37624"/>
                      </a:lnTo>
                      <a:lnTo>
                        <a:pt x="51435" y="37624"/>
                      </a:lnTo>
                      <a:cubicBezTo>
                        <a:pt x="52673" y="37624"/>
                        <a:pt x="53531" y="38195"/>
                        <a:pt x="53245" y="39910"/>
                      </a:cubicBezTo>
                      <a:lnTo>
                        <a:pt x="52578" y="44291"/>
                      </a:lnTo>
                      <a:cubicBezTo>
                        <a:pt x="52388" y="45530"/>
                        <a:pt x="51816" y="46577"/>
                        <a:pt x="49816" y="46577"/>
                      </a:cubicBezTo>
                      <a:lnTo>
                        <a:pt x="14288" y="46577"/>
                      </a:lnTo>
                      <a:lnTo>
                        <a:pt x="10954" y="66008"/>
                      </a:lnTo>
                      <a:cubicBezTo>
                        <a:pt x="10573" y="67818"/>
                        <a:pt x="10382" y="69342"/>
                        <a:pt x="10382" y="70771"/>
                      </a:cubicBezTo>
                      <a:cubicBezTo>
                        <a:pt x="10382" y="76009"/>
                        <a:pt x="13240" y="78105"/>
                        <a:pt x="23051" y="78105"/>
                      </a:cubicBezTo>
                      <a:lnTo>
                        <a:pt x="45053" y="78105"/>
                      </a:lnTo>
                      <a:cubicBezTo>
                        <a:pt x="46196" y="78105"/>
                        <a:pt x="46673" y="78296"/>
                        <a:pt x="46482" y="79534"/>
                      </a:cubicBezTo>
                      <a:lnTo>
                        <a:pt x="45434" y="85249"/>
                      </a:lnTo>
                      <a:cubicBezTo>
                        <a:pt x="45339" y="85916"/>
                        <a:pt x="45244" y="86678"/>
                        <a:pt x="44006" y="86868"/>
                      </a:cubicBezTo>
                      <a:cubicBezTo>
                        <a:pt x="40672" y="87249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59912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525"/>
                        <a:pt x="57531" y="9525"/>
                      </a:cubicBezTo>
                      <a:lnTo>
                        <a:pt x="35147" y="9525"/>
                      </a:lnTo>
                      <a:cubicBezTo>
                        <a:pt x="22860" y="9525"/>
                        <a:pt x="20193" y="12764"/>
                        <a:pt x="18669" y="2152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7" name="Google Shape;677;p13"/>
                <p:cNvSpPr/>
                <p:nvPr/>
              </p:nvSpPr>
              <p:spPr>
                <a:xfrm>
                  <a:off x="3076229" y="5556999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39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5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528"/>
                      </a:moveTo>
                      <a:cubicBezTo>
                        <a:pt x="19526" y="31528"/>
                        <a:pt x="14383" y="39719"/>
                        <a:pt x="12287" y="50959"/>
                      </a:cubicBezTo>
                      <a:lnTo>
                        <a:pt x="10763" y="59341"/>
                      </a:lnTo>
                      <a:cubicBezTo>
                        <a:pt x="10287" y="62103"/>
                        <a:pt x="10001" y="64675"/>
                        <a:pt x="10001" y="66865"/>
                      </a:cubicBezTo>
                      <a:cubicBezTo>
                        <a:pt x="10001" y="74771"/>
                        <a:pt x="13430" y="79058"/>
                        <a:pt x="22384" y="79058"/>
                      </a:cubicBezTo>
                      <a:cubicBezTo>
                        <a:pt x="26289" y="79058"/>
                        <a:pt x="32004" y="78676"/>
                        <a:pt x="36100" y="78391"/>
                      </a:cubicBezTo>
                      <a:lnTo>
                        <a:pt x="44196" y="32385"/>
                      </a:lnTo>
                      <a:cubicBezTo>
                        <a:pt x="40481" y="31718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8" name="Google Shape;678;p13"/>
                <p:cNvSpPr/>
                <p:nvPr/>
              </p:nvSpPr>
              <p:spPr>
                <a:xfrm>
                  <a:off x="3140428" y="5580431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7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5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6"/>
                        <a:pt x="191" y="41719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1"/>
                        <a:pt x="8668" y="0"/>
                        <a:pt x="9906" y="0"/>
                      </a:cubicBezTo>
                      <a:lnTo>
                        <a:pt x="15430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7" y="40386"/>
                      </a:lnTo>
                      <a:cubicBezTo>
                        <a:pt x="10001" y="42958"/>
                        <a:pt x="9811" y="45148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4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" name="Google Shape;679;p13"/>
                <p:cNvSpPr/>
                <p:nvPr/>
              </p:nvSpPr>
              <p:spPr>
                <a:xfrm>
                  <a:off x="3203674" y="5579573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8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4"/>
                        <a:pt x="30289" y="8954"/>
                      </a:cubicBezTo>
                      <a:cubicBezTo>
                        <a:pt x="21050" y="8954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0" name="Google Shape;680;p13"/>
                <p:cNvSpPr/>
                <p:nvPr/>
              </p:nvSpPr>
              <p:spPr>
                <a:xfrm>
                  <a:off x="3254346" y="5579669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10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4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1" name="Google Shape;681;p13"/>
                <p:cNvSpPr/>
                <p:nvPr/>
              </p:nvSpPr>
              <p:spPr>
                <a:xfrm>
                  <a:off x="3316640" y="5579764"/>
                  <a:ext cx="48005" cy="8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5" h="86105" extrusionOk="0">
                      <a:moveTo>
                        <a:pt x="47816" y="3715"/>
                      </a:moveTo>
                      <a:lnTo>
                        <a:pt x="47149" y="7906"/>
                      </a:lnTo>
                      <a:cubicBezTo>
                        <a:pt x="46958" y="9049"/>
                        <a:pt x="45720" y="9620"/>
                        <a:pt x="44672" y="9620"/>
                      </a:cubicBezTo>
                      <a:lnTo>
                        <a:pt x="44291" y="9620"/>
                      </a:lnTo>
                      <a:cubicBezTo>
                        <a:pt x="39338" y="9049"/>
                        <a:pt x="35814" y="8858"/>
                        <a:pt x="30194" y="8858"/>
                      </a:cubicBezTo>
                      <a:cubicBezTo>
                        <a:pt x="20955" y="8858"/>
                        <a:pt x="14192" y="16192"/>
                        <a:pt x="12192" y="28099"/>
                      </a:cubicBezTo>
                      <a:lnTo>
                        <a:pt x="10668" y="37147"/>
                      </a:lnTo>
                      <a:cubicBezTo>
                        <a:pt x="10192" y="39815"/>
                        <a:pt x="10001" y="42005"/>
                        <a:pt x="10001" y="44101"/>
                      </a:cubicBezTo>
                      <a:cubicBezTo>
                        <a:pt x="10001" y="52864"/>
                        <a:pt x="14192" y="56388"/>
                        <a:pt x="21717" y="56388"/>
                      </a:cubicBezTo>
                      <a:cubicBezTo>
                        <a:pt x="27432" y="56388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1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7" y="0"/>
                        <a:pt x="42291" y="571"/>
                        <a:pt x="46006" y="1238"/>
                      </a:cubicBezTo>
                      <a:cubicBezTo>
                        <a:pt x="47434" y="1429"/>
                        <a:pt x="48006" y="1905"/>
                        <a:pt x="48006" y="2953"/>
                      </a:cubicBezTo>
                      <a:cubicBezTo>
                        <a:pt x="48006" y="3143"/>
                        <a:pt x="47911" y="3429"/>
                        <a:pt x="47911" y="3810"/>
                      </a:cubicBezTo>
                      <a:close/>
                      <a:moveTo>
                        <a:pt x="25813" y="69818"/>
                      </a:moveTo>
                      <a:lnTo>
                        <a:pt x="10096" y="84392"/>
                      </a:lnTo>
                      <a:cubicBezTo>
                        <a:pt x="8858" y="85534"/>
                        <a:pt x="8477" y="86106"/>
                        <a:pt x="7239" y="86106"/>
                      </a:cubicBezTo>
                      <a:lnTo>
                        <a:pt x="952" y="86106"/>
                      </a:lnTo>
                      <a:cubicBezTo>
                        <a:pt x="381" y="86106"/>
                        <a:pt x="0" y="85916"/>
                        <a:pt x="0" y="85439"/>
                      </a:cubicBezTo>
                      <a:cubicBezTo>
                        <a:pt x="0" y="85058"/>
                        <a:pt x="191" y="84677"/>
                        <a:pt x="667" y="84201"/>
                      </a:cubicBezTo>
                      <a:lnTo>
                        <a:pt x="14478" y="69818"/>
                      </a:lnTo>
                      <a:cubicBezTo>
                        <a:pt x="15716" y="68580"/>
                        <a:pt x="16192" y="68104"/>
                        <a:pt x="17621" y="68104"/>
                      </a:cubicBezTo>
                      <a:lnTo>
                        <a:pt x="25241" y="68104"/>
                      </a:lnTo>
                      <a:cubicBezTo>
                        <a:pt x="25908" y="68104"/>
                        <a:pt x="26384" y="68294"/>
                        <a:pt x="26384" y="68770"/>
                      </a:cubicBezTo>
                      <a:cubicBezTo>
                        <a:pt x="26384" y="68961"/>
                        <a:pt x="26289" y="69342"/>
                        <a:pt x="25813" y="6981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2" name="Google Shape;682;p13"/>
                <p:cNvSpPr/>
                <p:nvPr/>
              </p:nvSpPr>
              <p:spPr>
                <a:xfrm>
                  <a:off x="3367789" y="5553570"/>
                  <a:ext cx="58674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74" h="91440" extrusionOk="0">
                      <a:moveTo>
                        <a:pt x="55245" y="31432"/>
                      </a:moveTo>
                      <a:lnTo>
                        <a:pt x="45244" y="88297"/>
                      </a:lnTo>
                      <a:cubicBezTo>
                        <a:pt x="45053" y="89535"/>
                        <a:pt x="43815" y="90583"/>
                        <a:pt x="42577" y="90583"/>
                      </a:cubicBezTo>
                      <a:lnTo>
                        <a:pt x="37909" y="90583"/>
                      </a:lnTo>
                      <a:cubicBezTo>
                        <a:pt x="36481" y="90583"/>
                        <a:pt x="36195" y="89821"/>
                        <a:pt x="36195" y="88773"/>
                      </a:cubicBezTo>
                      <a:lnTo>
                        <a:pt x="36195" y="88106"/>
                      </a:lnTo>
                      <a:lnTo>
                        <a:pt x="36767" y="84487"/>
                      </a:lnTo>
                      <a:cubicBezTo>
                        <a:pt x="29908" y="89344"/>
                        <a:pt x="25908" y="91440"/>
                        <a:pt x="18098" y="91440"/>
                      </a:cubicBezTo>
                      <a:cubicBezTo>
                        <a:pt x="8287" y="91440"/>
                        <a:pt x="0" y="85154"/>
                        <a:pt x="0" y="70961"/>
                      </a:cubicBezTo>
                      <a:cubicBezTo>
                        <a:pt x="0" y="68770"/>
                        <a:pt x="191" y="66484"/>
                        <a:pt x="667" y="64008"/>
                      </a:cubicBezTo>
                      <a:lnTo>
                        <a:pt x="2762" y="52578"/>
                      </a:lnTo>
                      <a:cubicBezTo>
                        <a:pt x="6382" y="32576"/>
                        <a:pt x="18955" y="26194"/>
                        <a:pt x="32861" y="26194"/>
                      </a:cubicBezTo>
                      <a:cubicBezTo>
                        <a:pt x="39815" y="26194"/>
                        <a:pt x="47244" y="27337"/>
                        <a:pt x="53150" y="28861"/>
                      </a:cubicBezTo>
                      <a:cubicBezTo>
                        <a:pt x="54674" y="29242"/>
                        <a:pt x="55245" y="29528"/>
                        <a:pt x="55245" y="30575"/>
                      </a:cubicBezTo>
                      <a:cubicBezTo>
                        <a:pt x="55245" y="30766"/>
                        <a:pt x="55245" y="31147"/>
                        <a:pt x="55150" y="31528"/>
                      </a:cubicBezTo>
                      <a:close/>
                      <a:moveTo>
                        <a:pt x="32957" y="34671"/>
                      </a:moveTo>
                      <a:cubicBezTo>
                        <a:pt x="21050" y="34671"/>
                        <a:pt x="15050" y="41243"/>
                        <a:pt x="12763" y="53530"/>
                      </a:cubicBezTo>
                      <a:lnTo>
                        <a:pt x="10668" y="65437"/>
                      </a:lnTo>
                      <a:cubicBezTo>
                        <a:pt x="10287" y="67151"/>
                        <a:pt x="10192" y="69056"/>
                        <a:pt x="10192" y="70771"/>
                      </a:cubicBezTo>
                      <a:cubicBezTo>
                        <a:pt x="10192" y="79724"/>
                        <a:pt x="14669" y="82772"/>
                        <a:pt x="20288" y="82772"/>
                      </a:cubicBezTo>
                      <a:cubicBezTo>
                        <a:pt x="25908" y="82772"/>
                        <a:pt x="30671" y="80296"/>
                        <a:pt x="37052" y="76009"/>
                      </a:cubicBezTo>
                      <a:lnTo>
                        <a:pt x="44101" y="35719"/>
                      </a:lnTo>
                      <a:cubicBezTo>
                        <a:pt x="40958" y="35147"/>
                        <a:pt x="37719" y="34576"/>
                        <a:pt x="32861" y="34576"/>
                      </a:cubicBezTo>
                      <a:close/>
                      <a:moveTo>
                        <a:pt x="58579" y="3239"/>
                      </a:moveTo>
                      <a:lnTo>
                        <a:pt x="58103" y="5905"/>
                      </a:lnTo>
                      <a:cubicBezTo>
                        <a:pt x="56674" y="13906"/>
                        <a:pt x="53626" y="18097"/>
                        <a:pt x="46292" y="18097"/>
                      </a:cubicBezTo>
                      <a:cubicBezTo>
                        <a:pt x="43720" y="18097"/>
                        <a:pt x="40196" y="17621"/>
                        <a:pt x="37529" y="15049"/>
                      </a:cubicBezTo>
                      <a:lnTo>
                        <a:pt x="32099" y="9906"/>
                      </a:lnTo>
                      <a:cubicBezTo>
                        <a:pt x="29813" y="7715"/>
                        <a:pt x="29242" y="7334"/>
                        <a:pt x="27813" y="7334"/>
                      </a:cubicBezTo>
                      <a:cubicBezTo>
                        <a:pt x="25051" y="7334"/>
                        <a:pt x="23622" y="9144"/>
                        <a:pt x="23146" y="12668"/>
                      </a:cubicBezTo>
                      <a:lnTo>
                        <a:pt x="22765" y="15145"/>
                      </a:lnTo>
                      <a:cubicBezTo>
                        <a:pt x="22670" y="16192"/>
                        <a:pt x="21812" y="17145"/>
                        <a:pt x="20765" y="17145"/>
                      </a:cubicBezTo>
                      <a:lnTo>
                        <a:pt x="16859" y="17145"/>
                      </a:lnTo>
                      <a:cubicBezTo>
                        <a:pt x="15907" y="17145"/>
                        <a:pt x="15335" y="16478"/>
                        <a:pt x="15335" y="15526"/>
                      </a:cubicBezTo>
                      <a:lnTo>
                        <a:pt x="15335" y="15145"/>
                      </a:lnTo>
                      <a:lnTo>
                        <a:pt x="15716" y="12668"/>
                      </a:lnTo>
                      <a:cubicBezTo>
                        <a:pt x="16954" y="3429"/>
                        <a:pt x="21527" y="0"/>
                        <a:pt x="27813" y="0"/>
                      </a:cubicBezTo>
                      <a:cubicBezTo>
                        <a:pt x="31242" y="0"/>
                        <a:pt x="33338" y="952"/>
                        <a:pt x="36386" y="3620"/>
                      </a:cubicBezTo>
                      <a:lnTo>
                        <a:pt x="42672" y="9334"/>
                      </a:lnTo>
                      <a:cubicBezTo>
                        <a:pt x="43720" y="10287"/>
                        <a:pt x="45339" y="10954"/>
                        <a:pt x="46387" y="10954"/>
                      </a:cubicBezTo>
                      <a:cubicBezTo>
                        <a:pt x="48673" y="10954"/>
                        <a:pt x="50102" y="9811"/>
                        <a:pt x="50768" y="5810"/>
                      </a:cubicBezTo>
                      <a:lnTo>
                        <a:pt x="51245" y="3143"/>
                      </a:lnTo>
                      <a:cubicBezTo>
                        <a:pt x="51435" y="2095"/>
                        <a:pt x="52197" y="1143"/>
                        <a:pt x="53245" y="1143"/>
                      </a:cubicBezTo>
                      <a:lnTo>
                        <a:pt x="57150" y="1143"/>
                      </a:lnTo>
                      <a:cubicBezTo>
                        <a:pt x="58103" y="1143"/>
                        <a:pt x="58674" y="1810"/>
                        <a:pt x="58674" y="2762"/>
                      </a:cubicBezTo>
                      <a:lnTo>
                        <a:pt x="58674" y="314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3" name="Google Shape;683;p13"/>
                <p:cNvSpPr/>
                <p:nvPr/>
              </p:nvSpPr>
              <p:spPr>
                <a:xfrm>
                  <a:off x="3430464" y="5579573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4"/>
                      </a:moveTo>
                      <a:cubicBezTo>
                        <a:pt x="21146" y="8954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4"/>
                        <a:pt x="31337" y="895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4" name="Google Shape;684;p13"/>
                <p:cNvSpPr/>
                <p:nvPr/>
              </p:nvSpPr>
              <p:spPr>
                <a:xfrm>
                  <a:off x="3525333" y="5579764"/>
                  <a:ext cx="5410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1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6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7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763"/>
                      </a:moveTo>
                      <a:cubicBezTo>
                        <a:pt x="21336" y="8763"/>
                        <a:pt x="14668" y="16764"/>
                        <a:pt x="12573" y="27432"/>
                      </a:cubicBezTo>
                      <a:lnTo>
                        <a:pt x="12573" y="28004"/>
                      </a:lnTo>
                      <a:cubicBezTo>
                        <a:pt x="12573" y="28004"/>
                        <a:pt x="43148" y="28004"/>
                        <a:pt x="43148" y="28004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859"/>
                        <a:pt x="39624" y="8763"/>
                        <a:pt x="31432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85" name="Google Shape;685;p13"/>
              <p:cNvGrpSpPr/>
              <p:nvPr/>
            </p:nvGrpSpPr>
            <p:grpSpPr>
              <a:xfrm>
                <a:off x="3001433" y="5706066"/>
                <a:ext cx="530919" cy="110585"/>
                <a:chOff x="3001433" y="5706066"/>
                <a:chExt cx="530919" cy="110585"/>
              </a:xfrm>
            </p:grpSpPr>
            <p:sp>
              <p:nvSpPr>
                <p:cNvPr id="686" name="Google Shape;686;p13"/>
                <p:cNvSpPr/>
                <p:nvPr/>
              </p:nvSpPr>
              <p:spPr>
                <a:xfrm>
                  <a:off x="3001433" y="5707685"/>
                  <a:ext cx="61259" cy="861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59" h="86106" extrusionOk="0">
                      <a:moveTo>
                        <a:pt x="22122" y="83820"/>
                      </a:moveTo>
                      <a:cubicBezTo>
                        <a:pt x="21932" y="85058"/>
                        <a:pt x="20884" y="86106"/>
                        <a:pt x="19551" y="86106"/>
                      </a:cubicBezTo>
                      <a:lnTo>
                        <a:pt x="13169" y="86106"/>
                      </a:lnTo>
                      <a:cubicBezTo>
                        <a:pt x="11931" y="86106"/>
                        <a:pt x="11359" y="84963"/>
                        <a:pt x="11550" y="83820"/>
                      </a:cubicBezTo>
                      <a:lnTo>
                        <a:pt x="24599" y="9144"/>
                      </a:lnTo>
                      <a:lnTo>
                        <a:pt x="2025" y="9144"/>
                      </a:lnTo>
                      <a:cubicBezTo>
                        <a:pt x="786" y="9144"/>
                        <a:pt x="-166" y="8763"/>
                        <a:pt x="24" y="7239"/>
                      </a:cubicBezTo>
                      <a:lnTo>
                        <a:pt x="977" y="2095"/>
                      </a:lnTo>
                      <a:cubicBezTo>
                        <a:pt x="1358" y="476"/>
                        <a:pt x="2406" y="0"/>
                        <a:pt x="3644" y="0"/>
                      </a:cubicBezTo>
                      <a:lnTo>
                        <a:pt x="59365" y="0"/>
                      </a:lnTo>
                      <a:cubicBezTo>
                        <a:pt x="60603" y="0"/>
                        <a:pt x="61556" y="476"/>
                        <a:pt x="61175" y="2095"/>
                      </a:cubicBezTo>
                      <a:lnTo>
                        <a:pt x="60222" y="7239"/>
                      </a:lnTo>
                      <a:cubicBezTo>
                        <a:pt x="60032" y="8382"/>
                        <a:pt x="59556" y="9144"/>
                        <a:pt x="57651" y="9144"/>
                      </a:cubicBezTo>
                      <a:lnTo>
                        <a:pt x="35076" y="9144"/>
                      </a:lnTo>
                      <a:lnTo>
                        <a:pt x="22027" y="8382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7" name="Google Shape;687;p13"/>
                <p:cNvSpPr/>
                <p:nvPr/>
              </p:nvSpPr>
              <p:spPr>
                <a:xfrm>
                  <a:off x="3052797" y="572940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7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6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8" name="Google Shape;688;p13"/>
                <p:cNvSpPr/>
                <p:nvPr/>
              </p:nvSpPr>
              <p:spPr>
                <a:xfrm>
                  <a:off x="3115853" y="5729211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8"/>
                        <a:pt x="34957" y="64199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2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7"/>
                        <a:pt x="44387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3"/>
                        <a:pt x="12383" y="2809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9" name="Google Shape;689;p13"/>
                <p:cNvSpPr/>
                <p:nvPr/>
              </p:nvSpPr>
              <p:spPr>
                <a:xfrm>
                  <a:off x="3166550" y="5729307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7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0" name="Google Shape;690;p13"/>
                <p:cNvSpPr/>
                <p:nvPr/>
              </p:nvSpPr>
              <p:spPr>
                <a:xfrm>
                  <a:off x="3232725" y="5729307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1" name="Google Shape;691;p13"/>
                <p:cNvSpPr/>
                <p:nvPr/>
              </p:nvSpPr>
              <p:spPr>
                <a:xfrm>
                  <a:off x="3295268" y="5706732"/>
                  <a:ext cx="24804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4" h="87058" extrusionOk="0">
                      <a:moveTo>
                        <a:pt x="23086" y="0"/>
                      </a:moveTo>
                      <a:cubicBezTo>
                        <a:pt x="24325" y="0"/>
                        <a:pt x="25087" y="571"/>
                        <a:pt x="24706" y="2191"/>
                      </a:cubicBezTo>
                      <a:lnTo>
                        <a:pt x="10228" y="84773"/>
                      </a:lnTo>
                      <a:cubicBezTo>
                        <a:pt x="10037" y="86011"/>
                        <a:pt x="9561" y="87059"/>
                        <a:pt x="7656" y="87059"/>
                      </a:cubicBezTo>
                      <a:lnTo>
                        <a:pt x="1655" y="87059"/>
                      </a:lnTo>
                      <a:cubicBezTo>
                        <a:pt x="417" y="87059"/>
                        <a:pt x="-155" y="85915"/>
                        <a:pt x="36" y="84773"/>
                      </a:cubicBezTo>
                      <a:lnTo>
                        <a:pt x="14514" y="2191"/>
                      </a:lnTo>
                      <a:cubicBezTo>
                        <a:pt x="14704" y="953"/>
                        <a:pt x="15276" y="0"/>
                        <a:pt x="17086" y="0"/>
                      </a:cubicBezTo>
                      <a:lnTo>
                        <a:pt x="23086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2" name="Google Shape;692;p13"/>
                <p:cNvSpPr/>
                <p:nvPr/>
              </p:nvSpPr>
              <p:spPr>
                <a:xfrm>
                  <a:off x="3324165" y="5729307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3" name="Google Shape;693;p13"/>
                <p:cNvSpPr/>
                <p:nvPr/>
              </p:nvSpPr>
              <p:spPr>
                <a:xfrm>
                  <a:off x="3383315" y="5729307"/>
                  <a:ext cx="59227" cy="87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27" h="87344" extrusionOk="0">
                      <a:moveTo>
                        <a:pt x="6096" y="28384"/>
                      </a:moveTo>
                      <a:cubicBezTo>
                        <a:pt x="9811" y="7525"/>
                        <a:pt x="19527" y="0"/>
                        <a:pt x="36862" y="0"/>
                      </a:cubicBezTo>
                      <a:cubicBezTo>
                        <a:pt x="43720" y="0"/>
                        <a:pt x="51912" y="1429"/>
                        <a:pt x="57150" y="2667"/>
                      </a:cubicBezTo>
                      <a:cubicBezTo>
                        <a:pt x="59341" y="3143"/>
                        <a:pt x="59341" y="3810"/>
                        <a:pt x="59151" y="5334"/>
                      </a:cubicBezTo>
                      <a:lnTo>
                        <a:pt x="48768" y="64389"/>
                      </a:lnTo>
                      <a:cubicBezTo>
                        <a:pt x="45625" y="82296"/>
                        <a:pt x="37910" y="87344"/>
                        <a:pt x="21241" y="87344"/>
                      </a:cubicBezTo>
                      <a:cubicBezTo>
                        <a:pt x="12478" y="87344"/>
                        <a:pt x="5049" y="86201"/>
                        <a:pt x="1905" y="85249"/>
                      </a:cubicBezTo>
                      <a:cubicBezTo>
                        <a:pt x="96" y="84772"/>
                        <a:pt x="-190" y="84201"/>
                        <a:pt x="96" y="82868"/>
                      </a:cubicBezTo>
                      <a:lnTo>
                        <a:pt x="667" y="79534"/>
                      </a:lnTo>
                      <a:cubicBezTo>
                        <a:pt x="858" y="78010"/>
                        <a:pt x="1429" y="77438"/>
                        <a:pt x="3429" y="77724"/>
                      </a:cubicBezTo>
                      <a:cubicBezTo>
                        <a:pt x="7335" y="78200"/>
                        <a:pt x="16669" y="79153"/>
                        <a:pt x="22765" y="79153"/>
                      </a:cubicBezTo>
                      <a:cubicBezTo>
                        <a:pt x="33052" y="79153"/>
                        <a:pt x="36767" y="75819"/>
                        <a:pt x="38481" y="65246"/>
                      </a:cubicBezTo>
                      <a:lnTo>
                        <a:pt x="38672" y="63818"/>
                      </a:lnTo>
                      <a:cubicBezTo>
                        <a:pt x="35624" y="64484"/>
                        <a:pt x="28956" y="65437"/>
                        <a:pt x="25432" y="65437"/>
                      </a:cubicBezTo>
                      <a:cubicBezTo>
                        <a:pt x="12954" y="65437"/>
                        <a:pt x="3906" y="59341"/>
                        <a:pt x="3906" y="44672"/>
                      </a:cubicBezTo>
                      <a:cubicBezTo>
                        <a:pt x="3906" y="42386"/>
                        <a:pt x="4096" y="39719"/>
                        <a:pt x="4572" y="36957"/>
                      </a:cubicBezTo>
                      <a:lnTo>
                        <a:pt x="6096" y="28480"/>
                      </a:lnTo>
                      <a:close/>
                      <a:moveTo>
                        <a:pt x="35433" y="8572"/>
                      </a:moveTo>
                      <a:cubicBezTo>
                        <a:pt x="24670" y="8572"/>
                        <a:pt x="18765" y="14859"/>
                        <a:pt x="16288" y="28384"/>
                      </a:cubicBezTo>
                      <a:lnTo>
                        <a:pt x="14764" y="36862"/>
                      </a:lnTo>
                      <a:cubicBezTo>
                        <a:pt x="14193" y="40005"/>
                        <a:pt x="14002" y="42767"/>
                        <a:pt x="14002" y="45053"/>
                      </a:cubicBezTo>
                      <a:cubicBezTo>
                        <a:pt x="14002" y="53816"/>
                        <a:pt x="18193" y="56769"/>
                        <a:pt x="26956" y="56769"/>
                      </a:cubicBezTo>
                      <a:cubicBezTo>
                        <a:pt x="30195" y="56769"/>
                        <a:pt x="36481" y="56293"/>
                        <a:pt x="40196" y="55531"/>
                      </a:cubicBezTo>
                      <a:lnTo>
                        <a:pt x="48197" y="9906"/>
                      </a:lnTo>
                      <a:cubicBezTo>
                        <a:pt x="45054" y="9334"/>
                        <a:pt x="40291" y="8668"/>
                        <a:pt x="35433" y="866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4" name="Google Shape;694;p13"/>
                <p:cNvSpPr/>
                <p:nvPr/>
              </p:nvSpPr>
              <p:spPr>
                <a:xfrm>
                  <a:off x="3449531" y="5706066"/>
                  <a:ext cx="25111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629" extrusionOk="0">
                      <a:moveTo>
                        <a:pt x="18652" y="24003"/>
                      </a:moveTo>
                      <a:cubicBezTo>
                        <a:pt x="20081" y="24003"/>
                        <a:pt x="20843" y="24479"/>
                        <a:pt x="20462" y="26289"/>
                      </a:cubicBezTo>
                      <a:lnTo>
                        <a:pt x="10175" y="85344"/>
                      </a:lnTo>
                      <a:cubicBezTo>
                        <a:pt x="9984" y="86582"/>
                        <a:pt x="9413" y="87630"/>
                        <a:pt x="7412" y="87630"/>
                      </a:cubicBezTo>
                      <a:lnTo>
                        <a:pt x="1888" y="87630"/>
                      </a:lnTo>
                      <a:cubicBezTo>
                        <a:pt x="269" y="87630"/>
                        <a:pt x="-208" y="86487"/>
                        <a:pt x="78" y="85344"/>
                      </a:cubicBezTo>
                      <a:lnTo>
                        <a:pt x="10365" y="26289"/>
                      </a:lnTo>
                      <a:cubicBezTo>
                        <a:pt x="10746" y="24193"/>
                        <a:pt x="11889" y="24003"/>
                        <a:pt x="13127" y="24003"/>
                      </a:cubicBezTo>
                      <a:lnTo>
                        <a:pt x="18652" y="24003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4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5" name="Google Shape;695;p13"/>
                <p:cNvSpPr/>
                <p:nvPr/>
              </p:nvSpPr>
              <p:spPr>
                <a:xfrm>
                  <a:off x="3477041" y="5729307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696" name="Google Shape;696;p13"/>
          <p:cNvGrpSpPr/>
          <p:nvPr/>
        </p:nvGrpSpPr>
        <p:grpSpPr>
          <a:xfrm>
            <a:off x="6324671" y="4731241"/>
            <a:ext cx="2183800" cy="410907"/>
            <a:chOff x="6340761" y="5406695"/>
            <a:chExt cx="2183800" cy="410907"/>
          </a:xfrm>
        </p:grpSpPr>
        <p:grpSp>
          <p:nvGrpSpPr>
            <p:cNvPr id="697" name="Google Shape;697;p13"/>
            <p:cNvGrpSpPr/>
            <p:nvPr/>
          </p:nvGrpSpPr>
          <p:grpSpPr>
            <a:xfrm>
              <a:off x="6340761" y="5407361"/>
              <a:ext cx="935545" cy="400812"/>
              <a:chOff x="6340761" y="5407361"/>
              <a:chExt cx="935545" cy="400812"/>
            </a:xfrm>
          </p:grpSpPr>
          <p:sp>
            <p:nvSpPr>
              <p:cNvPr id="698" name="Google Shape;698;p13"/>
              <p:cNvSpPr/>
              <p:nvPr/>
            </p:nvSpPr>
            <p:spPr>
              <a:xfrm>
                <a:off x="6340761" y="5407647"/>
                <a:ext cx="312038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12038" h="400526" extrusionOk="0">
                    <a:moveTo>
                      <a:pt x="311467" y="24194"/>
                    </a:moveTo>
                    <a:lnTo>
                      <a:pt x="300133" y="90392"/>
                    </a:lnTo>
                    <a:cubicBezTo>
                      <a:pt x="299180" y="96679"/>
                      <a:pt x="297180" y="98774"/>
                      <a:pt x="292227" y="98774"/>
                    </a:cubicBezTo>
                    <a:lnTo>
                      <a:pt x="290703" y="98774"/>
                    </a:lnTo>
                    <a:cubicBezTo>
                      <a:pt x="271939" y="97727"/>
                      <a:pt x="232410" y="94012"/>
                      <a:pt x="195834" y="94012"/>
                    </a:cubicBezTo>
                    <a:cubicBezTo>
                      <a:pt x="146399" y="94012"/>
                      <a:pt x="125730" y="109823"/>
                      <a:pt x="114776" y="172879"/>
                    </a:cubicBezTo>
                    <a:lnTo>
                      <a:pt x="105347" y="228600"/>
                    </a:lnTo>
                    <a:cubicBezTo>
                      <a:pt x="103346" y="241745"/>
                      <a:pt x="102394" y="252222"/>
                      <a:pt x="102394" y="261747"/>
                    </a:cubicBezTo>
                    <a:cubicBezTo>
                      <a:pt x="102394" y="302228"/>
                      <a:pt x="121158" y="309086"/>
                      <a:pt x="139446" y="309086"/>
                    </a:cubicBezTo>
                    <a:cubicBezTo>
                      <a:pt x="148876" y="309086"/>
                      <a:pt x="158686" y="308515"/>
                      <a:pt x="167069" y="307467"/>
                    </a:cubicBezTo>
                    <a:lnTo>
                      <a:pt x="184880" y="199739"/>
                    </a:lnTo>
                    <a:cubicBezTo>
                      <a:pt x="185833" y="193929"/>
                      <a:pt x="190310" y="189262"/>
                      <a:pt x="195739" y="189262"/>
                    </a:cubicBezTo>
                    <a:lnTo>
                      <a:pt x="273749" y="189262"/>
                    </a:lnTo>
                    <a:cubicBezTo>
                      <a:pt x="278702" y="189262"/>
                      <a:pt x="282131" y="192977"/>
                      <a:pt x="282131" y="198215"/>
                    </a:cubicBezTo>
                    <a:lnTo>
                      <a:pt x="282131" y="199835"/>
                    </a:lnTo>
                    <a:lnTo>
                      <a:pt x="252984" y="375857"/>
                    </a:lnTo>
                    <a:cubicBezTo>
                      <a:pt x="251460" y="383762"/>
                      <a:pt x="248984" y="386334"/>
                      <a:pt x="240602" y="387953"/>
                    </a:cubicBezTo>
                    <a:cubicBezTo>
                      <a:pt x="210979" y="394240"/>
                      <a:pt x="171926" y="400526"/>
                      <a:pt x="124016" y="400526"/>
                    </a:cubicBezTo>
                    <a:cubicBezTo>
                      <a:pt x="68675" y="400526"/>
                      <a:pt x="0" y="366332"/>
                      <a:pt x="0" y="269653"/>
                    </a:cubicBezTo>
                    <a:cubicBezTo>
                      <a:pt x="0" y="257080"/>
                      <a:pt x="953" y="242888"/>
                      <a:pt x="3429" y="228124"/>
                    </a:cubicBezTo>
                    <a:lnTo>
                      <a:pt x="12859" y="172974"/>
                    </a:lnTo>
                    <a:cubicBezTo>
                      <a:pt x="39338" y="19907"/>
                      <a:pt x="125254" y="0"/>
                      <a:pt x="197930" y="0"/>
                    </a:cubicBezTo>
                    <a:cubicBezTo>
                      <a:pt x="249269" y="0"/>
                      <a:pt x="284417" y="8382"/>
                      <a:pt x="303657" y="14192"/>
                    </a:cubicBezTo>
                    <a:cubicBezTo>
                      <a:pt x="308610" y="15812"/>
                      <a:pt x="312039" y="16859"/>
                      <a:pt x="312039" y="21526"/>
                    </a:cubicBezTo>
                    <a:cubicBezTo>
                      <a:pt x="312039" y="22098"/>
                      <a:pt x="311563" y="23146"/>
                      <a:pt x="311563" y="24194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3"/>
              <p:cNvSpPr/>
              <p:nvPr/>
            </p:nvSpPr>
            <p:spPr>
              <a:xfrm>
                <a:off x="6664611" y="5407647"/>
                <a:ext cx="280130" cy="400431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400431" extrusionOk="0">
                    <a:moveTo>
                      <a:pt x="280130" y="16764"/>
                    </a:moveTo>
                    <a:lnTo>
                      <a:pt x="269748" y="80867"/>
                    </a:lnTo>
                    <a:cubicBezTo>
                      <a:pt x="268795" y="86678"/>
                      <a:pt x="263366" y="91345"/>
                      <a:pt x="257842" y="91345"/>
                    </a:cubicBezTo>
                    <a:lnTo>
                      <a:pt x="158020" y="91345"/>
                    </a:lnTo>
                    <a:cubicBezTo>
                      <a:pt x="140208" y="91345"/>
                      <a:pt x="133350" y="97631"/>
                      <a:pt x="129826" y="117634"/>
                    </a:cubicBezTo>
                    <a:lnTo>
                      <a:pt x="123444" y="156020"/>
                    </a:lnTo>
                    <a:lnTo>
                      <a:pt x="244983" y="156020"/>
                    </a:lnTo>
                    <a:cubicBezTo>
                      <a:pt x="249936" y="156020"/>
                      <a:pt x="253365" y="159734"/>
                      <a:pt x="253365" y="164973"/>
                    </a:cubicBezTo>
                    <a:lnTo>
                      <a:pt x="253365" y="166592"/>
                    </a:lnTo>
                    <a:lnTo>
                      <a:pt x="242983" y="228600"/>
                    </a:lnTo>
                    <a:cubicBezTo>
                      <a:pt x="242030" y="234410"/>
                      <a:pt x="237077" y="239077"/>
                      <a:pt x="231648" y="239077"/>
                    </a:cubicBezTo>
                    <a:lnTo>
                      <a:pt x="110109" y="239077"/>
                    </a:lnTo>
                    <a:lnTo>
                      <a:pt x="102679" y="282702"/>
                    </a:lnTo>
                    <a:cubicBezTo>
                      <a:pt x="102203" y="286893"/>
                      <a:pt x="101727" y="290036"/>
                      <a:pt x="101727" y="293180"/>
                    </a:cubicBezTo>
                    <a:cubicBezTo>
                      <a:pt x="101727" y="305276"/>
                      <a:pt x="107632" y="308991"/>
                      <a:pt x="122015" y="308991"/>
                    </a:cubicBezTo>
                    <a:lnTo>
                      <a:pt x="221837" y="308991"/>
                    </a:lnTo>
                    <a:cubicBezTo>
                      <a:pt x="226790" y="308991"/>
                      <a:pt x="230219" y="312706"/>
                      <a:pt x="230219" y="317945"/>
                    </a:cubicBezTo>
                    <a:lnTo>
                      <a:pt x="230219" y="319564"/>
                    </a:lnTo>
                    <a:lnTo>
                      <a:pt x="219361" y="383667"/>
                    </a:lnTo>
                    <a:cubicBezTo>
                      <a:pt x="218408" y="389954"/>
                      <a:pt x="214408" y="393097"/>
                      <a:pt x="208026" y="394145"/>
                    </a:cubicBezTo>
                    <a:cubicBezTo>
                      <a:pt x="188786" y="396812"/>
                      <a:pt x="158591" y="400431"/>
                      <a:pt x="110680" y="400431"/>
                    </a:cubicBezTo>
                    <a:cubicBezTo>
                      <a:pt x="52864" y="400431"/>
                      <a:pt x="0" y="378333"/>
                      <a:pt x="0" y="309467"/>
                    </a:cubicBezTo>
                    <a:cubicBezTo>
                      <a:pt x="0" y="301085"/>
                      <a:pt x="952" y="292132"/>
                      <a:pt x="2476" y="282702"/>
                    </a:cubicBezTo>
                    <a:lnTo>
                      <a:pt x="29623" y="117634"/>
                    </a:lnTo>
                    <a:cubicBezTo>
                      <a:pt x="46958" y="11525"/>
                      <a:pt x="106204" y="0"/>
                      <a:pt x="175927" y="0"/>
                    </a:cubicBezTo>
                    <a:cubicBezTo>
                      <a:pt x="223838" y="0"/>
                      <a:pt x="253937" y="3715"/>
                      <a:pt x="272224" y="6287"/>
                    </a:cubicBezTo>
                    <a:cubicBezTo>
                      <a:pt x="277654" y="6763"/>
                      <a:pt x="280130" y="9430"/>
                      <a:pt x="280130" y="14669"/>
                    </a:cubicBezTo>
                    <a:lnTo>
                      <a:pt x="280130" y="16764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3"/>
              <p:cNvSpPr/>
              <p:nvPr/>
            </p:nvSpPr>
            <p:spPr>
              <a:xfrm>
                <a:off x="6942836" y="5407361"/>
                <a:ext cx="333470" cy="395858"/>
              </a:xfrm>
              <a:custGeom>
                <a:avLst/>
                <a:gdLst/>
                <a:ahLst/>
                <a:cxnLst/>
                <a:rect l="l" t="t" r="r" b="b"/>
                <a:pathLst>
                  <a:path w="333470" h="395858" extrusionOk="0">
                    <a:moveTo>
                      <a:pt x="160496" y="268796"/>
                    </a:moveTo>
                    <a:cubicBezTo>
                      <a:pt x="149638" y="268796"/>
                      <a:pt x="132302" y="267748"/>
                      <a:pt x="118967" y="267176"/>
                    </a:cubicBezTo>
                    <a:lnTo>
                      <a:pt x="99727" y="385382"/>
                    </a:lnTo>
                    <a:cubicBezTo>
                      <a:pt x="98774" y="391192"/>
                      <a:pt x="93345" y="395859"/>
                      <a:pt x="87916" y="395859"/>
                    </a:cubicBezTo>
                    <a:lnTo>
                      <a:pt x="8858" y="395859"/>
                    </a:lnTo>
                    <a:cubicBezTo>
                      <a:pt x="3905" y="395859"/>
                      <a:pt x="0" y="392716"/>
                      <a:pt x="0" y="387953"/>
                    </a:cubicBezTo>
                    <a:lnTo>
                      <a:pt x="0" y="386334"/>
                    </a:lnTo>
                    <a:lnTo>
                      <a:pt x="57340" y="41529"/>
                    </a:lnTo>
                    <a:cubicBezTo>
                      <a:pt x="61817" y="16288"/>
                      <a:pt x="69723" y="10573"/>
                      <a:pt x="91440" y="6858"/>
                    </a:cubicBezTo>
                    <a:cubicBezTo>
                      <a:pt x="117158" y="2667"/>
                      <a:pt x="162115" y="0"/>
                      <a:pt x="197167" y="0"/>
                    </a:cubicBezTo>
                    <a:cubicBezTo>
                      <a:pt x="265367" y="0"/>
                      <a:pt x="333470" y="29909"/>
                      <a:pt x="333470" y="104013"/>
                    </a:cubicBezTo>
                    <a:cubicBezTo>
                      <a:pt x="333470" y="214884"/>
                      <a:pt x="261366" y="268510"/>
                      <a:pt x="160592" y="268510"/>
                    </a:cubicBezTo>
                    <a:close/>
                    <a:moveTo>
                      <a:pt x="183737" y="89630"/>
                    </a:moveTo>
                    <a:cubicBezTo>
                      <a:pt x="180308" y="89630"/>
                      <a:pt x="151638" y="90107"/>
                      <a:pt x="148685" y="90107"/>
                    </a:cubicBezTo>
                    <a:lnTo>
                      <a:pt x="133826" y="179451"/>
                    </a:lnTo>
                    <a:cubicBezTo>
                      <a:pt x="136303" y="180023"/>
                      <a:pt x="165449" y="180023"/>
                      <a:pt x="168402" y="180023"/>
                    </a:cubicBezTo>
                    <a:cubicBezTo>
                      <a:pt x="207931" y="180023"/>
                      <a:pt x="231172" y="158972"/>
                      <a:pt x="231172" y="119063"/>
                    </a:cubicBezTo>
                    <a:cubicBezTo>
                      <a:pt x="231172" y="95917"/>
                      <a:pt x="212408" y="89630"/>
                      <a:pt x="183737" y="89630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1" name="Google Shape;701;p13"/>
            <p:cNvGrpSpPr/>
            <p:nvPr/>
          </p:nvGrpSpPr>
          <p:grpSpPr>
            <a:xfrm>
              <a:off x="7405561" y="5406695"/>
              <a:ext cx="1119000" cy="410907"/>
              <a:chOff x="7405561" y="5406695"/>
              <a:chExt cx="1119000" cy="410907"/>
            </a:xfrm>
          </p:grpSpPr>
          <p:grpSp>
            <p:nvGrpSpPr>
              <p:cNvPr id="702" name="Google Shape;702;p13"/>
              <p:cNvGrpSpPr/>
              <p:nvPr/>
            </p:nvGrpSpPr>
            <p:grpSpPr>
              <a:xfrm>
                <a:off x="7437755" y="5406695"/>
                <a:ext cx="587026" cy="91154"/>
                <a:chOff x="7437755" y="5406695"/>
                <a:chExt cx="587026" cy="91154"/>
              </a:xfrm>
            </p:grpSpPr>
            <p:sp>
              <p:nvSpPr>
                <p:cNvPr id="703" name="Google Shape;703;p13"/>
                <p:cNvSpPr/>
                <p:nvPr/>
              </p:nvSpPr>
              <p:spPr>
                <a:xfrm>
                  <a:off x="7437755" y="5410124"/>
                  <a:ext cx="64418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18" h="87725" extrusionOk="0">
                      <a:moveTo>
                        <a:pt x="62770" y="1429"/>
                      </a:moveTo>
                      <a:cubicBezTo>
                        <a:pt x="63817" y="1524"/>
                        <a:pt x="64579" y="2000"/>
                        <a:pt x="64389" y="3143"/>
                      </a:cubicBezTo>
                      <a:lnTo>
                        <a:pt x="63341" y="8953"/>
                      </a:lnTo>
                      <a:cubicBezTo>
                        <a:pt x="63246" y="10096"/>
                        <a:pt x="62579" y="10192"/>
                        <a:pt x="61246" y="10096"/>
                      </a:cubicBezTo>
                      <a:cubicBezTo>
                        <a:pt x="54483" y="9525"/>
                        <a:pt x="49149" y="9335"/>
                        <a:pt x="39338" y="9335"/>
                      </a:cubicBezTo>
                      <a:cubicBezTo>
                        <a:pt x="29527" y="9335"/>
                        <a:pt x="17717" y="14859"/>
                        <a:pt x="14097" y="36005"/>
                      </a:cubicBezTo>
                      <a:lnTo>
                        <a:pt x="11430" y="51530"/>
                      </a:lnTo>
                      <a:cubicBezTo>
                        <a:pt x="10858" y="55055"/>
                        <a:pt x="10477" y="58007"/>
                        <a:pt x="10477" y="60674"/>
                      </a:cubicBezTo>
                      <a:cubicBezTo>
                        <a:pt x="10477" y="73628"/>
                        <a:pt x="17240" y="78200"/>
                        <a:pt x="26098" y="78200"/>
                      </a:cubicBezTo>
                      <a:cubicBezTo>
                        <a:pt x="33147" y="78200"/>
                        <a:pt x="38005" y="77724"/>
                        <a:pt x="40767" y="77534"/>
                      </a:cubicBezTo>
                      <a:lnTo>
                        <a:pt x="46673" y="44387"/>
                      </a:lnTo>
                      <a:cubicBezTo>
                        <a:pt x="46863" y="43148"/>
                        <a:pt x="47816" y="42101"/>
                        <a:pt x="49149" y="42101"/>
                      </a:cubicBezTo>
                      <a:lnTo>
                        <a:pt x="55435" y="42101"/>
                      </a:lnTo>
                      <a:cubicBezTo>
                        <a:pt x="56579" y="42101"/>
                        <a:pt x="57245" y="43053"/>
                        <a:pt x="57245" y="44101"/>
                      </a:cubicBezTo>
                      <a:lnTo>
                        <a:pt x="57245" y="44482"/>
                      </a:lnTo>
                      <a:lnTo>
                        <a:pt x="50292" y="83439"/>
                      </a:lnTo>
                      <a:cubicBezTo>
                        <a:pt x="50102" y="84677"/>
                        <a:pt x="49054" y="85725"/>
                        <a:pt x="47720" y="86011"/>
                      </a:cubicBezTo>
                      <a:cubicBezTo>
                        <a:pt x="41910" y="86963"/>
                        <a:pt x="35338" y="87725"/>
                        <a:pt x="24479" y="87725"/>
                      </a:cubicBezTo>
                      <a:cubicBezTo>
                        <a:pt x="12192" y="87725"/>
                        <a:pt x="0" y="79820"/>
                        <a:pt x="0" y="60484"/>
                      </a:cubicBezTo>
                      <a:cubicBezTo>
                        <a:pt x="0" y="57817"/>
                        <a:pt x="191" y="54769"/>
                        <a:pt x="857" y="51626"/>
                      </a:cubicBezTo>
                      <a:lnTo>
                        <a:pt x="3524" y="36100"/>
                      </a:lnTo>
                      <a:cubicBezTo>
                        <a:pt x="8668" y="6572"/>
                        <a:pt x="25432" y="0"/>
                        <a:pt x="40958" y="0"/>
                      </a:cubicBezTo>
                      <a:cubicBezTo>
                        <a:pt x="51721" y="0"/>
                        <a:pt x="58483" y="952"/>
                        <a:pt x="62770" y="161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4" name="Google Shape;704;p13"/>
                <p:cNvSpPr/>
                <p:nvPr/>
              </p:nvSpPr>
              <p:spPr>
                <a:xfrm>
                  <a:off x="7506811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4"/>
                      </a:lnTo>
                      <a:cubicBezTo>
                        <a:pt x="12573" y="28004"/>
                        <a:pt x="43148" y="28004"/>
                        <a:pt x="43148" y="28004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5" name="Google Shape;705;p13"/>
                <p:cNvSpPr/>
                <p:nvPr/>
              </p:nvSpPr>
              <p:spPr>
                <a:xfrm>
                  <a:off x="7567997" y="5432317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6"/>
                        <a:pt x="8728" y="64484"/>
                        <a:pt x="7490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4" y="2000"/>
                        <a:pt x="20158" y="3143"/>
                      </a:cubicBezTo>
                      <a:lnTo>
                        <a:pt x="19682" y="5810"/>
                      </a:lnTo>
                      <a:cubicBezTo>
                        <a:pt x="25968" y="952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857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6"/>
                        <a:pt x="18538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6" name="Google Shape;706;p13"/>
                <p:cNvSpPr/>
                <p:nvPr/>
              </p:nvSpPr>
              <p:spPr>
                <a:xfrm>
                  <a:off x="7606633" y="5406695"/>
                  <a:ext cx="54102" cy="9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91058" extrusionOk="0">
                      <a:moveTo>
                        <a:pt x="53531" y="54102"/>
                      </a:moveTo>
                      <a:lnTo>
                        <a:pt x="52578" y="58960"/>
                      </a:lnTo>
                      <a:cubicBezTo>
                        <a:pt x="52197" y="60484"/>
                        <a:pt x="51816" y="61531"/>
                        <a:pt x="50006" y="61531"/>
                      </a:cubicBezTo>
                      <a:lnTo>
                        <a:pt x="11240" y="61531"/>
                      </a:lnTo>
                      <a:lnTo>
                        <a:pt x="10858" y="62960"/>
                      </a:lnTo>
                      <a:cubicBezTo>
                        <a:pt x="10192" y="65627"/>
                        <a:pt x="9906" y="67913"/>
                        <a:pt x="9906" y="70009"/>
                      </a:cubicBezTo>
                      <a:cubicBezTo>
                        <a:pt x="9906" y="78677"/>
                        <a:pt x="15431" y="82391"/>
                        <a:pt x="24384" y="82391"/>
                      </a:cubicBezTo>
                      <a:cubicBezTo>
                        <a:pt x="31147" y="82391"/>
                        <a:pt x="38957" y="81534"/>
                        <a:pt x="44387" y="80772"/>
                      </a:cubicBezTo>
                      <a:lnTo>
                        <a:pt x="45053" y="80772"/>
                      </a:lnTo>
                      <a:cubicBezTo>
                        <a:pt x="46006" y="80772"/>
                        <a:pt x="46577" y="80963"/>
                        <a:pt x="46577" y="81915"/>
                      </a:cubicBezTo>
                      <a:lnTo>
                        <a:pt x="46577" y="82296"/>
                      </a:lnTo>
                      <a:lnTo>
                        <a:pt x="46577" y="82296"/>
                      </a:lnTo>
                      <a:cubicBezTo>
                        <a:pt x="46577" y="82296"/>
                        <a:pt x="45911" y="86392"/>
                        <a:pt x="45911" y="86392"/>
                      </a:cubicBezTo>
                      <a:cubicBezTo>
                        <a:pt x="45720" y="88011"/>
                        <a:pt x="45053" y="88678"/>
                        <a:pt x="43148" y="89059"/>
                      </a:cubicBezTo>
                      <a:cubicBezTo>
                        <a:pt x="36290" y="90297"/>
                        <a:pt x="30671" y="91059"/>
                        <a:pt x="22860" y="91059"/>
                      </a:cubicBezTo>
                      <a:cubicBezTo>
                        <a:pt x="11430" y="91059"/>
                        <a:pt x="0" y="85249"/>
                        <a:pt x="0" y="69628"/>
                      </a:cubicBezTo>
                      <a:cubicBezTo>
                        <a:pt x="0" y="67437"/>
                        <a:pt x="191" y="64961"/>
                        <a:pt x="667" y="62484"/>
                      </a:cubicBezTo>
                      <a:lnTo>
                        <a:pt x="2191" y="54388"/>
                      </a:lnTo>
                      <a:cubicBezTo>
                        <a:pt x="5620" y="36005"/>
                        <a:pt x="16478" y="25813"/>
                        <a:pt x="32861" y="25813"/>
                      </a:cubicBezTo>
                      <a:cubicBezTo>
                        <a:pt x="47244" y="25813"/>
                        <a:pt x="54102" y="35147"/>
                        <a:pt x="54102" y="47339"/>
                      </a:cubicBezTo>
                      <a:cubicBezTo>
                        <a:pt x="54102" y="49530"/>
                        <a:pt x="53912" y="51816"/>
                        <a:pt x="53435" y="54293"/>
                      </a:cubicBezTo>
                      <a:close/>
                      <a:moveTo>
                        <a:pt x="31433" y="34481"/>
                      </a:moveTo>
                      <a:cubicBezTo>
                        <a:pt x="21336" y="34481"/>
                        <a:pt x="14669" y="42481"/>
                        <a:pt x="12573" y="53150"/>
                      </a:cubicBezTo>
                      <a:lnTo>
                        <a:pt x="12573" y="53721"/>
                      </a:lnTo>
                      <a:cubicBezTo>
                        <a:pt x="12573" y="53721"/>
                        <a:pt x="43148" y="53721"/>
                        <a:pt x="43148" y="53721"/>
                      </a:cubicBezTo>
                      <a:lnTo>
                        <a:pt x="43148" y="53150"/>
                      </a:lnTo>
                      <a:cubicBezTo>
                        <a:pt x="43720" y="50864"/>
                        <a:pt x="43910" y="48673"/>
                        <a:pt x="43910" y="46768"/>
                      </a:cubicBezTo>
                      <a:cubicBezTo>
                        <a:pt x="43910" y="38481"/>
                        <a:pt x="39624" y="34481"/>
                        <a:pt x="31433" y="34481"/>
                      </a:cubicBezTo>
                      <a:close/>
                      <a:moveTo>
                        <a:pt x="52578" y="18002"/>
                      </a:moveTo>
                      <a:lnTo>
                        <a:pt x="46863" y="18002"/>
                      </a:lnTo>
                      <a:cubicBezTo>
                        <a:pt x="45625" y="18002"/>
                        <a:pt x="45244" y="17431"/>
                        <a:pt x="44387" y="16288"/>
                      </a:cubicBezTo>
                      <a:lnTo>
                        <a:pt x="36957" y="5048"/>
                      </a:lnTo>
                      <a:lnTo>
                        <a:pt x="25241" y="16288"/>
                      </a:lnTo>
                      <a:cubicBezTo>
                        <a:pt x="24098" y="17431"/>
                        <a:pt x="23622" y="18002"/>
                        <a:pt x="22384" y="18002"/>
                      </a:cubicBezTo>
                      <a:lnTo>
                        <a:pt x="16002" y="18002"/>
                      </a:lnTo>
                      <a:cubicBezTo>
                        <a:pt x="15431" y="18002"/>
                        <a:pt x="15050" y="17812"/>
                        <a:pt x="15050" y="17336"/>
                      </a:cubicBezTo>
                      <a:cubicBezTo>
                        <a:pt x="15050" y="16955"/>
                        <a:pt x="15240" y="16478"/>
                        <a:pt x="15716" y="16097"/>
                      </a:cubicBezTo>
                      <a:lnTo>
                        <a:pt x="29432" y="1715"/>
                      </a:lnTo>
                      <a:cubicBezTo>
                        <a:pt x="30671" y="476"/>
                        <a:pt x="31052" y="0"/>
                        <a:pt x="32480" y="0"/>
                      </a:cubicBezTo>
                      <a:lnTo>
                        <a:pt x="42291" y="0"/>
                      </a:lnTo>
                      <a:cubicBezTo>
                        <a:pt x="43720" y="0"/>
                        <a:pt x="44101" y="476"/>
                        <a:pt x="44958" y="1715"/>
                      </a:cubicBezTo>
                      <a:lnTo>
                        <a:pt x="53435" y="16097"/>
                      </a:lnTo>
                      <a:cubicBezTo>
                        <a:pt x="53435" y="16097"/>
                        <a:pt x="53626" y="16764"/>
                        <a:pt x="53626" y="17050"/>
                      </a:cubicBezTo>
                      <a:cubicBezTo>
                        <a:pt x="53626" y="17621"/>
                        <a:pt x="53245" y="18098"/>
                        <a:pt x="52483" y="18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7" name="Google Shape;707;p13"/>
                <p:cNvSpPr/>
                <p:nvPr/>
              </p:nvSpPr>
              <p:spPr>
                <a:xfrm>
                  <a:off x="7667998" y="5432317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6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8"/>
                        <a:pt x="45887" y="19622"/>
                        <a:pt x="45887" y="17716"/>
                      </a:cubicBezTo>
                      <a:cubicBezTo>
                        <a:pt x="45887" y="12192"/>
                        <a:pt x="43601" y="8858"/>
                        <a:pt x="35123" y="8858"/>
                      </a:cubicBezTo>
                      <a:cubicBezTo>
                        <a:pt x="30742" y="8858"/>
                        <a:pt x="26170" y="9811"/>
                        <a:pt x="18836" y="13240"/>
                      </a:cubicBezTo>
                      <a:lnTo>
                        <a:pt x="10263" y="62103"/>
                      </a:lnTo>
                      <a:cubicBezTo>
                        <a:pt x="10073" y="63246"/>
                        <a:pt x="8739" y="64389"/>
                        <a:pt x="7501" y="64389"/>
                      </a:cubicBezTo>
                      <a:lnTo>
                        <a:pt x="1786" y="64389"/>
                      </a:lnTo>
                      <a:cubicBezTo>
                        <a:pt x="357" y="64389"/>
                        <a:pt x="-214" y="63151"/>
                        <a:pt x="71" y="62103"/>
                      </a:cubicBezTo>
                      <a:lnTo>
                        <a:pt x="10358" y="3048"/>
                      </a:lnTo>
                      <a:cubicBezTo>
                        <a:pt x="10549" y="1810"/>
                        <a:pt x="11311" y="762"/>
                        <a:pt x="13406" y="762"/>
                      </a:cubicBezTo>
                      <a:lnTo>
                        <a:pt x="18264" y="762"/>
                      </a:lnTo>
                      <a:cubicBezTo>
                        <a:pt x="20074" y="762"/>
                        <a:pt x="20741" y="1429"/>
                        <a:pt x="20455" y="3048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8" name="Google Shape;708;p13"/>
                <p:cNvSpPr/>
                <p:nvPr/>
              </p:nvSpPr>
              <p:spPr>
                <a:xfrm>
                  <a:off x="7734268" y="5432222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3054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8"/>
                        <a:pt x="34957" y="64199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4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5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6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2"/>
                        <a:pt x="12383" y="2809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9" name="Google Shape;709;p13"/>
                <p:cNvSpPr/>
                <p:nvPr/>
              </p:nvSpPr>
              <p:spPr>
                <a:xfrm>
                  <a:off x="7786102" y="5409076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2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3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6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6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0" name="Google Shape;710;p13"/>
                <p:cNvSpPr/>
                <p:nvPr/>
              </p:nvSpPr>
              <p:spPr>
                <a:xfrm>
                  <a:off x="7813612" y="5432317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6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2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0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49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49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7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1" name="Google Shape;711;p13"/>
                <p:cNvSpPr/>
                <p:nvPr/>
              </p:nvSpPr>
              <p:spPr>
                <a:xfrm>
                  <a:off x="7907814" y="5409647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3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956" y="31528"/>
                      </a:moveTo>
                      <a:cubicBezTo>
                        <a:pt x="19621" y="31528"/>
                        <a:pt x="14478" y="39815"/>
                        <a:pt x="12382" y="50959"/>
                      </a:cubicBezTo>
                      <a:lnTo>
                        <a:pt x="10858" y="59341"/>
                      </a:lnTo>
                      <a:cubicBezTo>
                        <a:pt x="10382" y="62103"/>
                        <a:pt x="10096" y="64675"/>
                        <a:pt x="10096" y="66866"/>
                      </a:cubicBezTo>
                      <a:cubicBezTo>
                        <a:pt x="10096" y="74771"/>
                        <a:pt x="13525" y="79058"/>
                        <a:pt x="22479" y="79058"/>
                      </a:cubicBezTo>
                      <a:cubicBezTo>
                        <a:pt x="26384" y="79058"/>
                        <a:pt x="32099" y="78677"/>
                        <a:pt x="36195" y="78391"/>
                      </a:cubicBezTo>
                      <a:lnTo>
                        <a:pt x="44291" y="32385"/>
                      </a:lnTo>
                      <a:cubicBezTo>
                        <a:pt x="40576" y="31718"/>
                        <a:pt x="34671" y="31528"/>
                        <a:pt x="30956" y="3152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2" name="Google Shape;712;p13"/>
                <p:cNvSpPr/>
                <p:nvPr/>
              </p:nvSpPr>
              <p:spPr>
                <a:xfrm>
                  <a:off x="7970679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4"/>
                      </a:lnTo>
                      <a:cubicBezTo>
                        <a:pt x="12573" y="28004"/>
                        <a:pt x="43148" y="28004"/>
                        <a:pt x="43148" y="28004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13" name="Google Shape;713;p13"/>
              <p:cNvGrpSpPr/>
              <p:nvPr/>
            </p:nvGrpSpPr>
            <p:grpSpPr>
              <a:xfrm>
                <a:off x="7426611" y="5554713"/>
                <a:ext cx="1097950" cy="112204"/>
                <a:chOff x="7426611" y="5554713"/>
                <a:chExt cx="1097950" cy="112204"/>
              </a:xfrm>
            </p:grpSpPr>
            <p:sp>
              <p:nvSpPr>
                <p:cNvPr id="714" name="Google Shape;714;p13"/>
                <p:cNvSpPr/>
                <p:nvPr/>
              </p:nvSpPr>
              <p:spPr>
                <a:xfrm>
                  <a:off x="7426611" y="5558238"/>
                  <a:ext cx="60151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87630" extrusionOk="0">
                      <a:moveTo>
                        <a:pt x="18669" y="21622"/>
                      </a:moveTo>
                      <a:lnTo>
                        <a:pt x="15907" y="37719"/>
                      </a:lnTo>
                      <a:lnTo>
                        <a:pt x="51435" y="37719"/>
                      </a:lnTo>
                      <a:cubicBezTo>
                        <a:pt x="52673" y="37719"/>
                        <a:pt x="53530" y="38291"/>
                        <a:pt x="53245" y="40005"/>
                      </a:cubicBezTo>
                      <a:lnTo>
                        <a:pt x="52578" y="44387"/>
                      </a:lnTo>
                      <a:cubicBezTo>
                        <a:pt x="52388" y="45625"/>
                        <a:pt x="51816" y="46672"/>
                        <a:pt x="49816" y="46672"/>
                      </a:cubicBezTo>
                      <a:lnTo>
                        <a:pt x="14288" y="46672"/>
                      </a:lnTo>
                      <a:lnTo>
                        <a:pt x="10954" y="66104"/>
                      </a:lnTo>
                      <a:cubicBezTo>
                        <a:pt x="10573" y="68008"/>
                        <a:pt x="10382" y="69437"/>
                        <a:pt x="10382" y="70866"/>
                      </a:cubicBezTo>
                      <a:cubicBezTo>
                        <a:pt x="10382" y="76105"/>
                        <a:pt x="13240" y="78200"/>
                        <a:pt x="23050" y="78200"/>
                      </a:cubicBezTo>
                      <a:lnTo>
                        <a:pt x="45053" y="78200"/>
                      </a:lnTo>
                      <a:cubicBezTo>
                        <a:pt x="46196" y="78200"/>
                        <a:pt x="46673" y="78391"/>
                        <a:pt x="46482" y="79534"/>
                      </a:cubicBezTo>
                      <a:lnTo>
                        <a:pt x="45434" y="85249"/>
                      </a:lnTo>
                      <a:cubicBezTo>
                        <a:pt x="45339" y="85916"/>
                        <a:pt x="45244" y="86582"/>
                        <a:pt x="44005" y="86868"/>
                      </a:cubicBezTo>
                      <a:cubicBezTo>
                        <a:pt x="40672" y="87249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59912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430"/>
                        <a:pt x="57531" y="9430"/>
                      </a:cubicBezTo>
                      <a:lnTo>
                        <a:pt x="35147" y="9430"/>
                      </a:lnTo>
                      <a:cubicBezTo>
                        <a:pt x="22860" y="9430"/>
                        <a:pt x="20193" y="12668"/>
                        <a:pt x="18669" y="2152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5" name="Google Shape;715;p13"/>
                <p:cNvSpPr/>
                <p:nvPr/>
              </p:nvSpPr>
              <p:spPr>
                <a:xfrm>
                  <a:off x="7488142" y="5557952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39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2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1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4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3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6" name="Google Shape;716;p13"/>
                <p:cNvSpPr/>
                <p:nvPr/>
              </p:nvSpPr>
              <p:spPr>
                <a:xfrm>
                  <a:off x="7552246" y="5581479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7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5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0" y="41719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1"/>
                        <a:pt x="8668" y="0"/>
                        <a:pt x="9906" y="0"/>
                      </a:cubicBezTo>
                      <a:lnTo>
                        <a:pt x="15430" y="0"/>
                      </a:lnTo>
                      <a:cubicBezTo>
                        <a:pt x="16859" y="0"/>
                        <a:pt x="17526" y="857"/>
                        <a:pt x="17240" y="2286"/>
                      </a:cubicBezTo>
                      <a:lnTo>
                        <a:pt x="10477" y="40386"/>
                      </a:lnTo>
                      <a:cubicBezTo>
                        <a:pt x="10001" y="42958"/>
                        <a:pt x="9811" y="45148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4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7" name="Google Shape;717;p13"/>
                <p:cNvSpPr/>
                <p:nvPr/>
              </p:nvSpPr>
              <p:spPr>
                <a:xfrm>
                  <a:off x="7615492" y="5580526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289"/>
                      </a:moveTo>
                      <a:lnTo>
                        <a:pt x="10668" y="37338"/>
                      </a:lnTo>
                      <a:cubicBezTo>
                        <a:pt x="10192" y="40005"/>
                        <a:pt x="10001" y="42196"/>
                        <a:pt x="10001" y="44291"/>
                      </a:cubicBezTo>
                      <a:cubicBezTo>
                        <a:pt x="10001" y="53054"/>
                        <a:pt x="14192" y="56579"/>
                        <a:pt x="21717" y="56579"/>
                      </a:cubicBezTo>
                      <a:cubicBezTo>
                        <a:pt x="27432" y="56579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102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2"/>
                        <a:pt x="12383" y="2809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8" name="Google Shape;718;p13"/>
                <p:cNvSpPr/>
                <p:nvPr/>
              </p:nvSpPr>
              <p:spPr>
                <a:xfrm>
                  <a:off x="7666260" y="5580526"/>
                  <a:ext cx="55311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341" extrusionOk="0">
                      <a:moveTo>
                        <a:pt x="53245" y="2762"/>
                      </a:moveTo>
                      <a:cubicBezTo>
                        <a:pt x="55340" y="3239"/>
                        <a:pt x="55435" y="3905"/>
                        <a:pt x="55245" y="5429"/>
                      </a:cubicBezTo>
                      <a:lnTo>
                        <a:pt x="45244" y="62293"/>
                      </a:lnTo>
                      <a:cubicBezTo>
                        <a:pt x="45053" y="63532"/>
                        <a:pt x="44386" y="64580"/>
                        <a:pt x="42577" y="64580"/>
                      </a:cubicBezTo>
                      <a:lnTo>
                        <a:pt x="37909" y="64580"/>
                      </a:lnTo>
                      <a:cubicBezTo>
                        <a:pt x="36195" y="64580"/>
                        <a:pt x="35909" y="63627"/>
                        <a:pt x="36195" y="62008"/>
                      </a:cubicBezTo>
                      <a:lnTo>
                        <a:pt x="36767" y="58388"/>
                      </a:lnTo>
                      <a:cubicBezTo>
                        <a:pt x="29908" y="63246"/>
                        <a:pt x="25908" y="65342"/>
                        <a:pt x="18097" y="65342"/>
                      </a:cubicBezTo>
                      <a:cubicBezTo>
                        <a:pt x="8287" y="65342"/>
                        <a:pt x="0" y="59055"/>
                        <a:pt x="0" y="44863"/>
                      </a:cubicBezTo>
                      <a:cubicBezTo>
                        <a:pt x="0" y="42672"/>
                        <a:pt x="190" y="40386"/>
                        <a:pt x="667" y="37909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668"/>
                      </a:moveTo>
                      <a:cubicBezTo>
                        <a:pt x="21050" y="8668"/>
                        <a:pt x="15050" y="15240"/>
                        <a:pt x="12763" y="27527"/>
                      </a:cubicBezTo>
                      <a:lnTo>
                        <a:pt x="10668" y="39433"/>
                      </a:lnTo>
                      <a:cubicBezTo>
                        <a:pt x="10287" y="41148"/>
                        <a:pt x="10192" y="43053"/>
                        <a:pt x="10192" y="44767"/>
                      </a:cubicBezTo>
                      <a:cubicBezTo>
                        <a:pt x="10192" y="53721"/>
                        <a:pt x="14668" y="56864"/>
                        <a:pt x="20288" y="56864"/>
                      </a:cubicBezTo>
                      <a:cubicBezTo>
                        <a:pt x="25908" y="56864"/>
                        <a:pt x="30671" y="54388"/>
                        <a:pt x="37052" y="50102"/>
                      </a:cubicBezTo>
                      <a:lnTo>
                        <a:pt x="44101" y="9811"/>
                      </a:lnTo>
                      <a:cubicBezTo>
                        <a:pt x="40957" y="9239"/>
                        <a:pt x="37719" y="8668"/>
                        <a:pt x="32861" y="866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9" name="Google Shape;719;p13"/>
                <p:cNvSpPr/>
                <p:nvPr/>
              </p:nvSpPr>
              <p:spPr>
                <a:xfrm>
                  <a:off x="7728553" y="5580621"/>
                  <a:ext cx="48006" cy="862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6" h="86296" extrusionOk="0">
                      <a:moveTo>
                        <a:pt x="47816" y="3905"/>
                      </a:moveTo>
                      <a:lnTo>
                        <a:pt x="47149" y="8096"/>
                      </a:lnTo>
                      <a:cubicBezTo>
                        <a:pt x="46958" y="9239"/>
                        <a:pt x="45720" y="9811"/>
                        <a:pt x="44672" y="9811"/>
                      </a:cubicBezTo>
                      <a:lnTo>
                        <a:pt x="44291" y="9811"/>
                      </a:lnTo>
                      <a:cubicBezTo>
                        <a:pt x="39338" y="9239"/>
                        <a:pt x="35814" y="8953"/>
                        <a:pt x="30194" y="8953"/>
                      </a:cubicBezTo>
                      <a:cubicBezTo>
                        <a:pt x="20955" y="8953"/>
                        <a:pt x="14192" y="16288"/>
                        <a:pt x="12192" y="28194"/>
                      </a:cubicBez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1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102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8" y="0"/>
                        <a:pt x="42291" y="571"/>
                        <a:pt x="46006" y="1238"/>
                      </a:cubicBezTo>
                      <a:cubicBezTo>
                        <a:pt x="47434" y="1429"/>
                        <a:pt x="48006" y="1905"/>
                        <a:pt x="48006" y="2953"/>
                      </a:cubicBezTo>
                      <a:cubicBezTo>
                        <a:pt x="48006" y="3239"/>
                        <a:pt x="47911" y="3429"/>
                        <a:pt x="47911" y="3810"/>
                      </a:cubicBezTo>
                      <a:close/>
                      <a:moveTo>
                        <a:pt x="25813" y="70009"/>
                      </a:moveTo>
                      <a:lnTo>
                        <a:pt x="10096" y="84582"/>
                      </a:lnTo>
                      <a:cubicBezTo>
                        <a:pt x="8858" y="85725"/>
                        <a:pt x="8477" y="86296"/>
                        <a:pt x="7239" y="86296"/>
                      </a:cubicBezTo>
                      <a:lnTo>
                        <a:pt x="953" y="86296"/>
                      </a:lnTo>
                      <a:cubicBezTo>
                        <a:pt x="381" y="86296"/>
                        <a:pt x="0" y="86106"/>
                        <a:pt x="0" y="85630"/>
                      </a:cubicBezTo>
                      <a:cubicBezTo>
                        <a:pt x="0" y="85249"/>
                        <a:pt x="191" y="84773"/>
                        <a:pt x="667" y="84391"/>
                      </a:cubicBezTo>
                      <a:lnTo>
                        <a:pt x="14478" y="70009"/>
                      </a:lnTo>
                      <a:cubicBezTo>
                        <a:pt x="15716" y="68770"/>
                        <a:pt x="16192" y="68294"/>
                        <a:pt x="17621" y="68294"/>
                      </a:cubicBezTo>
                      <a:lnTo>
                        <a:pt x="25241" y="68294"/>
                      </a:lnTo>
                      <a:cubicBezTo>
                        <a:pt x="25908" y="68294"/>
                        <a:pt x="26384" y="68485"/>
                        <a:pt x="26384" y="68961"/>
                      </a:cubicBezTo>
                      <a:cubicBezTo>
                        <a:pt x="26384" y="69247"/>
                        <a:pt x="26289" y="69532"/>
                        <a:pt x="25813" y="7000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0" name="Google Shape;720;p13"/>
                <p:cNvSpPr/>
                <p:nvPr/>
              </p:nvSpPr>
              <p:spPr>
                <a:xfrm>
                  <a:off x="7779702" y="5554713"/>
                  <a:ext cx="58674" cy="91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74" h="91154" extrusionOk="0">
                      <a:moveTo>
                        <a:pt x="55245" y="31242"/>
                      </a:moveTo>
                      <a:lnTo>
                        <a:pt x="45244" y="88106"/>
                      </a:lnTo>
                      <a:cubicBezTo>
                        <a:pt x="45053" y="89345"/>
                        <a:pt x="43815" y="90392"/>
                        <a:pt x="42577" y="90392"/>
                      </a:cubicBezTo>
                      <a:lnTo>
                        <a:pt x="37910" y="90392"/>
                      </a:lnTo>
                      <a:cubicBezTo>
                        <a:pt x="36481" y="90392"/>
                        <a:pt x="36195" y="89535"/>
                        <a:pt x="36195" y="88487"/>
                      </a:cubicBezTo>
                      <a:lnTo>
                        <a:pt x="36195" y="87821"/>
                      </a:lnTo>
                      <a:lnTo>
                        <a:pt x="36767" y="84201"/>
                      </a:lnTo>
                      <a:cubicBezTo>
                        <a:pt x="29908" y="89059"/>
                        <a:pt x="25908" y="91154"/>
                        <a:pt x="18098" y="91154"/>
                      </a:cubicBezTo>
                      <a:cubicBezTo>
                        <a:pt x="8287" y="91154"/>
                        <a:pt x="0" y="84868"/>
                        <a:pt x="0" y="70675"/>
                      </a:cubicBezTo>
                      <a:cubicBezTo>
                        <a:pt x="0" y="68485"/>
                        <a:pt x="191" y="66199"/>
                        <a:pt x="667" y="63722"/>
                      </a:cubicBezTo>
                      <a:lnTo>
                        <a:pt x="2762" y="52197"/>
                      </a:lnTo>
                      <a:cubicBezTo>
                        <a:pt x="6382" y="32195"/>
                        <a:pt x="18955" y="25813"/>
                        <a:pt x="32861" y="25813"/>
                      </a:cubicBezTo>
                      <a:cubicBezTo>
                        <a:pt x="39815" y="25813"/>
                        <a:pt x="47244" y="26956"/>
                        <a:pt x="53150" y="28480"/>
                      </a:cubicBezTo>
                      <a:cubicBezTo>
                        <a:pt x="54674" y="28861"/>
                        <a:pt x="55245" y="29147"/>
                        <a:pt x="55245" y="30194"/>
                      </a:cubicBezTo>
                      <a:cubicBezTo>
                        <a:pt x="55245" y="30480"/>
                        <a:pt x="55245" y="30766"/>
                        <a:pt x="55150" y="31147"/>
                      </a:cubicBezTo>
                      <a:close/>
                      <a:moveTo>
                        <a:pt x="32957" y="34481"/>
                      </a:moveTo>
                      <a:cubicBezTo>
                        <a:pt x="21050" y="34481"/>
                        <a:pt x="15050" y="41053"/>
                        <a:pt x="12764" y="53340"/>
                      </a:cubicBezTo>
                      <a:lnTo>
                        <a:pt x="10668" y="65246"/>
                      </a:lnTo>
                      <a:cubicBezTo>
                        <a:pt x="10287" y="66961"/>
                        <a:pt x="10192" y="68866"/>
                        <a:pt x="10192" y="70580"/>
                      </a:cubicBezTo>
                      <a:cubicBezTo>
                        <a:pt x="10192" y="79534"/>
                        <a:pt x="14669" y="82677"/>
                        <a:pt x="20288" y="82677"/>
                      </a:cubicBezTo>
                      <a:cubicBezTo>
                        <a:pt x="25908" y="82677"/>
                        <a:pt x="30671" y="80200"/>
                        <a:pt x="37052" y="75914"/>
                      </a:cubicBezTo>
                      <a:lnTo>
                        <a:pt x="44101" y="35624"/>
                      </a:lnTo>
                      <a:cubicBezTo>
                        <a:pt x="40958" y="35052"/>
                        <a:pt x="37719" y="34481"/>
                        <a:pt x="32861" y="34481"/>
                      </a:cubicBezTo>
                      <a:close/>
                      <a:moveTo>
                        <a:pt x="58579" y="3143"/>
                      </a:moveTo>
                      <a:lnTo>
                        <a:pt x="58103" y="5810"/>
                      </a:lnTo>
                      <a:cubicBezTo>
                        <a:pt x="56674" y="13811"/>
                        <a:pt x="53626" y="18002"/>
                        <a:pt x="46292" y="18002"/>
                      </a:cubicBezTo>
                      <a:cubicBezTo>
                        <a:pt x="43720" y="18002"/>
                        <a:pt x="40196" y="17526"/>
                        <a:pt x="37529" y="14954"/>
                      </a:cubicBezTo>
                      <a:lnTo>
                        <a:pt x="32099" y="9811"/>
                      </a:lnTo>
                      <a:cubicBezTo>
                        <a:pt x="29813" y="7620"/>
                        <a:pt x="29242" y="7239"/>
                        <a:pt x="27813" y="7239"/>
                      </a:cubicBezTo>
                      <a:cubicBezTo>
                        <a:pt x="25051" y="7239"/>
                        <a:pt x="23622" y="9144"/>
                        <a:pt x="23146" y="12573"/>
                      </a:cubicBezTo>
                      <a:lnTo>
                        <a:pt x="22765" y="15049"/>
                      </a:lnTo>
                      <a:cubicBezTo>
                        <a:pt x="22670" y="16097"/>
                        <a:pt x="21812" y="17050"/>
                        <a:pt x="20765" y="17050"/>
                      </a:cubicBezTo>
                      <a:lnTo>
                        <a:pt x="16859" y="17050"/>
                      </a:lnTo>
                      <a:cubicBezTo>
                        <a:pt x="15907" y="17050"/>
                        <a:pt x="15335" y="16383"/>
                        <a:pt x="15335" y="15430"/>
                      </a:cubicBezTo>
                      <a:lnTo>
                        <a:pt x="15335" y="15049"/>
                      </a:lnTo>
                      <a:lnTo>
                        <a:pt x="15716" y="12573"/>
                      </a:lnTo>
                      <a:cubicBezTo>
                        <a:pt x="16955" y="3334"/>
                        <a:pt x="21527" y="0"/>
                        <a:pt x="27813" y="0"/>
                      </a:cubicBezTo>
                      <a:cubicBezTo>
                        <a:pt x="31242" y="0"/>
                        <a:pt x="33338" y="952"/>
                        <a:pt x="36386" y="3620"/>
                      </a:cubicBezTo>
                      <a:lnTo>
                        <a:pt x="42672" y="9335"/>
                      </a:lnTo>
                      <a:cubicBezTo>
                        <a:pt x="43720" y="10287"/>
                        <a:pt x="45339" y="10954"/>
                        <a:pt x="46387" y="10954"/>
                      </a:cubicBezTo>
                      <a:cubicBezTo>
                        <a:pt x="48673" y="10954"/>
                        <a:pt x="50102" y="9811"/>
                        <a:pt x="50768" y="5810"/>
                      </a:cubicBezTo>
                      <a:lnTo>
                        <a:pt x="51245" y="3143"/>
                      </a:lnTo>
                      <a:cubicBezTo>
                        <a:pt x="51435" y="2096"/>
                        <a:pt x="52197" y="1143"/>
                        <a:pt x="53245" y="1143"/>
                      </a:cubicBezTo>
                      <a:lnTo>
                        <a:pt x="57150" y="1143"/>
                      </a:lnTo>
                      <a:cubicBezTo>
                        <a:pt x="58103" y="1143"/>
                        <a:pt x="58674" y="1810"/>
                        <a:pt x="58674" y="2762"/>
                      </a:cubicBezTo>
                      <a:lnTo>
                        <a:pt x="58674" y="314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1" name="Google Shape;721;p13"/>
                <p:cNvSpPr/>
                <p:nvPr/>
              </p:nvSpPr>
              <p:spPr>
                <a:xfrm>
                  <a:off x="7842377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97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813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2" name="Google Shape;722;p13"/>
                <p:cNvSpPr/>
                <p:nvPr/>
              </p:nvSpPr>
              <p:spPr>
                <a:xfrm>
                  <a:off x="7936543" y="5558333"/>
                  <a:ext cx="65186" cy="868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186" h="86867" extrusionOk="0">
                      <a:moveTo>
                        <a:pt x="64901" y="25146"/>
                      </a:moveTo>
                      <a:lnTo>
                        <a:pt x="64711" y="26670"/>
                      </a:lnTo>
                      <a:cubicBezTo>
                        <a:pt x="61472" y="47530"/>
                        <a:pt x="46327" y="52578"/>
                        <a:pt x="27658" y="52578"/>
                      </a:cubicBezTo>
                      <a:cubicBezTo>
                        <a:pt x="23944" y="52578"/>
                        <a:pt x="19086" y="52197"/>
                        <a:pt x="16228" y="52006"/>
                      </a:cubicBezTo>
                      <a:lnTo>
                        <a:pt x="10513" y="84582"/>
                      </a:lnTo>
                      <a:cubicBezTo>
                        <a:pt x="10323" y="85725"/>
                        <a:pt x="9847" y="86868"/>
                        <a:pt x="7942" y="86868"/>
                      </a:cubicBezTo>
                      <a:lnTo>
                        <a:pt x="1655" y="86868"/>
                      </a:lnTo>
                      <a:cubicBezTo>
                        <a:pt x="417" y="86868"/>
                        <a:pt x="-155" y="85916"/>
                        <a:pt x="36" y="84582"/>
                      </a:cubicBezTo>
                      <a:lnTo>
                        <a:pt x="14133" y="3810"/>
                      </a:lnTo>
                      <a:cubicBezTo>
                        <a:pt x="14514" y="2191"/>
                        <a:pt x="15752" y="1143"/>
                        <a:pt x="17467" y="953"/>
                      </a:cubicBezTo>
                      <a:cubicBezTo>
                        <a:pt x="22610" y="381"/>
                        <a:pt x="30135" y="0"/>
                        <a:pt x="36802" y="0"/>
                      </a:cubicBezTo>
                      <a:cubicBezTo>
                        <a:pt x="54043" y="0"/>
                        <a:pt x="65187" y="6286"/>
                        <a:pt x="65187" y="20383"/>
                      </a:cubicBezTo>
                      <a:cubicBezTo>
                        <a:pt x="65187" y="21907"/>
                        <a:pt x="65092" y="23431"/>
                        <a:pt x="64806" y="25146"/>
                      </a:cubicBezTo>
                      <a:close/>
                      <a:moveTo>
                        <a:pt x="35374" y="8858"/>
                      </a:moveTo>
                      <a:cubicBezTo>
                        <a:pt x="31659" y="8858"/>
                        <a:pt x="26420" y="9144"/>
                        <a:pt x="23658" y="9334"/>
                      </a:cubicBezTo>
                      <a:lnTo>
                        <a:pt x="17657" y="43243"/>
                      </a:lnTo>
                      <a:cubicBezTo>
                        <a:pt x="20324" y="43339"/>
                        <a:pt x="26230" y="43720"/>
                        <a:pt x="29278" y="43720"/>
                      </a:cubicBezTo>
                      <a:cubicBezTo>
                        <a:pt x="45184" y="43720"/>
                        <a:pt x="52423" y="37719"/>
                        <a:pt x="54138" y="26575"/>
                      </a:cubicBezTo>
                      <a:lnTo>
                        <a:pt x="54328" y="25051"/>
                      </a:lnTo>
                      <a:cubicBezTo>
                        <a:pt x="54519" y="23527"/>
                        <a:pt x="54709" y="22289"/>
                        <a:pt x="54709" y="20955"/>
                      </a:cubicBezTo>
                      <a:cubicBezTo>
                        <a:pt x="54709" y="11906"/>
                        <a:pt x="48613" y="8763"/>
                        <a:pt x="35374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3" name="Google Shape;723;p13"/>
                <p:cNvSpPr/>
                <p:nvPr/>
              </p:nvSpPr>
              <p:spPr>
                <a:xfrm>
                  <a:off x="8004052" y="5580621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3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5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3"/>
                        <a:pt x="35493" y="8953"/>
                      </a:cubicBezTo>
                      <a:lnTo>
                        <a:pt x="35112" y="8953"/>
                      </a:lnTo>
                      <a:cubicBezTo>
                        <a:pt x="28540" y="8953"/>
                        <a:pt x="24253" y="10096"/>
                        <a:pt x="18538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4" name="Google Shape;724;p13"/>
                <p:cNvSpPr/>
                <p:nvPr/>
              </p:nvSpPr>
              <p:spPr>
                <a:xfrm>
                  <a:off x="8042592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337" y="8953"/>
                      </a:moveTo>
                      <a:cubicBezTo>
                        <a:pt x="21241" y="8953"/>
                        <a:pt x="14288" y="16478"/>
                        <a:pt x="12383" y="28289"/>
                      </a:cubicBezTo>
                      <a:lnTo>
                        <a:pt x="10858" y="37052"/>
                      </a:lnTo>
                      <a:cubicBezTo>
                        <a:pt x="10382" y="39624"/>
                        <a:pt x="10192" y="41815"/>
                        <a:pt x="10192" y="43910"/>
                      </a:cubicBezTo>
                      <a:cubicBezTo>
                        <a:pt x="10192" y="52197"/>
                        <a:pt x="13907" y="56388"/>
                        <a:pt x="22955" y="56388"/>
                      </a:cubicBezTo>
                      <a:cubicBezTo>
                        <a:pt x="33147" y="56388"/>
                        <a:pt x="40100" y="48387"/>
                        <a:pt x="42100" y="37052"/>
                      </a:cubicBezTo>
                      <a:lnTo>
                        <a:pt x="43625" y="28289"/>
                      </a:lnTo>
                      <a:cubicBezTo>
                        <a:pt x="44101" y="25813"/>
                        <a:pt x="44196" y="23622"/>
                        <a:pt x="44196" y="21717"/>
                      </a:cubicBezTo>
                      <a:cubicBezTo>
                        <a:pt x="44196" y="13335"/>
                        <a:pt x="40481" y="8953"/>
                        <a:pt x="31433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5" name="Google Shape;725;p13"/>
                <p:cNvSpPr/>
                <p:nvPr/>
              </p:nvSpPr>
              <p:spPr>
                <a:xfrm>
                  <a:off x="8089949" y="5556904"/>
                  <a:ext cx="80928" cy="107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0928" h="107156" extrusionOk="0">
                      <a:moveTo>
                        <a:pt x="40845" y="16192"/>
                      </a:moveTo>
                      <a:lnTo>
                        <a:pt x="39321" y="24575"/>
                      </a:lnTo>
                      <a:lnTo>
                        <a:pt x="74564" y="24575"/>
                      </a:lnTo>
                      <a:cubicBezTo>
                        <a:pt x="75992" y="24575"/>
                        <a:pt x="76754" y="25051"/>
                        <a:pt x="76373" y="26861"/>
                      </a:cubicBezTo>
                      <a:lnTo>
                        <a:pt x="66086" y="85915"/>
                      </a:lnTo>
                      <a:cubicBezTo>
                        <a:pt x="65896" y="87154"/>
                        <a:pt x="65324" y="88202"/>
                        <a:pt x="63324" y="88202"/>
                      </a:cubicBezTo>
                      <a:lnTo>
                        <a:pt x="57799" y="88202"/>
                      </a:lnTo>
                      <a:cubicBezTo>
                        <a:pt x="56180" y="88202"/>
                        <a:pt x="55704" y="87059"/>
                        <a:pt x="55990" y="85915"/>
                      </a:cubicBezTo>
                      <a:lnTo>
                        <a:pt x="65229" y="32671"/>
                      </a:lnTo>
                      <a:lnTo>
                        <a:pt x="37988" y="32671"/>
                      </a:lnTo>
                      <a:lnTo>
                        <a:pt x="27701" y="91059"/>
                      </a:lnTo>
                      <a:cubicBezTo>
                        <a:pt x="25224" y="104870"/>
                        <a:pt x="18080" y="107156"/>
                        <a:pt x="8746" y="107156"/>
                      </a:cubicBezTo>
                      <a:cubicBezTo>
                        <a:pt x="6746" y="107156"/>
                        <a:pt x="3793" y="106871"/>
                        <a:pt x="1888" y="106585"/>
                      </a:cubicBezTo>
                      <a:cubicBezTo>
                        <a:pt x="269" y="106299"/>
                        <a:pt x="-208" y="105727"/>
                        <a:pt x="78" y="104680"/>
                      </a:cubicBezTo>
                      <a:lnTo>
                        <a:pt x="745" y="100870"/>
                      </a:lnTo>
                      <a:cubicBezTo>
                        <a:pt x="935" y="99346"/>
                        <a:pt x="1888" y="99155"/>
                        <a:pt x="3221" y="99155"/>
                      </a:cubicBezTo>
                      <a:lnTo>
                        <a:pt x="8651" y="99155"/>
                      </a:lnTo>
                      <a:cubicBezTo>
                        <a:pt x="14080" y="99155"/>
                        <a:pt x="16366" y="97441"/>
                        <a:pt x="17604" y="91059"/>
                      </a:cubicBezTo>
                      <a:lnTo>
                        <a:pt x="27891" y="32671"/>
                      </a:lnTo>
                      <a:lnTo>
                        <a:pt x="17128" y="31814"/>
                      </a:lnTo>
                      <a:cubicBezTo>
                        <a:pt x="15890" y="31718"/>
                        <a:pt x="15032" y="31147"/>
                        <a:pt x="15318" y="29813"/>
                      </a:cubicBezTo>
                      <a:lnTo>
                        <a:pt x="15890" y="26575"/>
                      </a:lnTo>
                      <a:cubicBezTo>
                        <a:pt x="16080" y="25432"/>
                        <a:pt x="16842" y="24479"/>
                        <a:pt x="18461" y="24479"/>
                      </a:cubicBezTo>
                      <a:lnTo>
                        <a:pt x="29320" y="24479"/>
                      </a:lnTo>
                      <a:lnTo>
                        <a:pt x="30844" y="16097"/>
                      </a:lnTo>
                      <a:cubicBezTo>
                        <a:pt x="33416" y="1810"/>
                        <a:pt x="39607" y="0"/>
                        <a:pt x="49799" y="0"/>
                      </a:cubicBezTo>
                      <a:cubicBezTo>
                        <a:pt x="51894" y="0"/>
                        <a:pt x="54656" y="381"/>
                        <a:pt x="56561" y="667"/>
                      </a:cubicBezTo>
                      <a:cubicBezTo>
                        <a:pt x="58276" y="857"/>
                        <a:pt x="58657" y="1429"/>
                        <a:pt x="58371" y="2477"/>
                      </a:cubicBezTo>
                      <a:lnTo>
                        <a:pt x="57704" y="6287"/>
                      </a:lnTo>
                      <a:cubicBezTo>
                        <a:pt x="57514" y="7429"/>
                        <a:pt x="57038" y="8001"/>
                        <a:pt x="55418" y="8001"/>
                      </a:cubicBezTo>
                      <a:lnTo>
                        <a:pt x="49894" y="8001"/>
                      </a:lnTo>
                      <a:cubicBezTo>
                        <a:pt x="44465" y="8001"/>
                        <a:pt x="42369" y="8858"/>
                        <a:pt x="41131" y="16002"/>
                      </a:cubicBezTo>
                      <a:close/>
                      <a:moveTo>
                        <a:pt x="79040" y="476"/>
                      </a:moveTo>
                      <a:cubicBezTo>
                        <a:pt x="80660" y="476"/>
                        <a:pt x="81136" y="1143"/>
                        <a:pt x="80850" y="2762"/>
                      </a:cubicBezTo>
                      <a:lnTo>
                        <a:pt x="79231" y="12002"/>
                      </a:lnTo>
                      <a:cubicBezTo>
                        <a:pt x="78850" y="13621"/>
                        <a:pt x="78278" y="14288"/>
                        <a:pt x="76469" y="14288"/>
                      </a:cubicBezTo>
                      <a:lnTo>
                        <a:pt x="70563" y="14288"/>
                      </a:lnTo>
                      <a:cubicBezTo>
                        <a:pt x="68849" y="14288"/>
                        <a:pt x="68468" y="13145"/>
                        <a:pt x="68753" y="12002"/>
                      </a:cubicBezTo>
                      <a:lnTo>
                        <a:pt x="70373" y="2762"/>
                      </a:lnTo>
                      <a:cubicBezTo>
                        <a:pt x="70563" y="1524"/>
                        <a:pt x="71420" y="476"/>
                        <a:pt x="73135" y="476"/>
                      </a:cubicBezTo>
                      <a:lnTo>
                        <a:pt x="79040" y="476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6" name="Google Shape;726;p13"/>
                <p:cNvSpPr/>
                <p:nvPr/>
              </p:nvSpPr>
              <p:spPr>
                <a:xfrm>
                  <a:off x="8171157" y="5580526"/>
                  <a:ext cx="50696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341" extrusionOk="0">
                      <a:moveTo>
                        <a:pt x="48886" y="1619"/>
                      </a:moveTo>
                      <a:cubicBezTo>
                        <a:pt x="50600" y="2000"/>
                        <a:pt x="50886" y="2286"/>
                        <a:pt x="50600" y="3905"/>
                      </a:cubicBezTo>
                      <a:lnTo>
                        <a:pt x="50029" y="7715"/>
                      </a:lnTo>
                      <a:cubicBezTo>
                        <a:pt x="49838" y="9049"/>
                        <a:pt x="49076" y="9906"/>
                        <a:pt x="47362" y="9716"/>
                      </a:cubicBezTo>
                      <a:cubicBezTo>
                        <a:pt x="43457" y="9239"/>
                        <a:pt x="36789" y="8763"/>
                        <a:pt x="30312" y="8763"/>
                      </a:cubicBezTo>
                      <a:cubicBezTo>
                        <a:pt x="24978" y="8763"/>
                        <a:pt x="18120" y="10287"/>
                        <a:pt x="18120" y="16955"/>
                      </a:cubicBezTo>
                      <a:cubicBezTo>
                        <a:pt x="18120" y="19812"/>
                        <a:pt x="20406" y="22098"/>
                        <a:pt x="24407" y="24575"/>
                      </a:cubicBezTo>
                      <a:lnTo>
                        <a:pt x="34694" y="31432"/>
                      </a:lnTo>
                      <a:cubicBezTo>
                        <a:pt x="42695" y="36767"/>
                        <a:pt x="44981" y="40767"/>
                        <a:pt x="44981" y="46958"/>
                      </a:cubicBezTo>
                      <a:cubicBezTo>
                        <a:pt x="44981" y="60674"/>
                        <a:pt x="32789" y="65342"/>
                        <a:pt x="20120" y="65342"/>
                      </a:cubicBezTo>
                      <a:cubicBezTo>
                        <a:pt x="15263" y="65342"/>
                        <a:pt x="7166" y="64865"/>
                        <a:pt x="2023" y="63627"/>
                      </a:cubicBezTo>
                      <a:cubicBezTo>
                        <a:pt x="880" y="63341"/>
                        <a:pt x="-168" y="62579"/>
                        <a:pt x="23" y="61341"/>
                      </a:cubicBezTo>
                      <a:lnTo>
                        <a:pt x="689" y="57245"/>
                      </a:lnTo>
                      <a:cubicBezTo>
                        <a:pt x="1070" y="55721"/>
                        <a:pt x="1642" y="55245"/>
                        <a:pt x="3547" y="55531"/>
                      </a:cubicBezTo>
                      <a:cubicBezTo>
                        <a:pt x="8976" y="56197"/>
                        <a:pt x="17358" y="56769"/>
                        <a:pt x="21454" y="56769"/>
                      </a:cubicBezTo>
                      <a:cubicBezTo>
                        <a:pt x="28312" y="56769"/>
                        <a:pt x="34503" y="54292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1"/>
                      </a:cubicBezTo>
                      <a:lnTo>
                        <a:pt x="17358" y="31814"/>
                      </a:lnTo>
                      <a:cubicBezTo>
                        <a:pt x="10976" y="27622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7" name="Google Shape;727;p13"/>
                <p:cNvSpPr/>
                <p:nvPr/>
              </p:nvSpPr>
              <p:spPr>
                <a:xfrm>
                  <a:off x="8225164" y="5580526"/>
                  <a:ext cx="50696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341" extrusionOk="0">
                      <a:moveTo>
                        <a:pt x="48886" y="1619"/>
                      </a:moveTo>
                      <a:cubicBezTo>
                        <a:pt x="50600" y="2000"/>
                        <a:pt x="50886" y="2286"/>
                        <a:pt x="50600" y="3905"/>
                      </a:cubicBezTo>
                      <a:lnTo>
                        <a:pt x="50029" y="7715"/>
                      </a:lnTo>
                      <a:cubicBezTo>
                        <a:pt x="49838" y="9049"/>
                        <a:pt x="49076" y="9906"/>
                        <a:pt x="47362" y="9716"/>
                      </a:cubicBezTo>
                      <a:cubicBezTo>
                        <a:pt x="43457" y="9239"/>
                        <a:pt x="36789" y="8763"/>
                        <a:pt x="30312" y="8763"/>
                      </a:cubicBezTo>
                      <a:cubicBezTo>
                        <a:pt x="24978" y="8763"/>
                        <a:pt x="18120" y="10287"/>
                        <a:pt x="18120" y="16955"/>
                      </a:cubicBezTo>
                      <a:cubicBezTo>
                        <a:pt x="18120" y="19812"/>
                        <a:pt x="20406" y="22098"/>
                        <a:pt x="24407" y="24575"/>
                      </a:cubicBezTo>
                      <a:lnTo>
                        <a:pt x="34694" y="31432"/>
                      </a:lnTo>
                      <a:cubicBezTo>
                        <a:pt x="42695" y="36767"/>
                        <a:pt x="44981" y="40767"/>
                        <a:pt x="44981" y="46958"/>
                      </a:cubicBezTo>
                      <a:cubicBezTo>
                        <a:pt x="44981" y="60674"/>
                        <a:pt x="32789" y="65342"/>
                        <a:pt x="20120" y="65342"/>
                      </a:cubicBezTo>
                      <a:cubicBezTo>
                        <a:pt x="15263" y="65342"/>
                        <a:pt x="7166" y="64865"/>
                        <a:pt x="2023" y="63627"/>
                      </a:cubicBezTo>
                      <a:cubicBezTo>
                        <a:pt x="880" y="63341"/>
                        <a:pt x="-168" y="62579"/>
                        <a:pt x="23" y="61341"/>
                      </a:cubicBezTo>
                      <a:lnTo>
                        <a:pt x="689" y="57245"/>
                      </a:lnTo>
                      <a:cubicBezTo>
                        <a:pt x="1070" y="55721"/>
                        <a:pt x="1642" y="55245"/>
                        <a:pt x="3547" y="55531"/>
                      </a:cubicBezTo>
                      <a:cubicBezTo>
                        <a:pt x="8976" y="56197"/>
                        <a:pt x="17358" y="56769"/>
                        <a:pt x="21454" y="56769"/>
                      </a:cubicBezTo>
                      <a:cubicBezTo>
                        <a:pt x="28312" y="56769"/>
                        <a:pt x="34503" y="54292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1"/>
                      </a:cubicBezTo>
                      <a:lnTo>
                        <a:pt x="17358" y="31814"/>
                      </a:lnTo>
                      <a:cubicBezTo>
                        <a:pt x="10976" y="27622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8" name="Google Shape;728;p13"/>
                <p:cNvSpPr/>
                <p:nvPr/>
              </p:nvSpPr>
              <p:spPr>
                <a:xfrm>
                  <a:off x="8282544" y="5557380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8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9" y="0"/>
                        <a:pt x="17223" y="0"/>
                      </a:cubicBezTo>
                      <a:lnTo>
                        <a:pt x="23128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9" name="Google Shape;729;p13"/>
                <p:cNvSpPr/>
                <p:nvPr/>
              </p:nvSpPr>
              <p:spPr>
                <a:xfrm>
                  <a:off x="8311579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337" y="8953"/>
                      </a:moveTo>
                      <a:cubicBezTo>
                        <a:pt x="21241" y="8953"/>
                        <a:pt x="14288" y="16478"/>
                        <a:pt x="12382" y="28289"/>
                      </a:cubicBezTo>
                      <a:lnTo>
                        <a:pt x="10858" y="37052"/>
                      </a:lnTo>
                      <a:cubicBezTo>
                        <a:pt x="10382" y="39624"/>
                        <a:pt x="10192" y="41815"/>
                        <a:pt x="10192" y="43910"/>
                      </a:cubicBezTo>
                      <a:cubicBezTo>
                        <a:pt x="10192" y="52197"/>
                        <a:pt x="13906" y="56388"/>
                        <a:pt x="22955" y="56388"/>
                      </a:cubicBezTo>
                      <a:cubicBezTo>
                        <a:pt x="33147" y="56388"/>
                        <a:pt x="40100" y="48387"/>
                        <a:pt x="42100" y="37052"/>
                      </a:cubicBezTo>
                      <a:lnTo>
                        <a:pt x="43625" y="28289"/>
                      </a:lnTo>
                      <a:cubicBezTo>
                        <a:pt x="44101" y="25813"/>
                        <a:pt x="44196" y="23622"/>
                        <a:pt x="44196" y="21717"/>
                      </a:cubicBezTo>
                      <a:cubicBezTo>
                        <a:pt x="44196" y="13335"/>
                        <a:pt x="40481" y="8953"/>
                        <a:pt x="31432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0" name="Google Shape;730;p13"/>
                <p:cNvSpPr/>
                <p:nvPr/>
              </p:nvSpPr>
              <p:spPr>
                <a:xfrm>
                  <a:off x="8373134" y="5580621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1" name="Google Shape;731;p13"/>
                <p:cNvSpPr/>
                <p:nvPr/>
              </p:nvSpPr>
              <p:spPr>
                <a:xfrm>
                  <a:off x="8437785" y="5580526"/>
                  <a:ext cx="55311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341" extrusionOk="0">
                      <a:moveTo>
                        <a:pt x="53245" y="2762"/>
                      </a:moveTo>
                      <a:cubicBezTo>
                        <a:pt x="55340" y="3239"/>
                        <a:pt x="55435" y="3905"/>
                        <a:pt x="55245" y="5429"/>
                      </a:cubicBezTo>
                      <a:lnTo>
                        <a:pt x="45244" y="62293"/>
                      </a:lnTo>
                      <a:cubicBezTo>
                        <a:pt x="45053" y="63532"/>
                        <a:pt x="44386" y="64580"/>
                        <a:pt x="42577" y="64580"/>
                      </a:cubicBezTo>
                      <a:lnTo>
                        <a:pt x="37909" y="64580"/>
                      </a:lnTo>
                      <a:cubicBezTo>
                        <a:pt x="36195" y="64580"/>
                        <a:pt x="35909" y="63627"/>
                        <a:pt x="36195" y="62008"/>
                      </a:cubicBezTo>
                      <a:lnTo>
                        <a:pt x="36767" y="58388"/>
                      </a:lnTo>
                      <a:cubicBezTo>
                        <a:pt x="29908" y="63246"/>
                        <a:pt x="25908" y="65342"/>
                        <a:pt x="18097" y="65342"/>
                      </a:cubicBezTo>
                      <a:cubicBezTo>
                        <a:pt x="8287" y="65342"/>
                        <a:pt x="0" y="59055"/>
                        <a:pt x="0" y="44863"/>
                      </a:cubicBezTo>
                      <a:cubicBezTo>
                        <a:pt x="0" y="42672"/>
                        <a:pt x="190" y="40386"/>
                        <a:pt x="667" y="37909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668"/>
                      </a:moveTo>
                      <a:cubicBezTo>
                        <a:pt x="21050" y="8668"/>
                        <a:pt x="15050" y="15240"/>
                        <a:pt x="12763" y="27527"/>
                      </a:cubicBezTo>
                      <a:lnTo>
                        <a:pt x="10668" y="39433"/>
                      </a:lnTo>
                      <a:cubicBezTo>
                        <a:pt x="10287" y="41148"/>
                        <a:pt x="10192" y="43053"/>
                        <a:pt x="10192" y="44767"/>
                      </a:cubicBezTo>
                      <a:cubicBezTo>
                        <a:pt x="10192" y="53721"/>
                        <a:pt x="14668" y="56864"/>
                        <a:pt x="20288" y="56864"/>
                      </a:cubicBezTo>
                      <a:cubicBezTo>
                        <a:pt x="25908" y="56864"/>
                        <a:pt x="30671" y="54388"/>
                        <a:pt x="37052" y="50102"/>
                      </a:cubicBezTo>
                      <a:lnTo>
                        <a:pt x="44101" y="9811"/>
                      </a:lnTo>
                      <a:cubicBezTo>
                        <a:pt x="40957" y="9239"/>
                        <a:pt x="37719" y="8668"/>
                        <a:pt x="32861" y="866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2" name="Google Shape;732;p13"/>
                <p:cNvSpPr/>
                <p:nvPr/>
              </p:nvSpPr>
              <p:spPr>
                <a:xfrm>
                  <a:off x="8499757" y="5558047"/>
                  <a:ext cx="24804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4" h="87058" extrusionOk="0">
                      <a:moveTo>
                        <a:pt x="23086" y="0"/>
                      </a:moveTo>
                      <a:cubicBezTo>
                        <a:pt x="24325" y="0"/>
                        <a:pt x="25087" y="572"/>
                        <a:pt x="24706" y="2191"/>
                      </a:cubicBezTo>
                      <a:lnTo>
                        <a:pt x="10228" y="84773"/>
                      </a:lnTo>
                      <a:cubicBezTo>
                        <a:pt x="10037" y="86011"/>
                        <a:pt x="9561" y="87059"/>
                        <a:pt x="7656" y="87059"/>
                      </a:cubicBezTo>
                      <a:lnTo>
                        <a:pt x="1655" y="87059"/>
                      </a:lnTo>
                      <a:cubicBezTo>
                        <a:pt x="417" y="87059"/>
                        <a:pt x="-155" y="85916"/>
                        <a:pt x="36" y="84773"/>
                      </a:cubicBezTo>
                      <a:lnTo>
                        <a:pt x="14514" y="2191"/>
                      </a:lnTo>
                      <a:cubicBezTo>
                        <a:pt x="14704" y="953"/>
                        <a:pt x="15276" y="0"/>
                        <a:pt x="17086" y="0"/>
                      </a:cubicBezTo>
                      <a:lnTo>
                        <a:pt x="23086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33" name="Google Shape;733;p13"/>
              <p:cNvGrpSpPr/>
              <p:nvPr/>
            </p:nvGrpSpPr>
            <p:grpSpPr>
              <a:xfrm>
                <a:off x="7405561" y="5707018"/>
                <a:ext cx="887874" cy="110584"/>
                <a:chOff x="7405561" y="5707018"/>
                <a:chExt cx="887874" cy="110584"/>
              </a:xfrm>
            </p:grpSpPr>
            <p:sp>
              <p:nvSpPr>
                <p:cNvPr id="734" name="Google Shape;734;p13"/>
                <p:cNvSpPr/>
                <p:nvPr/>
              </p:nvSpPr>
              <p:spPr>
                <a:xfrm>
                  <a:off x="7405561" y="5730450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6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2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5" name="Google Shape;735;p13"/>
                <p:cNvSpPr/>
                <p:nvPr/>
              </p:nvSpPr>
              <p:spPr>
                <a:xfrm>
                  <a:off x="7502525" y="5708066"/>
                  <a:ext cx="60159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9" h="87629" extrusionOk="0">
                      <a:moveTo>
                        <a:pt x="18669" y="21431"/>
                      </a:moveTo>
                      <a:lnTo>
                        <a:pt x="15907" y="37529"/>
                      </a:lnTo>
                      <a:lnTo>
                        <a:pt x="51435" y="37529"/>
                      </a:lnTo>
                      <a:cubicBezTo>
                        <a:pt x="52673" y="37529"/>
                        <a:pt x="53530" y="38100"/>
                        <a:pt x="53245" y="39815"/>
                      </a:cubicBezTo>
                      <a:lnTo>
                        <a:pt x="52578" y="44196"/>
                      </a:lnTo>
                      <a:cubicBezTo>
                        <a:pt x="52388" y="45434"/>
                        <a:pt x="51816" y="46482"/>
                        <a:pt x="49816" y="46482"/>
                      </a:cubicBezTo>
                      <a:lnTo>
                        <a:pt x="14288" y="46482"/>
                      </a:lnTo>
                      <a:lnTo>
                        <a:pt x="10954" y="65913"/>
                      </a:lnTo>
                      <a:cubicBezTo>
                        <a:pt x="10573" y="67723"/>
                        <a:pt x="10382" y="69247"/>
                        <a:pt x="10382" y="70676"/>
                      </a:cubicBezTo>
                      <a:cubicBezTo>
                        <a:pt x="10382" y="75914"/>
                        <a:pt x="13240" y="78010"/>
                        <a:pt x="23050" y="78010"/>
                      </a:cubicBezTo>
                      <a:lnTo>
                        <a:pt x="45053" y="78010"/>
                      </a:lnTo>
                      <a:cubicBezTo>
                        <a:pt x="46196" y="78010"/>
                        <a:pt x="46672" y="78295"/>
                        <a:pt x="46482" y="79439"/>
                      </a:cubicBezTo>
                      <a:lnTo>
                        <a:pt x="45434" y="85154"/>
                      </a:lnTo>
                      <a:cubicBezTo>
                        <a:pt x="45339" y="85820"/>
                        <a:pt x="45244" y="86582"/>
                        <a:pt x="44005" y="86773"/>
                      </a:cubicBezTo>
                      <a:cubicBezTo>
                        <a:pt x="40672" y="87154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60008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525"/>
                        <a:pt x="57531" y="9525"/>
                      </a:cubicBezTo>
                      <a:lnTo>
                        <a:pt x="35147" y="9525"/>
                      </a:lnTo>
                      <a:cubicBezTo>
                        <a:pt x="22860" y="9525"/>
                        <a:pt x="20193" y="12764"/>
                        <a:pt x="18669" y="2152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6" name="Google Shape;736;p13"/>
                <p:cNvSpPr/>
                <p:nvPr/>
              </p:nvSpPr>
              <p:spPr>
                <a:xfrm>
                  <a:off x="7562366" y="5730354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3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858"/>
                        <a:pt x="35124" y="8858"/>
                      </a:cubicBezTo>
                      <a:cubicBezTo>
                        <a:pt x="30742" y="8858"/>
                        <a:pt x="26170" y="9811"/>
                        <a:pt x="18836" y="13240"/>
                      </a:cubicBezTo>
                      <a:lnTo>
                        <a:pt x="10263" y="62103"/>
                      </a:lnTo>
                      <a:cubicBezTo>
                        <a:pt x="10073" y="63246"/>
                        <a:pt x="8739" y="64389"/>
                        <a:pt x="7501" y="64389"/>
                      </a:cubicBezTo>
                      <a:lnTo>
                        <a:pt x="1786" y="64389"/>
                      </a:lnTo>
                      <a:cubicBezTo>
                        <a:pt x="357" y="64389"/>
                        <a:pt x="-214" y="63151"/>
                        <a:pt x="71" y="62103"/>
                      </a:cubicBezTo>
                      <a:lnTo>
                        <a:pt x="10358" y="3048"/>
                      </a:lnTo>
                      <a:cubicBezTo>
                        <a:pt x="10549" y="1810"/>
                        <a:pt x="11311" y="762"/>
                        <a:pt x="13407" y="762"/>
                      </a:cubicBezTo>
                      <a:lnTo>
                        <a:pt x="18264" y="762"/>
                      </a:lnTo>
                      <a:cubicBezTo>
                        <a:pt x="20074" y="762"/>
                        <a:pt x="20741" y="1429"/>
                        <a:pt x="20455" y="3048"/>
                      </a:cubicBezTo>
                      <a:lnTo>
                        <a:pt x="20074" y="5524"/>
                      </a:lnTo>
                      <a:cubicBezTo>
                        <a:pt x="25599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7" name="Google Shape;737;p13"/>
                <p:cNvSpPr/>
                <p:nvPr/>
              </p:nvSpPr>
              <p:spPr>
                <a:xfrm>
                  <a:off x="7624803" y="5730259"/>
                  <a:ext cx="50696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246" extrusionOk="0">
                      <a:moveTo>
                        <a:pt x="48886" y="1524"/>
                      </a:moveTo>
                      <a:cubicBezTo>
                        <a:pt x="50600" y="1905"/>
                        <a:pt x="50886" y="2191"/>
                        <a:pt x="50600" y="3810"/>
                      </a:cubicBezTo>
                      <a:lnTo>
                        <a:pt x="50029" y="7620"/>
                      </a:lnTo>
                      <a:cubicBezTo>
                        <a:pt x="49838" y="9049"/>
                        <a:pt x="49076" y="9811"/>
                        <a:pt x="47362" y="9620"/>
                      </a:cubicBezTo>
                      <a:cubicBezTo>
                        <a:pt x="43457" y="9144"/>
                        <a:pt x="36789" y="8668"/>
                        <a:pt x="30312" y="8668"/>
                      </a:cubicBezTo>
                      <a:cubicBezTo>
                        <a:pt x="24978" y="8668"/>
                        <a:pt x="18120" y="10192"/>
                        <a:pt x="18120" y="16859"/>
                      </a:cubicBezTo>
                      <a:cubicBezTo>
                        <a:pt x="18120" y="19717"/>
                        <a:pt x="20406" y="22003"/>
                        <a:pt x="24407" y="24479"/>
                      </a:cubicBezTo>
                      <a:lnTo>
                        <a:pt x="34694" y="31337"/>
                      </a:lnTo>
                      <a:cubicBezTo>
                        <a:pt x="42695" y="36671"/>
                        <a:pt x="44981" y="40767"/>
                        <a:pt x="44981" y="46863"/>
                      </a:cubicBezTo>
                      <a:cubicBezTo>
                        <a:pt x="44981" y="60579"/>
                        <a:pt x="32789" y="65246"/>
                        <a:pt x="20120" y="65246"/>
                      </a:cubicBezTo>
                      <a:cubicBezTo>
                        <a:pt x="15263" y="65246"/>
                        <a:pt x="7166" y="64770"/>
                        <a:pt x="2023" y="63532"/>
                      </a:cubicBezTo>
                      <a:cubicBezTo>
                        <a:pt x="880" y="63341"/>
                        <a:pt x="-168" y="62484"/>
                        <a:pt x="23" y="61246"/>
                      </a:cubicBezTo>
                      <a:lnTo>
                        <a:pt x="689" y="57150"/>
                      </a:lnTo>
                      <a:cubicBezTo>
                        <a:pt x="1070" y="55626"/>
                        <a:pt x="1642" y="55150"/>
                        <a:pt x="3547" y="55435"/>
                      </a:cubicBezTo>
                      <a:cubicBezTo>
                        <a:pt x="8976" y="56102"/>
                        <a:pt x="17358" y="56674"/>
                        <a:pt x="21454" y="56674"/>
                      </a:cubicBezTo>
                      <a:cubicBezTo>
                        <a:pt x="28312" y="56674"/>
                        <a:pt x="34503" y="54197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2"/>
                      </a:cubicBezTo>
                      <a:lnTo>
                        <a:pt x="17358" y="31814"/>
                      </a:lnTo>
                      <a:cubicBezTo>
                        <a:pt x="10976" y="27623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8" name="Google Shape;738;p13"/>
                <p:cNvSpPr/>
                <p:nvPr/>
              </p:nvSpPr>
              <p:spPr>
                <a:xfrm>
                  <a:off x="7682184" y="5707018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4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7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8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8" y="0"/>
                        <a:pt x="17223" y="0"/>
                      </a:cubicBezTo>
                      <a:lnTo>
                        <a:pt x="23128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9" name="Google Shape;739;p13"/>
                <p:cNvSpPr/>
                <p:nvPr/>
              </p:nvSpPr>
              <p:spPr>
                <a:xfrm>
                  <a:off x="7709527" y="5730354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3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858"/>
                        <a:pt x="35124" y="8858"/>
                      </a:cubicBezTo>
                      <a:cubicBezTo>
                        <a:pt x="30742" y="8858"/>
                        <a:pt x="26170" y="9811"/>
                        <a:pt x="18836" y="13240"/>
                      </a:cubicBezTo>
                      <a:lnTo>
                        <a:pt x="10263" y="62103"/>
                      </a:lnTo>
                      <a:cubicBezTo>
                        <a:pt x="10073" y="63246"/>
                        <a:pt x="8739" y="64389"/>
                        <a:pt x="7501" y="64389"/>
                      </a:cubicBezTo>
                      <a:lnTo>
                        <a:pt x="1786" y="64389"/>
                      </a:lnTo>
                      <a:cubicBezTo>
                        <a:pt x="357" y="64389"/>
                        <a:pt x="-214" y="63151"/>
                        <a:pt x="71" y="62103"/>
                      </a:cubicBezTo>
                      <a:lnTo>
                        <a:pt x="10358" y="3048"/>
                      </a:lnTo>
                      <a:cubicBezTo>
                        <a:pt x="10549" y="1810"/>
                        <a:pt x="11311" y="762"/>
                        <a:pt x="13407" y="762"/>
                      </a:cubicBezTo>
                      <a:lnTo>
                        <a:pt x="18264" y="762"/>
                      </a:lnTo>
                      <a:cubicBezTo>
                        <a:pt x="20074" y="762"/>
                        <a:pt x="20741" y="1429"/>
                        <a:pt x="20455" y="3048"/>
                      </a:cubicBezTo>
                      <a:lnTo>
                        <a:pt x="20074" y="5524"/>
                      </a:lnTo>
                      <a:cubicBezTo>
                        <a:pt x="25599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0" name="Google Shape;740;p13"/>
                <p:cNvSpPr/>
                <p:nvPr/>
              </p:nvSpPr>
              <p:spPr>
                <a:xfrm>
                  <a:off x="7775797" y="5730259"/>
                  <a:ext cx="54197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436" extrusionOk="0">
                      <a:moveTo>
                        <a:pt x="53626" y="28289"/>
                      </a:moveTo>
                      <a:lnTo>
                        <a:pt x="52102" y="37148"/>
                      </a:lnTo>
                      <a:cubicBezTo>
                        <a:pt x="49054" y="54769"/>
                        <a:pt x="39624" y="65437"/>
                        <a:pt x="21336" y="65437"/>
                      </a:cubicBezTo>
                      <a:cubicBezTo>
                        <a:pt x="7429" y="65437"/>
                        <a:pt x="0" y="56388"/>
                        <a:pt x="0" y="43529"/>
                      </a:cubicBezTo>
                      <a:cubicBezTo>
                        <a:pt x="0" y="41434"/>
                        <a:pt x="190" y="39338"/>
                        <a:pt x="571" y="37148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148"/>
                      </a:lnTo>
                      <a:cubicBezTo>
                        <a:pt x="10287" y="39719"/>
                        <a:pt x="10096" y="41910"/>
                        <a:pt x="10096" y="44005"/>
                      </a:cubicBezTo>
                      <a:cubicBezTo>
                        <a:pt x="10096" y="52197"/>
                        <a:pt x="13811" y="56483"/>
                        <a:pt x="22860" y="56483"/>
                      </a:cubicBezTo>
                      <a:cubicBezTo>
                        <a:pt x="33052" y="56483"/>
                        <a:pt x="40005" y="48482"/>
                        <a:pt x="42005" y="37148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1" name="Google Shape;741;p13"/>
                <p:cNvSpPr/>
                <p:nvPr/>
              </p:nvSpPr>
              <p:spPr>
                <a:xfrm>
                  <a:off x="7868887" y="5707780"/>
                  <a:ext cx="62029" cy="879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029" h="87915" extrusionOk="0">
                      <a:moveTo>
                        <a:pt x="60358" y="1619"/>
                      </a:moveTo>
                      <a:cubicBezTo>
                        <a:pt x="61882" y="1810"/>
                        <a:pt x="62168" y="2191"/>
                        <a:pt x="61977" y="3619"/>
                      </a:cubicBezTo>
                      <a:lnTo>
                        <a:pt x="61215" y="8572"/>
                      </a:lnTo>
                      <a:cubicBezTo>
                        <a:pt x="61025" y="9906"/>
                        <a:pt x="60644" y="10668"/>
                        <a:pt x="58644" y="10382"/>
                      </a:cubicBezTo>
                      <a:cubicBezTo>
                        <a:pt x="53500" y="10001"/>
                        <a:pt x="45404" y="9715"/>
                        <a:pt x="38736" y="9715"/>
                      </a:cubicBezTo>
                      <a:cubicBezTo>
                        <a:pt x="29402" y="9715"/>
                        <a:pt x="19496" y="11335"/>
                        <a:pt x="19496" y="21527"/>
                      </a:cubicBezTo>
                      <a:cubicBezTo>
                        <a:pt x="19496" y="27051"/>
                        <a:pt x="22163" y="29908"/>
                        <a:pt x="29783" y="34957"/>
                      </a:cubicBezTo>
                      <a:lnTo>
                        <a:pt x="39308" y="41338"/>
                      </a:lnTo>
                      <a:cubicBezTo>
                        <a:pt x="50071" y="48482"/>
                        <a:pt x="53881" y="54673"/>
                        <a:pt x="53881" y="63151"/>
                      </a:cubicBezTo>
                      <a:cubicBezTo>
                        <a:pt x="53881" y="79438"/>
                        <a:pt x="40070" y="87916"/>
                        <a:pt x="21591" y="87916"/>
                      </a:cubicBezTo>
                      <a:cubicBezTo>
                        <a:pt x="15210" y="87916"/>
                        <a:pt x="6923" y="87058"/>
                        <a:pt x="1875" y="86296"/>
                      </a:cubicBezTo>
                      <a:cubicBezTo>
                        <a:pt x="446" y="86011"/>
                        <a:pt x="-221" y="85630"/>
                        <a:pt x="65" y="84201"/>
                      </a:cubicBezTo>
                      <a:lnTo>
                        <a:pt x="922" y="79534"/>
                      </a:lnTo>
                      <a:cubicBezTo>
                        <a:pt x="1113" y="77914"/>
                        <a:pt x="1589" y="77438"/>
                        <a:pt x="3589" y="77629"/>
                      </a:cubicBezTo>
                      <a:cubicBezTo>
                        <a:pt x="8828" y="78105"/>
                        <a:pt x="17305" y="78295"/>
                        <a:pt x="22544" y="78295"/>
                      </a:cubicBezTo>
                      <a:cubicBezTo>
                        <a:pt x="35022" y="78295"/>
                        <a:pt x="42832" y="74009"/>
                        <a:pt x="42832" y="62960"/>
                      </a:cubicBezTo>
                      <a:cubicBezTo>
                        <a:pt x="42832" y="57436"/>
                        <a:pt x="39784" y="54578"/>
                        <a:pt x="31688" y="49054"/>
                      </a:cubicBezTo>
                      <a:lnTo>
                        <a:pt x="21591" y="42196"/>
                      </a:lnTo>
                      <a:cubicBezTo>
                        <a:pt x="13686" y="36862"/>
                        <a:pt x="8923" y="30289"/>
                        <a:pt x="8923" y="21907"/>
                      </a:cubicBezTo>
                      <a:cubicBezTo>
                        <a:pt x="8923" y="5810"/>
                        <a:pt x="22925" y="0"/>
                        <a:pt x="38736" y="0"/>
                      </a:cubicBezTo>
                      <a:cubicBezTo>
                        <a:pt x="45594" y="0"/>
                        <a:pt x="56072" y="667"/>
                        <a:pt x="60358" y="142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2" name="Google Shape;742;p13"/>
                <p:cNvSpPr/>
                <p:nvPr/>
              </p:nvSpPr>
              <p:spPr>
                <a:xfrm>
                  <a:off x="7935722" y="5731116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8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6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1" y="41720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2"/>
                        <a:pt x="8668" y="0"/>
                        <a:pt x="9906" y="0"/>
                      </a:cubicBezTo>
                      <a:lnTo>
                        <a:pt x="15430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8" y="40386"/>
                      </a:lnTo>
                      <a:cubicBezTo>
                        <a:pt x="10001" y="42958"/>
                        <a:pt x="9811" y="45149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5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3" name="Google Shape;743;p13"/>
                <p:cNvSpPr/>
                <p:nvPr/>
              </p:nvSpPr>
              <p:spPr>
                <a:xfrm>
                  <a:off x="7993063" y="5730354"/>
                  <a:ext cx="59626" cy="87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26" h="87248" extrusionOk="0">
                      <a:moveTo>
                        <a:pt x="58960" y="28575"/>
                      </a:moveTo>
                      <a:lnTo>
                        <a:pt x="57436" y="36957"/>
                      </a:lnTo>
                      <a:cubicBezTo>
                        <a:pt x="53816" y="56674"/>
                        <a:pt x="44958" y="65341"/>
                        <a:pt x="27242" y="65341"/>
                      </a:cubicBezTo>
                      <a:cubicBezTo>
                        <a:pt x="23622" y="65341"/>
                        <a:pt x="18193" y="64865"/>
                        <a:pt x="13906" y="64103"/>
                      </a:cubicBezTo>
                      <a:lnTo>
                        <a:pt x="10192" y="85058"/>
                      </a:lnTo>
                      <a:cubicBezTo>
                        <a:pt x="10001" y="86201"/>
                        <a:pt x="8763" y="87249"/>
                        <a:pt x="7525" y="87249"/>
                      </a:cubicBezTo>
                      <a:lnTo>
                        <a:pt x="1619" y="87249"/>
                      </a:lnTo>
                      <a:cubicBezTo>
                        <a:pt x="571" y="87249"/>
                        <a:pt x="0" y="86582"/>
                        <a:pt x="0" y="85534"/>
                      </a:cubicBezTo>
                      <a:lnTo>
                        <a:pt x="0" y="85153"/>
                      </a:lnTo>
                      <a:lnTo>
                        <a:pt x="0" y="85153"/>
                      </a:lnTo>
                      <a:cubicBezTo>
                        <a:pt x="0" y="85153"/>
                        <a:pt x="14002" y="5334"/>
                        <a:pt x="14002" y="5334"/>
                      </a:cubicBezTo>
                      <a:cubicBezTo>
                        <a:pt x="14192" y="3715"/>
                        <a:pt x="14859" y="3143"/>
                        <a:pt x="16859" y="2667"/>
                      </a:cubicBezTo>
                      <a:cubicBezTo>
                        <a:pt x="23241" y="1143"/>
                        <a:pt x="31528" y="0"/>
                        <a:pt x="38671" y="0"/>
                      </a:cubicBezTo>
                      <a:cubicBezTo>
                        <a:pt x="52768" y="0"/>
                        <a:pt x="59626" y="8572"/>
                        <a:pt x="59626" y="21241"/>
                      </a:cubicBezTo>
                      <a:cubicBezTo>
                        <a:pt x="59626" y="23527"/>
                        <a:pt x="59436" y="26098"/>
                        <a:pt x="58960" y="28670"/>
                      </a:cubicBezTo>
                      <a:close/>
                      <a:moveTo>
                        <a:pt x="37243" y="8572"/>
                      </a:moveTo>
                      <a:cubicBezTo>
                        <a:pt x="32385" y="8572"/>
                        <a:pt x="26670" y="9144"/>
                        <a:pt x="23431" y="9715"/>
                      </a:cubicBezTo>
                      <a:lnTo>
                        <a:pt x="15430" y="55626"/>
                      </a:lnTo>
                      <a:cubicBezTo>
                        <a:pt x="19145" y="56293"/>
                        <a:pt x="25051" y="56769"/>
                        <a:pt x="28766" y="56769"/>
                      </a:cubicBezTo>
                      <a:cubicBezTo>
                        <a:pt x="39433" y="56769"/>
                        <a:pt x="45053" y="48863"/>
                        <a:pt x="47339" y="36957"/>
                      </a:cubicBezTo>
                      <a:lnTo>
                        <a:pt x="48863" y="28575"/>
                      </a:lnTo>
                      <a:cubicBezTo>
                        <a:pt x="49435" y="25527"/>
                        <a:pt x="49625" y="22860"/>
                        <a:pt x="49625" y="20574"/>
                      </a:cubicBezTo>
                      <a:cubicBezTo>
                        <a:pt x="49625" y="12668"/>
                        <a:pt x="46292" y="8572"/>
                        <a:pt x="37243" y="8572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4" name="Google Shape;744;p13"/>
                <p:cNvSpPr/>
                <p:nvPr/>
              </p:nvSpPr>
              <p:spPr>
                <a:xfrm>
                  <a:off x="8061642" y="5730450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769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8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764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5" name="Google Shape;745;p13"/>
                <p:cNvSpPr/>
                <p:nvPr/>
              </p:nvSpPr>
              <p:spPr>
                <a:xfrm>
                  <a:off x="8122828" y="5730354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90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4" y="2000"/>
                        <a:pt x="20158" y="3143"/>
                      </a:cubicBezTo>
                      <a:lnTo>
                        <a:pt x="19682" y="5810"/>
                      </a:lnTo>
                      <a:cubicBezTo>
                        <a:pt x="25968" y="952"/>
                        <a:pt x="31492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857"/>
                        <a:pt x="39112" y="2095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3"/>
                        <a:pt x="35493" y="8953"/>
                      </a:cubicBezTo>
                      <a:lnTo>
                        <a:pt x="35112" y="8953"/>
                      </a:lnTo>
                      <a:cubicBezTo>
                        <a:pt x="28540" y="8953"/>
                        <a:pt x="24253" y="10096"/>
                        <a:pt x="18538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6" name="Google Shape;746;p13"/>
                <p:cNvSpPr/>
                <p:nvPr/>
              </p:nvSpPr>
              <p:spPr>
                <a:xfrm>
                  <a:off x="8163768" y="570701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4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7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4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7" name="Google Shape;747;p13"/>
                <p:cNvSpPr/>
                <p:nvPr/>
              </p:nvSpPr>
              <p:spPr>
                <a:xfrm>
                  <a:off x="8192897" y="5730259"/>
                  <a:ext cx="54197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436" extrusionOk="0">
                      <a:moveTo>
                        <a:pt x="53626" y="28289"/>
                      </a:moveTo>
                      <a:lnTo>
                        <a:pt x="52102" y="37148"/>
                      </a:lnTo>
                      <a:cubicBezTo>
                        <a:pt x="49054" y="54769"/>
                        <a:pt x="39624" y="65437"/>
                        <a:pt x="21336" y="65437"/>
                      </a:cubicBezTo>
                      <a:cubicBezTo>
                        <a:pt x="7429" y="65437"/>
                        <a:pt x="0" y="56388"/>
                        <a:pt x="0" y="43529"/>
                      </a:cubicBezTo>
                      <a:cubicBezTo>
                        <a:pt x="0" y="41434"/>
                        <a:pt x="191" y="39338"/>
                        <a:pt x="571" y="37148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148"/>
                      </a:lnTo>
                      <a:cubicBezTo>
                        <a:pt x="10287" y="39719"/>
                        <a:pt x="10096" y="41910"/>
                        <a:pt x="10096" y="44005"/>
                      </a:cubicBezTo>
                      <a:cubicBezTo>
                        <a:pt x="10096" y="52197"/>
                        <a:pt x="13811" y="56483"/>
                        <a:pt x="22860" y="56483"/>
                      </a:cubicBezTo>
                      <a:cubicBezTo>
                        <a:pt x="33052" y="56483"/>
                        <a:pt x="40005" y="48482"/>
                        <a:pt x="42005" y="37148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8" name="Google Shape;748;p13"/>
                <p:cNvSpPr/>
                <p:nvPr/>
              </p:nvSpPr>
              <p:spPr>
                <a:xfrm>
                  <a:off x="8254273" y="5730354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7"/>
                        <a:pt x="8728" y="64484"/>
                        <a:pt x="7489" y="64484"/>
                      </a:cubicBezTo>
                      <a:lnTo>
                        <a:pt x="1775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8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2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857"/>
                        <a:pt x="39113" y="2095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3"/>
                        <a:pt x="35493" y="8953"/>
                      </a:cubicBezTo>
                      <a:lnTo>
                        <a:pt x="35112" y="8953"/>
                      </a:lnTo>
                      <a:cubicBezTo>
                        <a:pt x="28540" y="8953"/>
                        <a:pt x="24254" y="10096"/>
                        <a:pt x="18539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749" name="Google Shape;749;p13"/>
          <p:cNvGrpSpPr/>
          <p:nvPr/>
        </p:nvGrpSpPr>
        <p:grpSpPr>
          <a:xfrm>
            <a:off x="4041351" y="4736003"/>
            <a:ext cx="1912686" cy="401478"/>
            <a:chOff x="4057441" y="5411457"/>
            <a:chExt cx="1912686" cy="401478"/>
          </a:xfrm>
        </p:grpSpPr>
        <p:grpSp>
          <p:nvGrpSpPr>
            <p:cNvPr id="750" name="Google Shape;750;p13"/>
            <p:cNvGrpSpPr/>
            <p:nvPr/>
          </p:nvGrpSpPr>
          <p:grpSpPr>
            <a:xfrm>
              <a:off x="4057441" y="5412409"/>
              <a:ext cx="930592" cy="400526"/>
              <a:chOff x="4057441" y="5412409"/>
              <a:chExt cx="930592" cy="400526"/>
            </a:xfrm>
          </p:grpSpPr>
          <p:sp>
            <p:nvSpPr>
              <p:cNvPr id="751" name="Google Shape;751;p13"/>
              <p:cNvSpPr/>
              <p:nvPr/>
            </p:nvSpPr>
            <p:spPr>
              <a:xfrm>
                <a:off x="4057441" y="5412409"/>
                <a:ext cx="312038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12038" h="400526" extrusionOk="0">
                    <a:moveTo>
                      <a:pt x="311467" y="24194"/>
                    </a:moveTo>
                    <a:lnTo>
                      <a:pt x="300133" y="90392"/>
                    </a:lnTo>
                    <a:cubicBezTo>
                      <a:pt x="299180" y="96679"/>
                      <a:pt x="297180" y="98774"/>
                      <a:pt x="292227" y="98774"/>
                    </a:cubicBezTo>
                    <a:lnTo>
                      <a:pt x="290703" y="98774"/>
                    </a:lnTo>
                    <a:cubicBezTo>
                      <a:pt x="271939" y="97727"/>
                      <a:pt x="232410" y="94012"/>
                      <a:pt x="195834" y="94012"/>
                    </a:cubicBezTo>
                    <a:cubicBezTo>
                      <a:pt x="146399" y="94012"/>
                      <a:pt x="125730" y="109823"/>
                      <a:pt x="114776" y="172879"/>
                    </a:cubicBezTo>
                    <a:lnTo>
                      <a:pt x="105347" y="228600"/>
                    </a:lnTo>
                    <a:cubicBezTo>
                      <a:pt x="103346" y="241745"/>
                      <a:pt x="102394" y="252222"/>
                      <a:pt x="102394" y="261747"/>
                    </a:cubicBezTo>
                    <a:cubicBezTo>
                      <a:pt x="102394" y="302228"/>
                      <a:pt x="121158" y="309086"/>
                      <a:pt x="139446" y="309086"/>
                    </a:cubicBezTo>
                    <a:cubicBezTo>
                      <a:pt x="148876" y="309086"/>
                      <a:pt x="158686" y="308515"/>
                      <a:pt x="167069" y="307467"/>
                    </a:cubicBezTo>
                    <a:lnTo>
                      <a:pt x="184880" y="199739"/>
                    </a:lnTo>
                    <a:cubicBezTo>
                      <a:pt x="185833" y="193929"/>
                      <a:pt x="190310" y="189262"/>
                      <a:pt x="195739" y="189262"/>
                    </a:cubicBezTo>
                    <a:lnTo>
                      <a:pt x="273749" y="189262"/>
                    </a:lnTo>
                    <a:cubicBezTo>
                      <a:pt x="278702" y="189262"/>
                      <a:pt x="282131" y="192977"/>
                      <a:pt x="282131" y="198215"/>
                    </a:cubicBezTo>
                    <a:lnTo>
                      <a:pt x="282131" y="199835"/>
                    </a:lnTo>
                    <a:lnTo>
                      <a:pt x="252984" y="375857"/>
                    </a:lnTo>
                    <a:cubicBezTo>
                      <a:pt x="251460" y="383762"/>
                      <a:pt x="248984" y="386334"/>
                      <a:pt x="240602" y="387953"/>
                    </a:cubicBezTo>
                    <a:cubicBezTo>
                      <a:pt x="210979" y="394240"/>
                      <a:pt x="171926" y="400526"/>
                      <a:pt x="124016" y="400526"/>
                    </a:cubicBezTo>
                    <a:cubicBezTo>
                      <a:pt x="68675" y="400526"/>
                      <a:pt x="0" y="366332"/>
                      <a:pt x="0" y="269653"/>
                    </a:cubicBezTo>
                    <a:cubicBezTo>
                      <a:pt x="0" y="257080"/>
                      <a:pt x="953" y="242888"/>
                      <a:pt x="3429" y="228124"/>
                    </a:cubicBezTo>
                    <a:lnTo>
                      <a:pt x="12859" y="172974"/>
                    </a:lnTo>
                    <a:cubicBezTo>
                      <a:pt x="39338" y="19907"/>
                      <a:pt x="125254" y="0"/>
                      <a:pt x="197930" y="0"/>
                    </a:cubicBezTo>
                    <a:cubicBezTo>
                      <a:pt x="249269" y="0"/>
                      <a:pt x="284417" y="8382"/>
                      <a:pt x="303657" y="14192"/>
                    </a:cubicBezTo>
                    <a:cubicBezTo>
                      <a:pt x="308610" y="15812"/>
                      <a:pt x="312039" y="16859"/>
                      <a:pt x="312039" y="21526"/>
                    </a:cubicBezTo>
                    <a:cubicBezTo>
                      <a:pt x="312039" y="22098"/>
                      <a:pt x="311563" y="23146"/>
                      <a:pt x="311563" y="24194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13"/>
              <p:cNvSpPr/>
              <p:nvPr/>
            </p:nvSpPr>
            <p:spPr>
              <a:xfrm>
                <a:off x="4381291" y="5412409"/>
                <a:ext cx="280130" cy="400431"/>
              </a:xfrm>
              <a:custGeom>
                <a:avLst/>
                <a:gdLst/>
                <a:ahLst/>
                <a:cxnLst/>
                <a:rect l="l" t="t" r="r" b="b"/>
                <a:pathLst>
                  <a:path w="280130" h="400431" extrusionOk="0">
                    <a:moveTo>
                      <a:pt x="280130" y="16764"/>
                    </a:moveTo>
                    <a:lnTo>
                      <a:pt x="269748" y="80867"/>
                    </a:lnTo>
                    <a:cubicBezTo>
                      <a:pt x="268795" y="86678"/>
                      <a:pt x="263366" y="91345"/>
                      <a:pt x="257842" y="91345"/>
                    </a:cubicBezTo>
                    <a:lnTo>
                      <a:pt x="158020" y="91345"/>
                    </a:lnTo>
                    <a:cubicBezTo>
                      <a:pt x="140208" y="91345"/>
                      <a:pt x="133350" y="97631"/>
                      <a:pt x="129826" y="117634"/>
                    </a:cubicBezTo>
                    <a:lnTo>
                      <a:pt x="123444" y="156020"/>
                    </a:lnTo>
                    <a:lnTo>
                      <a:pt x="244983" y="156020"/>
                    </a:lnTo>
                    <a:cubicBezTo>
                      <a:pt x="249936" y="156020"/>
                      <a:pt x="253365" y="159734"/>
                      <a:pt x="253365" y="164973"/>
                    </a:cubicBezTo>
                    <a:lnTo>
                      <a:pt x="253365" y="166592"/>
                    </a:lnTo>
                    <a:lnTo>
                      <a:pt x="242983" y="228600"/>
                    </a:lnTo>
                    <a:cubicBezTo>
                      <a:pt x="242030" y="234410"/>
                      <a:pt x="237077" y="239077"/>
                      <a:pt x="231648" y="239077"/>
                    </a:cubicBezTo>
                    <a:lnTo>
                      <a:pt x="110109" y="239077"/>
                    </a:lnTo>
                    <a:lnTo>
                      <a:pt x="102679" y="282702"/>
                    </a:lnTo>
                    <a:cubicBezTo>
                      <a:pt x="102203" y="286893"/>
                      <a:pt x="101727" y="290036"/>
                      <a:pt x="101727" y="293180"/>
                    </a:cubicBezTo>
                    <a:cubicBezTo>
                      <a:pt x="101727" y="305276"/>
                      <a:pt x="107632" y="308991"/>
                      <a:pt x="122015" y="308991"/>
                    </a:cubicBezTo>
                    <a:lnTo>
                      <a:pt x="221837" y="308991"/>
                    </a:lnTo>
                    <a:cubicBezTo>
                      <a:pt x="226790" y="308991"/>
                      <a:pt x="230219" y="312706"/>
                      <a:pt x="230219" y="317945"/>
                    </a:cubicBezTo>
                    <a:lnTo>
                      <a:pt x="230219" y="319564"/>
                    </a:lnTo>
                    <a:lnTo>
                      <a:pt x="219361" y="383667"/>
                    </a:lnTo>
                    <a:cubicBezTo>
                      <a:pt x="218408" y="389954"/>
                      <a:pt x="214408" y="393097"/>
                      <a:pt x="208026" y="394145"/>
                    </a:cubicBezTo>
                    <a:cubicBezTo>
                      <a:pt x="188786" y="396812"/>
                      <a:pt x="158591" y="400431"/>
                      <a:pt x="110680" y="400431"/>
                    </a:cubicBezTo>
                    <a:cubicBezTo>
                      <a:pt x="52864" y="400431"/>
                      <a:pt x="0" y="378333"/>
                      <a:pt x="0" y="309467"/>
                    </a:cubicBezTo>
                    <a:cubicBezTo>
                      <a:pt x="0" y="301085"/>
                      <a:pt x="952" y="292132"/>
                      <a:pt x="2476" y="282702"/>
                    </a:cubicBezTo>
                    <a:lnTo>
                      <a:pt x="29623" y="117634"/>
                    </a:lnTo>
                    <a:cubicBezTo>
                      <a:pt x="46958" y="11525"/>
                      <a:pt x="106204" y="0"/>
                      <a:pt x="175927" y="0"/>
                    </a:cubicBezTo>
                    <a:cubicBezTo>
                      <a:pt x="223838" y="0"/>
                      <a:pt x="253937" y="3715"/>
                      <a:pt x="272224" y="6287"/>
                    </a:cubicBezTo>
                    <a:cubicBezTo>
                      <a:pt x="277654" y="6763"/>
                      <a:pt x="280130" y="9430"/>
                      <a:pt x="280130" y="14669"/>
                    </a:cubicBezTo>
                    <a:lnTo>
                      <a:pt x="280130" y="16764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3" name="Google Shape;753;p13"/>
              <p:cNvSpPr/>
              <p:nvPr/>
            </p:nvSpPr>
            <p:spPr>
              <a:xfrm>
                <a:off x="4659516" y="5412504"/>
                <a:ext cx="328517" cy="400430"/>
              </a:xfrm>
              <a:custGeom>
                <a:avLst/>
                <a:gdLst/>
                <a:ahLst/>
                <a:cxnLst/>
                <a:rect l="l" t="t" r="r" b="b"/>
                <a:pathLst>
                  <a:path w="328517" h="400430" extrusionOk="0">
                    <a:moveTo>
                      <a:pt x="326517" y="112395"/>
                    </a:moveTo>
                    <a:lnTo>
                      <a:pt x="324993" y="121349"/>
                    </a:lnTo>
                    <a:cubicBezTo>
                      <a:pt x="318611" y="160211"/>
                      <a:pt x="292894" y="186023"/>
                      <a:pt x="274606" y="195929"/>
                    </a:cubicBezTo>
                    <a:cubicBezTo>
                      <a:pt x="285940" y="203835"/>
                      <a:pt x="302800" y="227457"/>
                      <a:pt x="302800" y="258985"/>
                    </a:cubicBezTo>
                    <a:cubicBezTo>
                      <a:pt x="302800" y="263176"/>
                      <a:pt x="302323" y="267367"/>
                      <a:pt x="301847" y="272129"/>
                    </a:cubicBezTo>
                    <a:lnTo>
                      <a:pt x="300895" y="278987"/>
                    </a:lnTo>
                    <a:cubicBezTo>
                      <a:pt x="286607" y="378333"/>
                      <a:pt x="216884" y="400431"/>
                      <a:pt x="121063" y="400431"/>
                    </a:cubicBezTo>
                    <a:cubicBezTo>
                      <a:pt x="95821" y="400431"/>
                      <a:pt x="48958" y="398336"/>
                      <a:pt x="26194" y="394145"/>
                    </a:cubicBezTo>
                    <a:cubicBezTo>
                      <a:pt x="7906" y="390430"/>
                      <a:pt x="0" y="385191"/>
                      <a:pt x="0" y="368427"/>
                    </a:cubicBezTo>
                    <a:cubicBezTo>
                      <a:pt x="0" y="364236"/>
                      <a:pt x="476" y="359474"/>
                      <a:pt x="1524" y="354235"/>
                    </a:cubicBezTo>
                    <a:lnTo>
                      <a:pt x="52388" y="45720"/>
                    </a:lnTo>
                    <a:cubicBezTo>
                      <a:pt x="56864" y="17336"/>
                      <a:pt x="66199" y="10001"/>
                      <a:pt x="89916" y="6286"/>
                    </a:cubicBezTo>
                    <a:cubicBezTo>
                      <a:pt x="111157" y="2572"/>
                      <a:pt x="161068" y="0"/>
                      <a:pt x="185738" y="0"/>
                    </a:cubicBezTo>
                    <a:cubicBezTo>
                      <a:pt x="269272" y="0"/>
                      <a:pt x="328517" y="23622"/>
                      <a:pt x="328517" y="90392"/>
                    </a:cubicBezTo>
                    <a:cubicBezTo>
                      <a:pt x="328517" y="97250"/>
                      <a:pt x="328041" y="104585"/>
                      <a:pt x="326517" y="112490"/>
                    </a:cubicBezTo>
                    <a:close/>
                    <a:moveTo>
                      <a:pt x="167926" y="233267"/>
                    </a:moveTo>
                    <a:lnTo>
                      <a:pt x="120015" y="233267"/>
                    </a:lnTo>
                    <a:lnTo>
                      <a:pt x="107156" y="313658"/>
                    </a:lnTo>
                    <a:lnTo>
                      <a:pt x="147638" y="313658"/>
                    </a:lnTo>
                    <a:cubicBezTo>
                      <a:pt x="186214" y="313658"/>
                      <a:pt x="200025" y="297847"/>
                      <a:pt x="204406" y="275844"/>
                    </a:cubicBezTo>
                    <a:lnTo>
                      <a:pt x="205359" y="271082"/>
                    </a:lnTo>
                    <a:cubicBezTo>
                      <a:pt x="205835" y="267938"/>
                      <a:pt x="206311" y="264795"/>
                      <a:pt x="206311" y="261652"/>
                    </a:cubicBezTo>
                    <a:cubicBezTo>
                      <a:pt x="206311" y="245364"/>
                      <a:pt x="195453" y="233267"/>
                      <a:pt x="167735" y="233267"/>
                    </a:cubicBezTo>
                    <a:close/>
                    <a:moveTo>
                      <a:pt x="183737" y="86582"/>
                    </a:moveTo>
                    <a:cubicBezTo>
                      <a:pt x="179832" y="86582"/>
                      <a:pt x="148209" y="87154"/>
                      <a:pt x="144685" y="87154"/>
                    </a:cubicBezTo>
                    <a:lnTo>
                      <a:pt x="131826" y="161735"/>
                    </a:lnTo>
                    <a:lnTo>
                      <a:pt x="179737" y="161735"/>
                    </a:lnTo>
                    <a:cubicBezTo>
                      <a:pt x="212312" y="161735"/>
                      <a:pt x="225171" y="147066"/>
                      <a:pt x="227171" y="128588"/>
                    </a:cubicBezTo>
                    <a:lnTo>
                      <a:pt x="228124" y="120206"/>
                    </a:lnTo>
                    <a:cubicBezTo>
                      <a:pt x="228600" y="118110"/>
                      <a:pt x="228600" y="116015"/>
                      <a:pt x="228600" y="113919"/>
                    </a:cubicBezTo>
                    <a:cubicBezTo>
                      <a:pt x="228600" y="96584"/>
                      <a:pt x="218218" y="86582"/>
                      <a:pt x="183642" y="86582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4" name="Google Shape;754;p13"/>
            <p:cNvGrpSpPr/>
            <p:nvPr/>
          </p:nvGrpSpPr>
          <p:grpSpPr>
            <a:xfrm>
              <a:off x="5117383" y="5411457"/>
              <a:ext cx="852744" cy="389001"/>
              <a:chOff x="5117383" y="5411457"/>
              <a:chExt cx="852744" cy="389001"/>
            </a:xfrm>
          </p:grpSpPr>
          <p:grpSp>
            <p:nvGrpSpPr>
              <p:cNvPr id="755" name="Google Shape;755;p13"/>
              <p:cNvGrpSpPr/>
              <p:nvPr/>
            </p:nvGrpSpPr>
            <p:grpSpPr>
              <a:xfrm>
                <a:off x="5149482" y="5411457"/>
                <a:ext cx="587025" cy="91153"/>
                <a:chOff x="5149482" y="5411457"/>
                <a:chExt cx="587025" cy="91153"/>
              </a:xfrm>
            </p:grpSpPr>
            <p:sp>
              <p:nvSpPr>
                <p:cNvPr id="756" name="Google Shape;756;p13"/>
                <p:cNvSpPr/>
                <p:nvPr/>
              </p:nvSpPr>
              <p:spPr>
                <a:xfrm>
                  <a:off x="5149482" y="5414981"/>
                  <a:ext cx="64418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18" h="87629" extrusionOk="0">
                      <a:moveTo>
                        <a:pt x="62770" y="1333"/>
                      </a:moveTo>
                      <a:cubicBezTo>
                        <a:pt x="63817" y="1429"/>
                        <a:pt x="64579" y="1905"/>
                        <a:pt x="64389" y="3048"/>
                      </a:cubicBezTo>
                      <a:lnTo>
                        <a:pt x="63341" y="8858"/>
                      </a:lnTo>
                      <a:cubicBezTo>
                        <a:pt x="63246" y="10001"/>
                        <a:pt x="62579" y="10097"/>
                        <a:pt x="61246" y="10001"/>
                      </a:cubicBezTo>
                      <a:cubicBezTo>
                        <a:pt x="54483" y="9430"/>
                        <a:pt x="49149" y="9239"/>
                        <a:pt x="39338" y="9239"/>
                      </a:cubicBezTo>
                      <a:cubicBezTo>
                        <a:pt x="29527" y="9239"/>
                        <a:pt x="17717" y="14764"/>
                        <a:pt x="14097" y="35909"/>
                      </a:cubicBezTo>
                      <a:lnTo>
                        <a:pt x="11430" y="51435"/>
                      </a:lnTo>
                      <a:cubicBezTo>
                        <a:pt x="10858" y="54959"/>
                        <a:pt x="10477" y="57912"/>
                        <a:pt x="10477" y="60579"/>
                      </a:cubicBezTo>
                      <a:cubicBezTo>
                        <a:pt x="10477" y="73533"/>
                        <a:pt x="17240" y="78105"/>
                        <a:pt x="26098" y="78105"/>
                      </a:cubicBezTo>
                      <a:cubicBezTo>
                        <a:pt x="33147" y="78105"/>
                        <a:pt x="38005" y="77629"/>
                        <a:pt x="40767" y="77438"/>
                      </a:cubicBezTo>
                      <a:lnTo>
                        <a:pt x="46672" y="44291"/>
                      </a:lnTo>
                      <a:cubicBezTo>
                        <a:pt x="46863" y="43053"/>
                        <a:pt x="47815" y="42005"/>
                        <a:pt x="49149" y="42005"/>
                      </a:cubicBezTo>
                      <a:lnTo>
                        <a:pt x="55435" y="42005"/>
                      </a:lnTo>
                      <a:cubicBezTo>
                        <a:pt x="56578" y="42005"/>
                        <a:pt x="57245" y="42958"/>
                        <a:pt x="57245" y="44006"/>
                      </a:cubicBezTo>
                      <a:lnTo>
                        <a:pt x="57245" y="44387"/>
                      </a:lnTo>
                      <a:lnTo>
                        <a:pt x="50292" y="83344"/>
                      </a:lnTo>
                      <a:cubicBezTo>
                        <a:pt x="50101" y="84582"/>
                        <a:pt x="49054" y="85630"/>
                        <a:pt x="47720" y="85916"/>
                      </a:cubicBezTo>
                      <a:cubicBezTo>
                        <a:pt x="41910" y="86868"/>
                        <a:pt x="35338" y="87630"/>
                        <a:pt x="24479" y="87630"/>
                      </a:cubicBezTo>
                      <a:cubicBezTo>
                        <a:pt x="12192" y="87630"/>
                        <a:pt x="0" y="79724"/>
                        <a:pt x="0" y="60389"/>
                      </a:cubicBezTo>
                      <a:cubicBezTo>
                        <a:pt x="0" y="57722"/>
                        <a:pt x="190" y="54674"/>
                        <a:pt x="857" y="51626"/>
                      </a:cubicBezTo>
                      <a:lnTo>
                        <a:pt x="3524" y="36100"/>
                      </a:lnTo>
                      <a:cubicBezTo>
                        <a:pt x="8668" y="6572"/>
                        <a:pt x="25432" y="0"/>
                        <a:pt x="40957" y="0"/>
                      </a:cubicBezTo>
                      <a:cubicBezTo>
                        <a:pt x="51721" y="0"/>
                        <a:pt x="58483" y="952"/>
                        <a:pt x="62770" y="161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7" name="Google Shape;757;p13"/>
                <p:cNvSpPr/>
                <p:nvPr/>
              </p:nvSpPr>
              <p:spPr>
                <a:xfrm>
                  <a:off x="5218538" y="5437174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6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0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2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8" name="Google Shape;758;p13"/>
                <p:cNvSpPr/>
                <p:nvPr/>
              </p:nvSpPr>
              <p:spPr>
                <a:xfrm>
                  <a:off x="5279724" y="5437079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6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2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6"/>
                        <a:pt x="18539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59" name="Google Shape;759;p13"/>
                <p:cNvSpPr/>
                <p:nvPr/>
              </p:nvSpPr>
              <p:spPr>
                <a:xfrm>
                  <a:off x="5318360" y="5411457"/>
                  <a:ext cx="54101" cy="9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1" h="91058" extrusionOk="0">
                      <a:moveTo>
                        <a:pt x="53530" y="54102"/>
                      </a:moveTo>
                      <a:lnTo>
                        <a:pt x="52578" y="58960"/>
                      </a:lnTo>
                      <a:cubicBezTo>
                        <a:pt x="52197" y="60484"/>
                        <a:pt x="51816" y="61531"/>
                        <a:pt x="50006" y="61531"/>
                      </a:cubicBezTo>
                      <a:lnTo>
                        <a:pt x="11239" y="61531"/>
                      </a:lnTo>
                      <a:lnTo>
                        <a:pt x="10858" y="62960"/>
                      </a:lnTo>
                      <a:cubicBezTo>
                        <a:pt x="10192" y="65627"/>
                        <a:pt x="9906" y="67913"/>
                        <a:pt x="9906" y="70009"/>
                      </a:cubicBezTo>
                      <a:cubicBezTo>
                        <a:pt x="9906" y="78677"/>
                        <a:pt x="15430" y="82391"/>
                        <a:pt x="24384" y="82391"/>
                      </a:cubicBezTo>
                      <a:cubicBezTo>
                        <a:pt x="31147" y="82391"/>
                        <a:pt x="38957" y="81534"/>
                        <a:pt x="44386" y="80772"/>
                      </a:cubicBezTo>
                      <a:lnTo>
                        <a:pt x="45053" y="80772"/>
                      </a:lnTo>
                      <a:cubicBezTo>
                        <a:pt x="46006" y="80772"/>
                        <a:pt x="46577" y="80963"/>
                        <a:pt x="46577" y="81915"/>
                      </a:cubicBezTo>
                      <a:lnTo>
                        <a:pt x="46577" y="82296"/>
                      </a:lnTo>
                      <a:lnTo>
                        <a:pt x="46577" y="82296"/>
                      </a:lnTo>
                      <a:cubicBezTo>
                        <a:pt x="46577" y="82296"/>
                        <a:pt x="45910" y="86392"/>
                        <a:pt x="45910" y="86392"/>
                      </a:cubicBezTo>
                      <a:cubicBezTo>
                        <a:pt x="45720" y="88011"/>
                        <a:pt x="45053" y="88678"/>
                        <a:pt x="43148" y="89059"/>
                      </a:cubicBezTo>
                      <a:cubicBezTo>
                        <a:pt x="36290" y="90297"/>
                        <a:pt x="30671" y="91059"/>
                        <a:pt x="22860" y="91059"/>
                      </a:cubicBezTo>
                      <a:cubicBezTo>
                        <a:pt x="11430" y="91059"/>
                        <a:pt x="0" y="85249"/>
                        <a:pt x="0" y="69628"/>
                      </a:cubicBezTo>
                      <a:cubicBezTo>
                        <a:pt x="0" y="67437"/>
                        <a:pt x="190" y="64961"/>
                        <a:pt x="667" y="62484"/>
                      </a:cubicBezTo>
                      <a:lnTo>
                        <a:pt x="2191" y="54388"/>
                      </a:lnTo>
                      <a:cubicBezTo>
                        <a:pt x="5620" y="36005"/>
                        <a:pt x="16478" y="25813"/>
                        <a:pt x="32861" y="25813"/>
                      </a:cubicBezTo>
                      <a:cubicBezTo>
                        <a:pt x="47244" y="25813"/>
                        <a:pt x="54102" y="35147"/>
                        <a:pt x="54102" y="47339"/>
                      </a:cubicBezTo>
                      <a:cubicBezTo>
                        <a:pt x="54102" y="49530"/>
                        <a:pt x="53911" y="51816"/>
                        <a:pt x="53435" y="54293"/>
                      </a:cubicBezTo>
                      <a:close/>
                      <a:moveTo>
                        <a:pt x="31528" y="34576"/>
                      </a:moveTo>
                      <a:cubicBezTo>
                        <a:pt x="21431" y="34576"/>
                        <a:pt x="14764" y="42577"/>
                        <a:pt x="12668" y="53245"/>
                      </a:cubicBezTo>
                      <a:lnTo>
                        <a:pt x="12668" y="53816"/>
                      </a:lnTo>
                      <a:cubicBezTo>
                        <a:pt x="12668" y="53816"/>
                        <a:pt x="43243" y="53816"/>
                        <a:pt x="43243" y="53816"/>
                      </a:cubicBezTo>
                      <a:lnTo>
                        <a:pt x="43243" y="53245"/>
                      </a:lnTo>
                      <a:cubicBezTo>
                        <a:pt x="43815" y="50959"/>
                        <a:pt x="44005" y="48768"/>
                        <a:pt x="44005" y="46863"/>
                      </a:cubicBezTo>
                      <a:cubicBezTo>
                        <a:pt x="44005" y="38672"/>
                        <a:pt x="39719" y="34576"/>
                        <a:pt x="31528" y="34576"/>
                      </a:cubicBezTo>
                      <a:close/>
                      <a:moveTo>
                        <a:pt x="52578" y="18002"/>
                      </a:moveTo>
                      <a:lnTo>
                        <a:pt x="46863" y="18002"/>
                      </a:lnTo>
                      <a:cubicBezTo>
                        <a:pt x="45625" y="18002"/>
                        <a:pt x="45244" y="17431"/>
                        <a:pt x="44386" y="16288"/>
                      </a:cubicBezTo>
                      <a:lnTo>
                        <a:pt x="36957" y="5048"/>
                      </a:lnTo>
                      <a:lnTo>
                        <a:pt x="25241" y="16288"/>
                      </a:lnTo>
                      <a:cubicBezTo>
                        <a:pt x="24098" y="17431"/>
                        <a:pt x="23622" y="18002"/>
                        <a:pt x="22384" y="18002"/>
                      </a:cubicBezTo>
                      <a:lnTo>
                        <a:pt x="16002" y="18002"/>
                      </a:lnTo>
                      <a:cubicBezTo>
                        <a:pt x="15430" y="18002"/>
                        <a:pt x="15049" y="17812"/>
                        <a:pt x="15049" y="17336"/>
                      </a:cubicBezTo>
                      <a:cubicBezTo>
                        <a:pt x="15049" y="16955"/>
                        <a:pt x="15240" y="16574"/>
                        <a:pt x="15716" y="16097"/>
                      </a:cubicBezTo>
                      <a:lnTo>
                        <a:pt x="29432" y="1715"/>
                      </a:lnTo>
                      <a:cubicBezTo>
                        <a:pt x="30671" y="476"/>
                        <a:pt x="31051" y="0"/>
                        <a:pt x="32480" y="0"/>
                      </a:cubicBezTo>
                      <a:lnTo>
                        <a:pt x="42291" y="0"/>
                      </a:lnTo>
                      <a:cubicBezTo>
                        <a:pt x="43720" y="0"/>
                        <a:pt x="44101" y="476"/>
                        <a:pt x="44958" y="1715"/>
                      </a:cubicBezTo>
                      <a:lnTo>
                        <a:pt x="53435" y="16097"/>
                      </a:lnTo>
                      <a:cubicBezTo>
                        <a:pt x="53435" y="16097"/>
                        <a:pt x="53626" y="16764"/>
                        <a:pt x="53626" y="17050"/>
                      </a:cubicBezTo>
                      <a:cubicBezTo>
                        <a:pt x="53626" y="17621"/>
                        <a:pt x="53245" y="18098"/>
                        <a:pt x="52483" y="18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0" name="Google Shape;760;p13"/>
                <p:cNvSpPr/>
                <p:nvPr/>
              </p:nvSpPr>
              <p:spPr>
                <a:xfrm>
                  <a:off x="5379725" y="5437079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6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8"/>
                        <a:pt x="45887" y="19622"/>
                        <a:pt x="45887" y="17716"/>
                      </a:cubicBezTo>
                      <a:cubicBezTo>
                        <a:pt x="45887" y="12192"/>
                        <a:pt x="43601" y="8954"/>
                        <a:pt x="35123" y="8954"/>
                      </a:cubicBezTo>
                      <a:cubicBezTo>
                        <a:pt x="30742" y="8954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1" name="Google Shape;761;p13"/>
                <p:cNvSpPr/>
                <p:nvPr/>
              </p:nvSpPr>
              <p:spPr>
                <a:xfrm>
                  <a:off x="5445995" y="5437079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4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3"/>
                        <a:pt x="12383" y="2809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2" name="Google Shape;762;p13"/>
                <p:cNvSpPr/>
                <p:nvPr/>
              </p:nvSpPr>
              <p:spPr>
                <a:xfrm>
                  <a:off x="5497828" y="5413838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5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3" name="Google Shape;763;p13"/>
                <p:cNvSpPr/>
                <p:nvPr/>
              </p:nvSpPr>
              <p:spPr>
                <a:xfrm>
                  <a:off x="5525339" y="5437079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6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2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4" name="Google Shape;764;p13"/>
                <p:cNvSpPr/>
                <p:nvPr/>
              </p:nvSpPr>
              <p:spPr>
                <a:xfrm>
                  <a:off x="5619636" y="5414409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5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4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5" name="Google Shape;765;p13"/>
                <p:cNvSpPr/>
                <p:nvPr/>
              </p:nvSpPr>
              <p:spPr>
                <a:xfrm>
                  <a:off x="5682406" y="5437174"/>
                  <a:ext cx="5410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1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6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0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1" y="26003"/>
                        <a:pt x="53435" y="28480"/>
                      </a:cubicBezTo>
                      <a:close/>
                      <a:moveTo>
                        <a:pt x="31432" y="8858"/>
                      </a:moveTo>
                      <a:cubicBezTo>
                        <a:pt x="21336" y="8858"/>
                        <a:pt x="14668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2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66" name="Google Shape;766;p13"/>
              <p:cNvGrpSpPr/>
              <p:nvPr/>
            </p:nvGrpSpPr>
            <p:grpSpPr>
              <a:xfrm>
                <a:off x="5138338" y="5559380"/>
                <a:ext cx="831789" cy="112299"/>
                <a:chOff x="5138338" y="5559380"/>
                <a:chExt cx="831789" cy="112299"/>
              </a:xfrm>
            </p:grpSpPr>
            <p:sp>
              <p:nvSpPr>
                <p:cNvPr id="767" name="Google Shape;767;p13"/>
                <p:cNvSpPr/>
                <p:nvPr/>
              </p:nvSpPr>
              <p:spPr>
                <a:xfrm>
                  <a:off x="5138338" y="5563095"/>
                  <a:ext cx="60151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151" h="87629" extrusionOk="0">
                      <a:moveTo>
                        <a:pt x="18669" y="21527"/>
                      </a:moveTo>
                      <a:lnTo>
                        <a:pt x="15907" y="37624"/>
                      </a:lnTo>
                      <a:lnTo>
                        <a:pt x="51435" y="37624"/>
                      </a:lnTo>
                      <a:cubicBezTo>
                        <a:pt x="52673" y="37624"/>
                        <a:pt x="53531" y="38195"/>
                        <a:pt x="53245" y="39910"/>
                      </a:cubicBezTo>
                      <a:lnTo>
                        <a:pt x="52578" y="44291"/>
                      </a:lnTo>
                      <a:cubicBezTo>
                        <a:pt x="52388" y="45529"/>
                        <a:pt x="51816" y="46577"/>
                        <a:pt x="49816" y="46577"/>
                      </a:cubicBezTo>
                      <a:lnTo>
                        <a:pt x="14288" y="46577"/>
                      </a:lnTo>
                      <a:lnTo>
                        <a:pt x="10954" y="66008"/>
                      </a:lnTo>
                      <a:cubicBezTo>
                        <a:pt x="10573" y="67818"/>
                        <a:pt x="10382" y="69342"/>
                        <a:pt x="10382" y="70771"/>
                      </a:cubicBezTo>
                      <a:cubicBezTo>
                        <a:pt x="10382" y="76009"/>
                        <a:pt x="13240" y="78105"/>
                        <a:pt x="23051" y="78105"/>
                      </a:cubicBezTo>
                      <a:lnTo>
                        <a:pt x="45053" y="78105"/>
                      </a:lnTo>
                      <a:cubicBezTo>
                        <a:pt x="46196" y="78105"/>
                        <a:pt x="46673" y="78295"/>
                        <a:pt x="46482" y="79534"/>
                      </a:cubicBezTo>
                      <a:lnTo>
                        <a:pt x="45434" y="85249"/>
                      </a:lnTo>
                      <a:cubicBezTo>
                        <a:pt x="45339" y="85916"/>
                        <a:pt x="45244" y="86678"/>
                        <a:pt x="44006" y="86868"/>
                      </a:cubicBezTo>
                      <a:cubicBezTo>
                        <a:pt x="40672" y="87249"/>
                        <a:pt x="28099" y="87630"/>
                        <a:pt x="21336" y="87630"/>
                      </a:cubicBezTo>
                      <a:cubicBezTo>
                        <a:pt x="8096" y="87630"/>
                        <a:pt x="0" y="82201"/>
                        <a:pt x="0" y="70961"/>
                      </a:cubicBezTo>
                      <a:cubicBezTo>
                        <a:pt x="0" y="69437"/>
                        <a:pt x="95" y="67818"/>
                        <a:pt x="476" y="66104"/>
                      </a:cubicBezTo>
                      <a:lnTo>
                        <a:pt x="8192" y="21527"/>
                      </a:lnTo>
                      <a:cubicBezTo>
                        <a:pt x="11240" y="4477"/>
                        <a:pt x="20479" y="0"/>
                        <a:pt x="36671" y="0"/>
                      </a:cubicBezTo>
                      <a:cubicBezTo>
                        <a:pt x="49721" y="0"/>
                        <a:pt x="56007" y="476"/>
                        <a:pt x="59150" y="1048"/>
                      </a:cubicBezTo>
                      <a:cubicBezTo>
                        <a:pt x="59912" y="1143"/>
                        <a:pt x="60293" y="1524"/>
                        <a:pt x="60103" y="2667"/>
                      </a:cubicBezTo>
                      <a:lnTo>
                        <a:pt x="59055" y="8096"/>
                      </a:lnTo>
                      <a:cubicBezTo>
                        <a:pt x="58960" y="9239"/>
                        <a:pt x="58388" y="9525"/>
                        <a:pt x="57531" y="9525"/>
                      </a:cubicBezTo>
                      <a:lnTo>
                        <a:pt x="35147" y="9525"/>
                      </a:lnTo>
                      <a:cubicBezTo>
                        <a:pt x="22860" y="9525"/>
                        <a:pt x="20193" y="12764"/>
                        <a:pt x="18669" y="2152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8" name="Google Shape;768;p13"/>
                <p:cNvSpPr/>
                <p:nvPr/>
              </p:nvSpPr>
              <p:spPr>
                <a:xfrm>
                  <a:off x="5199869" y="5562714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39"/>
                        <a:pt x="28003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2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1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4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3"/>
                        <a:pt x="34576" y="31718"/>
                        <a:pt x="30861" y="3171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69" name="Google Shape;769;p13"/>
                <p:cNvSpPr/>
                <p:nvPr/>
              </p:nvSpPr>
              <p:spPr>
                <a:xfrm>
                  <a:off x="5264068" y="5586241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6" y="0"/>
                        <a:pt x="56198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8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5"/>
                      </a:lnTo>
                      <a:cubicBezTo>
                        <a:pt x="29242" y="62865"/>
                        <a:pt x="23812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0" y="41719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1"/>
                        <a:pt x="8668" y="0"/>
                        <a:pt x="9906" y="0"/>
                      </a:cubicBezTo>
                      <a:lnTo>
                        <a:pt x="15431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7" y="40386"/>
                      </a:lnTo>
                      <a:cubicBezTo>
                        <a:pt x="10001" y="42958"/>
                        <a:pt x="9811" y="45148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4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0" name="Google Shape;770;p13"/>
                <p:cNvSpPr/>
                <p:nvPr/>
              </p:nvSpPr>
              <p:spPr>
                <a:xfrm>
                  <a:off x="5327218" y="5585383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3"/>
                        <a:pt x="30290" y="8953"/>
                      </a:cubicBezTo>
                      <a:cubicBezTo>
                        <a:pt x="21050" y="8953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1" name="Google Shape;771;p13"/>
                <p:cNvSpPr/>
                <p:nvPr/>
              </p:nvSpPr>
              <p:spPr>
                <a:xfrm>
                  <a:off x="5377987" y="5585383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2" name="Google Shape;772;p13"/>
                <p:cNvSpPr/>
                <p:nvPr/>
              </p:nvSpPr>
              <p:spPr>
                <a:xfrm>
                  <a:off x="5440280" y="5585574"/>
                  <a:ext cx="48006" cy="8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6" h="86105" extrusionOk="0">
                      <a:moveTo>
                        <a:pt x="47816" y="3715"/>
                      </a:moveTo>
                      <a:lnTo>
                        <a:pt x="47149" y="7906"/>
                      </a:lnTo>
                      <a:cubicBezTo>
                        <a:pt x="46958" y="9049"/>
                        <a:pt x="45720" y="9620"/>
                        <a:pt x="44672" y="9620"/>
                      </a:cubicBezTo>
                      <a:lnTo>
                        <a:pt x="44291" y="9620"/>
                      </a:lnTo>
                      <a:cubicBezTo>
                        <a:pt x="39338" y="9049"/>
                        <a:pt x="35814" y="8858"/>
                        <a:pt x="30194" y="8858"/>
                      </a:cubicBezTo>
                      <a:cubicBezTo>
                        <a:pt x="20955" y="8858"/>
                        <a:pt x="14192" y="16192"/>
                        <a:pt x="12192" y="28099"/>
                      </a:cubicBezTo>
                      <a:lnTo>
                        <a:pt x="10668" y="37147"/>
                      </a:lnTo>
                      <a:cubicBezTo>
                        <a:pt x="10192" y="39814"/>
                        <a:pt x="10001" y="42005"/>
                        <a:pt x="10001" y="44101"/>
                      </a:cubicBezTo>
                      <a:cubicBezTo>
                        <a:pt x="10001" y="52864"/>
                        <a:pt x="14192" y="56388"/>
                        <a:pt x="21717" y="56388"/>
                      </a:cubicBezTo>
                      <a:cubicBezTo>
                        <a:pt x="27432" y="56388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2" y="64865"/>
                        <a:pt x="25718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2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8" y="0"/>
                        <a:pt x="42291" y="571"/>
                        <a:pt x="46006" y="1238"/>
                      </a:cubicBezTo>
                      <a:cubicBezTo>
                        <a:pt x="47435" y="1429"/>
                        <a:pt x="48006" y="1905"/>
                        <a:pt x="48006" y="2953"/>
                      </a:cubicBezTo>
                      <a:cubicBezTo>
                        <a:pt x="48006" y="3143"/>
                        <a:pt x="47911" y="3429"/>
                        <a:pt x="47911" y="3810"/>
                      </a:cubicBezTo>
                      <a:close/>
                      <a:moveTo>
                        <a:pt x="25813" y="69818"/>
                      </a:moveTo>
                      <a:lnTo>
                        <a:pt x="10097" y="84391"/>
                      </a:lnTo>
                      <a:cubicBezTo>
                        <a:pt x="8858" y="85534"/>
                        <a:pt x="8477" y="86106"/>
                        <a:pt x="7239" y="86106"/>
                      </a:cubicBezTo>
                      <a:lnTo>
                        <a:pt x="953" y="86106"/>
                      </a:lnTo>
                      <a:cubicBezTo>
                        <a:pt x="381" y="86106"/>
                        <a:pt x="0" y="85915"/>
                        <a:pt x="0" y="85439"/>
                      </a:cubicBezTo>
                      <a:cubicBezTo>
                        <a:pt x="0" y="85058"/>
                        <a:pt x="191" y="84677"/>
                        <a:pt x="667" y="84201"/>
                      </a:cubicBezTo>
                      <a:lnTo>
                        <a:pt x="14478" y="69818"/>
                      </a:lnTo>
                      <a:cubicBezTo>
                        <a:pt x="15716" y="68580"/>
                        <a:pt x="16193" y="68104"/>
                        <a:pt x="17621" y="68104"/>
                      </a:cubicBezTo>
                      <a:lnTo>
                        <a:pt x="25241" y="68104"/>
                      </a:lnTo>
                      <a:cubicBezTo>
                        <a:pt x="25908" y="68104"/>
                        <a:pt x="26384" y="68294"/>
                        <a:pt x="26384" y="68770"/>
                      </a:cubicBezTo>
                      <a:cubicBezTo>
                        <a:pt x="26384" y="68961"/>
                        <a:pt x="26289" y="69342"/>
                        <a:pt x="25813" y="6981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3" name="Google Shape;773;p13"/>
                <p:cNvSpPr/>
                <p:nvPr/>
              </p:nvSpPr>
              <p:spPr>
                <a:xfrm>
                  <a:off x="5491430" y="5559380"/>
                  <a:ext cx="58673" cy="91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673" h="91344" extrusionOk="0">
                      <a:moveTo>
                        <a:pt x="55245" y="31337"/>
                      </a:moveTo>
                      <a:lnTo>
                        <a:pt x="45244" y="88201"/>
                      </a:lnTo>
                      <a:cubicBezTo>
                        <a:pt x="45053" y="89440"/>
                        <a:pt x="43815" y="90488"/>
                        <a:pt x="42577" y="90488"/>
                      </a:cubicBezTo>
                      <a:lnTo>
                        <a:pt x="37909" y="90488"/>
                      </a:lnTo>
                      <a:cubicBezTo>
                        <a:pt x="36481" y="90488"/>
                        <a:pt x="36195" y="89725"/>
                        <a:pt x="36195" y="88678"/>
                      </a:cubicBezTo>
                      <a:lnTo>
                        <a:pt x="36195" y="88011"/>
                      </a:lnTo>
                      <a:lnTo>
                        <a:pt x="36767" y="84392"/>
                      </a:lnTo>
                      <a:cubicBezTo>
                        <a:pt x="29908" y="89249"/>
                        <a:pt x="25908" y="91345"/>
                        <a:pt x="18097" y="91345"/>
                      </a:cubicBezTo>
                      <a:cubicBezTo>
                        <a:pt x="8287" y="91345"/>
                        <a:pt x="0" y="85058"/>
                        <a:pt x="0" y="70866"/>
                      </a:cubicBezTo>
                      <a:cubicBezTo>
                        <a:pt x="0" y="68675"/>
                        <a:pt x="190" y="66389"/>
                        <a:pt x="667" y="63913"/>
                      </a:cubicBezTo>
                      <a:lnTo>
                        <a:pt x="2762" y="52483"/>
                      </a:lnTo>
                      <a:cubicBezTo>
                        <a:pt x="6382" y="32480"/>
                        <a:pt x="18955" y="26099"/>
                        <a:pt x="32861" y="26099"/>
                      </a:cubicBezTo>
                      <a:cubicBezTo>
                        <a:pt x="39814" y="26099"/>
                        <a:pt x="47244" y="27241"/>
                        <a:pt x="53150" y="28765"/>
                      </a:cubicBezTo>
                      <a:cubicBezTo>
                        <a:pt x="54673" y="29147"/>
                        <a:pt x="55245" y="29432"/>
                        <a:pt x="55245" y="30480"/>
                      </a:cubicBezTo>
                      <a:cubicBezTo>
                        <a:pt x="55245" y="30671"/>
                        <a:pt x="55245" y="31051"/>
                        <a:pt x="55150" y="31433"/>
                      </a:cubicBezTo>
                      <a:close/>
                      <a:moveTo>
                        <a:pt x="32956" y="34576"/>
                      </a:moveTo>
                      <a:cubicBezTo>
                        <a:pt x="21050" y="34576"/>
                        <a:pt x="15050" y="41148"/>
                        <a:pt x="12763" y="53435"/>
                      </a:cubicBezTo>
                      <a:lnTo>
                        <a:pt x="10668" y="65341"/>
                      </a:lnTo>
                      <a:cubicBezTo>
                        <a:pt x="10287" y="67056"/>
                        <a:pt x="10192" y="68961"/>
                        <a:pt x="10192" y="70675"/>
                      </a:cubicBezTo>
                      <a:cubicBezTo>
                        <a:pt x="10192" y="79629"/>
                        <a:pt x="14668" y="82677"/>
                        <a:pt x="20288" y="82677"/>
                      </a:cubicBezTo>
                      <a:cubicBezTo>
                        <a:pt x="25908" y="82677"/>
                        <a:pt x="30671" y="80200"/>
                        <a:pt x="37052" y="75914"/>
                      </a:cubicBezTo>
                      <a:lnTo>
                        <a:pt x="44101" y="35624"/>
                      </a:lnTo>
                      <a:cubicBezTo>
                        <a:pt x="40958" y="35052"/>
                        <a:pt x="37719" y="34481"/>
                        <a:pt x="32861" y="34481"/>
                      </a:cubicBezTo>
                      <a:close/>
                      <a:moveTo>
                        <a:pt x="58579" y="3239"/>
                      </a:moveTo>
                      <a:lnTo>
                        <a:pt x="58102" y="5905"/>
                      </a:lnTo>
                      <a:cubicBezTo>
                        <a:pt x="56674" y="13907"/>
                        <a:pt x="53626" y="18098"/>
                        <a:pt x="46292" y="18098"/>
                      </a:cubicBezTo>
                      <a:cubicBezTo>
                        <a:pt x="43720" y="18098"/>
                        <a:pt x="40196" y="17621"/>
                        <a:pt x="37529" y="15050"/>
                      </a:cubicBezTo>
                      <a:lnTo>
                        <a:pt x="32099" y="9906"/>
                      </a:lnTo>
                      <a:cubicBezTo>
                        <a:pt x="29813" y="7715"/>
                        <a:pt x="29242" y="7334"/>
                        <a:pt x="27813" y="7334"/>
                      </a:cubicBezTo>
                      <a:cubicBezTo>
                        <a:pt x="25051" y="7334"/>
                        <a:pt x="23622" y="9144"/>
                        <a:pt x="23146" y="12668"/>
                      </a:cubicBezTo>
                      <a:lnTo>
                        <a:pt x="22765" y="15145"/>
                      </a:lnTo>
                      <a:cubicBezTo>
                        <a:pt x="22669" y="16192"/>
                        <a:pt x="21812" y="17145"/>
                        <a:pt x="20764" y="17145"/>
                      </a:cubicBezTo>
                      <a:lnTo>
                        <a:pt x="16859" y="17145"/>
                      </a:lnTo>
                      <a:cubicBezTo>
                        <a:pt x="15907" y="17145"/>
                        <a:pt x="15335" y="16478"/>
                        <a:pt x="15335" y="15526"/>
                      </a:cubicBezTo>
                      <a:lnTo>
                        <a:pt x="15335" y="15145"/>
                      </a:lnTo>
                      <a:lnTo>
                        <a:pt x="15716" y="12668"/>
                      </a:lnTo>
                      <a:cubicBezTo>
                        <a:pt x="16954" y="3429"/>
                        <a:pt x="21526" y="0"/>
                        <a:pt x="27813" y="0"/>
                      </a:cubicBezTo>
                      <a:cubicBezTo>
                        <a:pt x="31242" y="0"/>
                        <a:pt x="33338" y="953"/>
                        <a:pt x="36385" y="3620"/>
                      </a:cubicBezTo>
                      <a:lnTo>
                        <a:pt x="42672" y="9335"/>
                      </a:lnTo>
                      <a:cubicBezTo>
                        <a:pt x="43720" y="10287"/>
                        <a:pt x="45339" y="10954"/>
                        <a:pt x="46387" y="10954"/>
                      </a:cubicBezTo>
                      <a:cubicBezTo>
                        <a:pt x="48673" y="10954"/>
                        <a:pt x="50101" y="9811"/>
                        <a:pt x="50768" y="5810"/>
                      </a:cubicBezTo>
                      <a:lnTo>
                        <a:pt x="51244" y="3143"/>
                      </a:lnTo>
                      <a:cubicBezTo>
                        <a:pt x="51435" y="2096"/>
                        <a:pt x="52197" y="1143"/>
                        <a:pt x="53245" y="1143"/>
                      </a:cubicBezTo>
                      <a:lnTo>
                        <a:pt x="57150" y="1143"/>
                      </a:lnTo>
                      <a:cubicBezTo>
                        <a:pt x="58102" y="1143"/>
                        <a:pt x="58674" y="1810"/>
                        <a:pt x="58674" y="2762"/>
                      </a:cubicBezTo>
                      <a:lnTo>
                        <a:pt x="58674" y="314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4" name="Google Shape;774;p13"/>
                <p:cNvSpPr/>
                <p:nvPr/>
              </p:nvSpPr>
              <p:spPr>
                <a:xfrm>
                  <a:off x="5554104" y="5585383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3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5" name="Google Shape;775;p13"/>
                <p:cNvSpPr/>
                <p:nvPr/>
              </p:nvSpPr>
              <p:spPr>
                <a:xfrm>
                  <a:off x="5648497" y="5563095"/>
                  <a:ext cx="66770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770" h="87725" extrusionOk="0">
                      <a:moveTo>
                        <a:pt x="66389" y="24193"/>
                      </a:moveTo>
                      <a:cubicBezTo>
                        <a:pt x="64579" y="33909"/>
                        <a:pt x="59246" y="39338"/>
                        <a:pt x="50864" y="42386"/>
                      </a:cubicBezTo>
                      <a:cubicBezTo>
                        <a:pt x="57150" y="44958"/>
                        <a:pt x="60579" y="50864"/>
                        <a:pt x="60579" y="57721"/>
                      </a:cubicBezTo>
                      <a:cubicBezTo>
                        <a:pt x="60579" y="58865"/>
                        <a:pt x="60579" y="60007"/>
                        <a:pt x="60008" y="63151"/>
                      </a:cubicBezTo>
                      <a:cubicBezTo>
                        <a:pt x="56483" y="82867"/>
                        <a:pt x="41624" y="87725"/>
                        <a:pt x="21908" y="87725"/>
                      </a:cubicBezTo>
                      <a:cubicBezTo>
                        <a:pt x="14288" y="87725"/>
                        <a:pt x="7429" y="87344"/>
                        <a:pt x="3143" y="86678"/>
                      </a:cubicBezTo>
                      <a:cubicBezTo>
                        <a:pt x="953" y="86296"/>
                        <a:pt x="0" y="85534"/>
                        <a:pt x="0" y="83629"/>
                      </a:cubicBezTo>
                      <a:cubicBezTo>
                        <a:pt x="0" y="83249"/>
                        <a:pt x="0" y="82867"/>
                        <a:pt x="95" y="82391"/>
                      </a:cubicBezTo>
                      <a:lnTo>
                        <a:pt x="13621" y="5239"/>
                      </a:lnTo>
                      <a:cubicBezTo>
                        <a:pt x="14097" y="2572"/>
                        <a:pt x="15716" y="1333"/>
                        <a:pt x="18098" y="953"/>
                      </a:cubicBezTo>
                      <a:cubicBezTo>
                        <a:pt x="22003" y="476"/>
                        <a:pt x="29147" y="0"/>
                        <a:pt x="36671" y="0"/>
                      </a:cubicBezTo>
                      <a:cubicBezTo>
                        <a:pt x="53626" y="0"/>
                        <a:pt x="66770" y="4953"/>
                        <a:pt x="66770" y="18288"/>
                      </a:cubicBezTo>
                      <a:lnTo>
                        <a:pt x="66770" y="20383"/>
                      </a:lnTo>
                      <a:cubicBezTo>
                        <a:pt x="66770" y="21050"/>
                        <a:pt x="66770" y="21622"/>
                        <a:pt x="66294" y="24193"/>
                      </a:cubicBezTo>
                      <a:close/>
                      <a:moveTo>
                        <a:pt x="35052" y="46387"/>
                      </a:moveTo>
                      <a:lnTo>
                        <a:pt x="17240" y="46387"/>
                      </a:lnTo>
                      <a:lnTo>
                        <a:pt x="11525" y="78200"/>
                      </a:lnTo>
                      <a:cubicBezTo>
                        <a:pt x="15335" y="78295"/>
                        <a:pt x="19431" y="78677"/>
                        <a:pt x="23432" y="78677"/>
                      </a:cubicBezTo>
                      <a:cubicBezTo>
                        <a:pt x="37814" y="78677"/>
                        <a:pt x="47339" y="75533"/>
                        <a:pt x="49530" y="63055"/>
                      </a:cubicBezTo>
                      <a:cubicBezTo>
                        <a:pt x="50102" y="59912"/>
                        <a:pt x="50102" y="58865"/>
                        <a:pt x="50102" y="57721"/>
                      </a:cubicBezTo>
                      <a:cubicBezTo>
                        <a:pt x="50102" y="51435"/>
                        <a:pt x="46577" y="46387"/>
                        <a:pt x="35052" y="46387"/>
                      </a:cubicBezTo>
                      <a:close/>
                      <a:moveTo>
                        <a:pt x="56388" y="19336"/>
                      </a:moveTo>
                      <a:cubicBezTo>
                        <a:pt x="56388" y="10763"/>
                        <a:pt x="48006" y="8954"/>
                        <a:pt x="35338" y="8954"/>
                      </a:cubicBezTo>
                      <a:cubicBezTo>
                        <a:pt x="31433" y="8954"/>
                        <a:pt x="26956" y="9144"/>
                        <a:pt x="23717" y="9334"/>
                      </a:cubicBezTo>
                      <a:lnTo>
                        <a:pt x="18574" y="38100"/>
                      </a:lnTo>
                      <a:lnTo>
                        <a:pt x="36386" y="38100"/>
                      </a:lnTo>
                      <a:cubicBezTo>
                        <a:pt x="49816" y="38100"/>
                        <a:pt x="54483" y="31623"/>
                        <a:pt x="55817" y="24289"/>
                      </a:cubicBezTo>
                      <a:cubicBezTo>
                        <a:pt x="56293" y="21812"/>
                        <a:pt x="56293" y="21241"/>
                        <a:pt x="56293" y="20669"/>
                      </a:cubicBezTo>
                      <a:lnTo>
                        <a:pt x="56293" y="19431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6" name="Google Shape;776;p13"/>
                <p:cNvSpPr/>
                <p:nvPr/>
              </p:nvSpPr>
              <p:spPr>
                <a:xfrm>
                  <a:off x="5718696" y="5559761"/>
                  <a:ext cx="56102" cy="909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102" h="90963" extrusionOk="0">
                      <a:moveTo>
                        <a:pt x="55245" y="30956"/>
                      </a:moveTo>
                      <a:lnTo>
                        <a:pt x="45244" y="87820"/>
                      </a:lnTo>
                      <a:cubicBezTo>
                        <a:pt x="45053" y="89059"/>
                        <a:pt x="43815" y="90107"/>
                        <a:pt x="42577" y="90107"/>
                      </a:cubicBezTo>
                      <a:lnTo>
                        <a:pt x="37909" y="90107"/>
                      </a:lnTo>
                      <a:cubicBezTo>
                        <a:pt x="36481" y="90107"/>
                        <a:pt x="36195" y="89344"/>
                        <a:pt x="36195" y="88297"/>
                      </a:cubicBezTo>
                      <a:lnTo>
                        <a:pt x="36195" y="87630"/>
                      </a:lnTo>
                      <a:lnTo>
                        <a:pt x="36767" y="84011"/>
                      </a:lnTo>
                      <a:cubicBezTo>
                        <a:pt x="29908" y="88868"/>
                        <a:pt x="25908" y="90964"/>
                        <a:pt x="18097" y="90964"/>
                      </a:cubicBezTo>
                      <a:cubicBezTo>
                        <a:pt x="8287" y="90964"/>
                        <a:pt x="0" y="84677"/>
                        <a:pt x="0" y="70485"/>
                      </a:cubicBezTo>
                      <a:cubicBezTo>
                        <a:pt x="0" y="68294"/>
                        <a:pt x="190" y="66008"/>
                        <a:pt x="667" y="63532"/>
                      </a:cubicBezTo>
                      <a:lnTo>
                        <a:pt x="2762" y="52102"/>
                      </a:lnTo>
                      <a:cubicBezTo>
                        <a:pt x="6382" y="32099"/>
                        <a:pt x="18955" y="25718"/>
                        <a:pt x="32861" y="25718"/>
                      </a:cubicBezTo>
                      <a:cubicBezTo>
                        <a:pt x="39814" y="25718"/>
                        <a:pt x="47244" y="26860"/>
                        <a:pt x="53150" y="28384"/>
                      </a:cubicBezTo>
                      <a:cubicBezTo>
                        <a:pt x="54673" y="28766"/>
                        <a:pt x="55245" y="29051"/>
                        <a:pt x="55245" y="30099"/>
                      </a:cubicBezTo>
                      <a:cubicBezTo>
                        <a:pt x="55245" y="30290"/>
                        <a:pt x="55245" y="30670"/>
                        <a:pt x="55150" y="31052"/>
                      </a:cubicBezTo>
                      <a:close/>
                      <a:moveTo>
                        <a:pt x="32956" y="34195"/>
                      </a:moveTo>
                      <a:cubicBezTo>
                        <a:pt x="21050" y="34195"/>
                        <a:pt x="15050" y="40767"/>
                        <a:pt x="12763" y="53054"/>
                      </a:cubicBezTo>
                      <a:lnTo>
                        <a:pt x="10668" y="64960"/>
                      </a:lnTo>
                      <a:cubicBezTo>
                        <a:pt x="10287" y="66675"/>
                        <a:pt x="10192" y="68580"/>
                        <a:pt x="10192" y="70294"/>
                      </a:cubicBezTo>
                      <a:cubicBezTo>
                        <a:pt x="10192" y="79248"/>
                        <a:pt x="14668" y="82296"/>
                        <a:pt x="20288" y="82296"/>
                      </a:cubicBezTo>
                      <a:cubicBezTo>
                        <a:pt x="25908" y="82296"/>
                        <a:pt x="30671" y="79819"/>
                        <a:pt x="37052" y="75533"/>
                      </a:cubicBezTo>
                      <a:lnTo>
                        <a:pt x="44101" y="35243"/>
                      </a:lnTo>
                      <a:cubicBezTo>
                        <a:pt x="40957" y="34671"/>
                        <a:pt x="37719" y="34100"/>
                        <a:pt x="32861" y="34100"/>
                      </a:cubicBezTo>
                      <a:close/>
                      <a:moveTo>
                        <a:pt x="55531" y="1715"/>
                      </a:moveTo>
                      <a:lnTo>
                        <a:pt x="39814" y="16288"/>
                      </a:lnTo>
                      <a:cubicBezTo>
                        <a:pt x="38576" y="17431"/>
                        <a:pt x="38195" y="18002"/>
                        <a:pt x="36957" y="18002"/>
                      </a:cubicBezTo>
                      <a:lnTo>
                        <a:pt x="30671" y="18002"/>
                      </a:lnTo>
                      <a:cubicBezTo>
                        <a:pt x="30099" y="18002"/>
                        <a:pt x="29718" y="17812"/>
                        <a:pt x="29718" y="17335"/>
                      </a:cubicBezTo>
                      <a:cubicBezTo>
                        <a:pt x="29718" y="16955"/>
                        <a:pt x="29908" y="16573"/>
                        <a:pt x="30385" y="16097"/>
                      </a:cubicBezTo>
                      <a:lnTo>
                        <a:pt x="44291" y="1715"/>
                      </a:lnTo>
                      <a:cubicBezTo>
                        <a:pt x="45529" y="476"/>
                        <a:pt x="45910" y="0"/>
                        <a:pt x="47339" y="0"/>
                      </a:cubicBezTo>
                      <a:lnTo>
                        <a:pt x="54959" y="0"/>
                      </a:lnTo>
                      <a:cubicBezTo>
                        <a:pt x="55626" y="0"/>
                        <a:pt x="56102" y="191"/>
                        <a:pt x="56102" y="667"/>
                      </a:cubicBezTo>
                      <a:cubicBezTo>
                        <a:pt x="56102" y="857"/>
                        <a:pt x="56007" y="1238"/>
                        <a:pt x="55531" y="1715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7" name="Google Shape;777;p13"/>
                <p:cNvSpPr/>
                <p:nvPr/>
              </p:nvSpPr>
              <p:spPr>
                <a:xfrm>
                  <a:off x="5777538" y="5585383"/>
                  <a:ext cx="50696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96" h="65246" extrusionOk="0">
                      <a:moveTo>
                        <a:pt x="48886" y="1524"/>
                      </a:moveTo>
                      <a:cubicBezTo>
                        <a:pt x="50600" y="1905"/>
                        <a:pt x="50886" y="2191"/>
                        <a:pt x="50600" y="3810"/>
                      </a:cubicBezTo>
                      <a:lnTo>
                        <a:pt x="50029" y="7620"/>
                      </a:lnTo>
                      <a:cubicBezTo>
                        <a:pt x="49838" y="9049"/>
                        <a:pt x="49076" y="9811"/>
                        <a:pt x="47362" y="9620"/>
                      </a:cubicBezTo>
                      <a:cubicBezTo>
                        <a:pt x="43457" y="9144"/>
                        <a:pt x="36789" y="8668"/>
                        <a:pt x="30312" y="8668"/>
                      </a:cubicBezTo>
                      <a:cubicBezTo>
                        <a:pt x="24978" y="8668"/>
                        <a:pt x="18120" y="10192"/>
                        <a:pt x="18120" y="16859"/>
                      </a:cubicBezTo>
                      <a:cubicBezTo>
                        <a:pt x="18120" y="19717"/>
                        <a:pt x="20406" y="22003"/>
                        <a:pt x="24407" y="24479"/>
                      </a:cubicBezTo>
                      <a:lnTo>
                        <a:pt x="34694" y="31337"/>
                      </a:lnTo>
                      <a:cubicBezTo>
                        <a:pt x="42695" y="36671"/>
                        <a:pt x="44981" y="40767"/>
                        <a:pt x="44981" y="46863"/>
                      </a:cubicBezTo>
                      <a:cubicBezTo>
                        <a:pt x="44981" y="60579"/>
                        <a:pt x="32789" y="65246"/>
                        <a:pt x="20120" y="65246"/>
                      </a:cubicBezTo>
                      <a:cubicBezTo>
                        <a:pt x="15263" y="65246"/>
                        <a:pt x="7166" y="64770"/>
                        <a:pt x="2023" y="63532"/>
                      </a:cubicBezTo>
                      <a:cubicBezTo>
                        <a:pt x="880" y="63341"/>
                        <a:pt x="-168" y="62484"/>
                        <a:pt x="23" y="61246"/>
                      </a:cubicBezTo>
                      <a:lnTo>
                        <a:pt x="689" y="57150"/>
                      </a:lnTo>
                      <a:cubicBezTo>
                        <a:pt x="1070" y="55626"/>
                        <a:pt x="1642" y="55150"/>
                        <a:pt x="3547" y="55435"/>
                      </a:cubicBezTo>
                      <a:cubicBezTo>
                        <a:pt x="8976" y="56102"/>
                        <a:pt x="17358" y="56674"/>
                        <a:pt x="21454" y="56674"/>
                      </a:cubicBezTo>
                      <a:cubicBezTo>
                        <a:pt x="28312" y="56674"/>
                        <a:pt x="34503" y="54197"/>
                        <a:pt x="34503" y="46863"/>
                      </a:cubicBezTo>
                      <a:cubicBezTo>
                        <a:pt x="34503" y="44196"/>
                        <a:pt x="33074" y="42101"/>
                        <a:pt x="27740" y="38671"/>
                      </a:cubicBezTo>
                      <a:lnTo>
                        <a:pt x="17358" y="31814"/>
                      </a:lnTo>
                      <a:cubicBezTo>
                        <a:pt x="10976" y="27622"/>
                        <a:pt x="7643" y="23051"/>
                        <a:pt x="7643" y="16764"/>
                      </a:cubicBezTo>
                      <a:cubicBezTo>
                        <a:pt x="7643" y="3905"/>
                        <a:pt x="20025" y="0"/>
                        <a:pt x="31646" y="0"/>
                      </a:cubicBezTo>
                      <a:cubicBezTo>
                        <a:pt x="40599" y="0"/>
                        <a:pt x="43647" y="476"/>
                        <a:pt x="48695" y="152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8" name="Google Shape;778;p13"/>
                <p:cNvSpPr/>
                <p:nvPr/>
              </p:nvSpPr>
              <p:spPr>
                <a:xfrm>
                  <a:off x="5834918" y="5562142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8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9" y="0"/>
                        <a:pt x="17223" y="0"/>
                      </a:cubicBezTo>
                      <a:lnTo>
                        <a:pt x="23128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79" name="Google Shape;779;p13"/>
                <p:cNvSpPr/>
                <p:nvPr/>
              </p:nvSpPr>
              <p:spPr>
                <a:xfrm>
                  <a:off x="5864047" y="5585383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6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3"/>
                        <a:pt x="30290" y="8953"/>
                      </a:cubicBezTo>
                      <a:cubicBezTo>
                        <a:pt x="21050" y="8953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0" name="Google Shape;780;p13"/>
                <p:cNvSpPr/>
                <p:nvPr/>
              </p:nvSpPr>
              <p:spPr>
                <a:xfrm>
                  <a:off x="5914816" y="5585383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781" name="Google Shape;781;p13"/>
              <p:cNvGrpSpPr/>
              <p:nvPr/>
            </p:nvGrpSpPr>
            <p:grpSpPr>
              <a:xfrm>
                <a:off x="5117383" y="5711780"/>
                <a:ext cx="660625" cy="88678"/>
                <a:chOff x="5117383" y="5711780"/>
                <a:chExt cx="660625" cy="88678"/>
              </a:xfrm>
            </p:grpSpPr>
            <p:sp>
              <p:nvSpPr>
                <p:cNvPr id="782" name="Google Shape;782;p13"/>
                <p:cNvSpPr/>
                <p:nvPr/>
              </p:nvSpPr>
              <p:spPr>
                <a:xfrm>
                  <a:off x="5117383" y="57352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337" y="8763"/>
                      </a:moveTo>
                      <a:cubicBezTo>
                        <a:pt x="21241" y="8763"/>
                        <a:pt x="14573" y="16764"/>
                        <a:pt x="12478" y="27432"/>
                      </a:cubicBezTo>
                      <a:lnTo>
                        <a:pt x="12478" y="28003"/>
                      </a:lnTo>
                      <a:cubicBezTo>
                        <a:pt x="12478" y="28003"/>
                        <a:pt x="43053" y="28003"/>
                        <a:pt x="43053" y="28003"/>
                      </a:cubicBezTo>
                      <a:lnTo>
                        <a:pt x="43053" y="27432"/>
                      </a:lnTo>
                      <a:cubicBezTo>
                        <a:pt x="43625" y="25146"/>
                        <a:pt x="43815" y="22955"/>
                        <a:pt x="43815" y="21050"/>
                      </a:cubicBezTo>
                      <a:cubicBezTo>
                        <a:pt x="43815" y="12859"/>
                        <a:pt x="39529" y="8763"/>
                        <a:pt x="31337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13"/>
                <p:cNvSpPr/>
                <p:nvPr/>
              </p:nvSpPr>
              <p:spPr>
                <a:xfrm>
                  <a:off x="5214252" y="5712637"/>
                  <a:ext cx="61177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177" h="87725" extrusionOk="0">
                      <a:moveTo>
                        <a:pt x="59531" y="1905"/>
                      </a:moveTo>
                      <a:cubicBezTo>
                        <a:pt x="60484" y="2000"/>
                        <a:pt x="61341" y="2286"/>
                        <a:pt x="61150" y="3429"/>
                      </a:cubicBezTo>
                      <a:lnTo>
                        <a:pt x="60103" y="9335"/>
                      </a:lnTo>
                      <a:cubicBezTo>
                        <a:pt x="60008" y="10382"/>
                        <a:pt x="59531" y="10763"/>
                        <a:pt x="58102" y="10573"/>
                      </a:cubicBezTo>
                      <a:cubicBezTo>
                        <a:pt x="54007" y="10192"/>
                        <a:pt x="45625" y="9525"/>
                        <a:pt x="38862" y="9525"/>
                      </a:cubicBezTo>
                      <a:cubicBezTo>
                        <a:pt x="27527" y="9525"/>
                        <a:pt x="17526" y="16288"/>
                        <a:pt x="14097" y="35814"/>
                      </a:cubicBezTo>
                      <a:lnTo>
                        <a:pt x="11240" y="51911"/>
                      </a:lnTo>
                      <a:cubicBezTo>
                        <a:pt x="10668" y="55150"/>
                        <a:pt x="10477" y="57912"/>
                        <a:pt x="10477" y="60484"/>
                      </a:cubicBezTo>
                      <a:cubicBezTo>
                        <a:pt x="10477" y="73438"/>
                        <a:pt x="17335" y="78200"/>
                        <a:pt x="26765" y="78200"/>
                      </a:cubicBezTo>
                      <a:cubicBezTo>
                        <a:pt x="33338" y="78200"/>
                        <a:pt x="41910" y="77534"/>
                        <a:pt x="46101" y="77248"/>
                      </a:cubicBezTo>
                      <a:cubicBezTo>
                        <a:pt x="47911" y="77153"/>
                        <a:pt x="48292" y="77629"/>
                        <a:pt x="48101" y="79153"/>
                      </a:cubicBezTo>
                      <a:lnTo>
                        <a:pt x="47339" y="83915"/>
                      </a:lnTo>
                      <a:cubicBezTo>
                        <a:pt x="47149" y="85344"/>
                        <a:pt x="46673" y="85916"/>
                        <a:pt x="44577" y="86201"/>
                      </a:cubicBezTo>
                      <a:cubicBezTo>
                        <a:pt x="39624" y="87154"/>
                        <a:pt x="34957" y="87725"/>
                        <a:pt x="25146" y="87725"/>
                      </a:cubicBezTo>
                      <a:cubicBezTo>
                        <a:pt x="13430" y="87725"/>
                        <a:pt x="0" y="80867"/>
                        <a:pt x="0" y="61151"/>
                      </a:cubicBezTo>
                      <a:cubicBezTo>
                        <a:pt x="0" y="58388"/>
                        <a:pt x="191" y="55245"/>
                        <a:pt x="762" y="51911"/>
                      </a:cubicBezTo>
                      <a:lnTo>
                        <a:pt x="3620" y="35814"/>
                      </a:lnTo>
                      <a:cubicBezTo>
                        <a:pt x="8954" y="6382"/>
                        <a:pt x="25718" y="0"/>
                        <a:pt x="40481" y="0"/>
                      </a:cubicBezTo>
                      <a:cubicBezTo>
                        <a:pt x="47816" y="0"/>
                        <a:pt x="54578" y="1048"/>
                        <a:pt x="59627" y="1810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" name="Google Shape;784;p13"/>
                <p:cNvSpPr/>
                <p:nvPr/>
              </p:nvSpPr>
              <p:spPr>
                <a:xfrm>
                  <a:off x="5273974" y="57350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5" name="Google Shape;785;p13"/>
                <p:cNvSpPr/>
                <p:nvPr/>
              </p:nvSpPr>
              <p:spPr>
                <a:xfrm>
                  <a:off x="5335434" y="5735116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3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4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7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9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" name="Google Shape;786;p13"/>
                <p:cNvSpPr/>
                <p:nvPr/>
              </p:nvSpPr>
              <p:spPr>
                <a:xfrm>
                  <a:off x="5401177" y="5721281"/>
                  <a:ext cx="39073" cy="790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073" h="79081" extrusionOk="0">
                      <a:moveTo>
                        <a:pt x="37199" y="14598"/>
                      </a:moveTo>
                      <a:cubicBezTo>
                        <a:pt x="38627" y="14598"/>
                        <a:pt x="39294" y="15264"/>
                        <a:pt x="39008" y="16884"/>
                      </a:cubicBezTo>
                      <a:lnTo>
                        <a:pt x="38342" y="20789"/>
                      </a:lnTo>
                      <a:cubicBezTo>
                        <a:pt x="37961" y="22884"/>
                        <a:pt x="36913" y="23075"/>
                        <a:pt x="35675" y="23075"/>
                      </a:cubicBezTo>
                      <a:lnTo>
                        <a:pt x="23197" y="23075"/>
                      </a:lnTo>
                      <a:lnTo>
                        <a:pt x="16053" y="63747"/>
                      </a:lnTo>
                      <a:cubicBezTo>
                        <a:pt x="15863" y="65175"/>
                        <a:pt x="15672" y="66223"/>
                        <a:pt x="15672" y="67080"/>
                      </a:cubicBezTo>
                      <a:cubicBezTo>
                        <a:pt x="15672" y="70414"/>
                        <a:pt x="17291" y="70795"/>
                        <a:pt x="21006" y="70795"/>
                      </a:cubicBezTo>
                      <a:lnTo>
                        <a:pt x="28055" y="70795"/>
                      </a:lnTo>
                      <a:cubicBezTo>
                        <a:pt x="29293" y="70795"/>
                        <a:pt x="29864" y="71176"/>
                        <a:pt x="29674" y="72414"/>
                      </a:cubicBezTo>
                      <a:lnTo>
                        <a:pt x="29007" y="76510"/>
                      </a:lnTo>
                      <a:cubicBezTo>
                        <a:pt x="28817" y="77558"/>
                        <a:pt x="28245" y="78225"/>
                        <a:pt x="26531" y="78510"/>
                      </a:cubicBezTo>
                      <a:cubicBezTo>
                        <a:pt x="24245" y="78891"/>
                        <a:pt x="21387" y="79082"/>
                        <a:pt x="19196" y="79082"/>
                      </a:cubicBezTo>
                      <a:cubicBezTo>
                        <a:pt x="11291" y="79082"/>
                        <a:pt x="5290" y="76034"/>
                        <a:pt x="5290" y="68033"/>
                      </a:cubicBezTo>
                      <a:cubicBezTo>
                        <a:pt x="5290" y="66509"/>
                        <a:pt x="5385" y="65366"/>
                        <a:pt x="5766" y="63556"/>
                      </a:cubicBezTo>
                      <a:lnTo>
                        <a:pt x="12910" y="23170"/>
                      </a:lnTo>
                      <a:lnTo>
                        <a:pt x="1861" y="21932"/>
                      </a:lnTo>
                      <a:cubicBezTo>
                        <a:pt x="718" y="21837"/>
                        <a:pt x="-235" y="20979"/>
                        <a:pt x="51" y="19836"/>
                      </a:cubicBezTo>
                      <a:lnTo>
                        <a:pt x="623" y="16693"/>
                      </a:lnTo>
                      <a:cubicBezTo>
                        <a:pt x="1004" y="15074"/>
                        <a:pt x="1861" y="14598"/>
                        <a:pt x="3194" y="14598"/>
                      </a:cubicBezTo>
                      <a:lnTo>
                        <a:pt x="14434" y="14598"/>
                      </a:lnTo>
                      <a:lnTo>
                        <a:pt x="16244" y="3263"/>
                      </a:lnTo>
                      <a:cubicBezTo>
                        <a:pt x="16434" y="2120"/>
                        <a:pt x="17482" y="1167"/>
                        <a:pt x="18815" y="977"/>
                      </a:cubicBezTo>
                      <a:lnTo>
                        <a:pt x="24911" y="24"/>
                      </a:lnTo>
                      <a:cubicBezTo>
                        <a:pt x="26531" y="-166"/>
                        <a:pt x="26912" y="786"/>
                        <a:pt x="26626" y="2025"/>
                      </a:cubicBezTo>
                      <a:lnTo>
                        <a:pt x="24530" y="14693"/>
                      </a:lnTo>
                      <a:lnTo>
                        <a:pt x="37008" y="146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7" name="Google Shape;787;p13"/>
                <p:cNvSpPr/>
                <p:nvPr/>
              </p:nvSpPr>
              <p:spPr>
                <a:xfrm>
                  <a:off x="5442298" y="5711780"/>
                  <a:ext cx="25111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111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4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7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224" y="0"/>
                      </a:moveTo>
                      <a:cubicBezTo>
                        <a:pt x="24843" y="0"/>
                        <a:pt x="25319" y="667"/>
                        <a:pt x="25034" y="2286"/>
                      </a:cubicBezTo>
                      <a:lnTo>
                        <a:pt x="23414" y="11525"/>
                      </a:lnTo>
                      <a:cubicBezTo>
                        <a:pt x="23033" y="13144"/>
                        <a:pt x="22462" y="13811"/>
                        <a:pt x="20652" y="13811"/>
                      </a:cubicBezTo>
                      <a:lnTo>
                        <a:pt x="14747" y="13811"/>
                      </a:lnTo>
                      <a:cubicBezTo>
                        <a:pt x="13032" y="13811"/>
                        <a:pt x="12651" y="12668"/>
                        <a:pt x="12937" y="11525"/>
                      </a:cubicBezTo>
                      <a:lnTo>
                        <a:pt x="14556" y="2286"/>
                      </a:lnTo>
                      <a:cubicBezTo>
                        <a:pt x="14747" y="1048"/>
                        <a:pt x="15604" y="0"/>
                        <a:pt x="17318" y="0"/>
                      </a:cubicBezTo>
                      <a:lnTo>
                        <a:pt x="23224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8" name="Google Shape;788;p13"/>
                <p:cNvSpPr/>
                <p:nvPr/>
              </p:nvSpPr>
              <p:spPr>
                <a:xfrm>
                  <a:off x="5469736" y="5735116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9" name="Google Shape;789;p13"/>
                <p:cNvSpPr/>
                <p:nvPr/>
              </p:nvSpPr>
              <p:spPr>
                <a:xfrm>
                  <a:off x="5537340" y="5735878"/>
                  <a:ext cx="5599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998" h="64484" extrusionOk="0">
                      <a:moveTo>
                        <a:pt x="54197" y="0"/>
                      </a:moveTo>
                      <a:cubicBezTo>
                        <a:pt x="55817" y="0"/>
                        <a:pt x="56198" y="1238"/>
                        <a:pt x="55912" y="2286"/>
                      </a:cubicBezTo>
                      <a:lnTo>
                        <a:pt x="45625" y="61341"/>
                      </a:lnTo>
                      <a:cubicBezTo>
                        <a:pt x="45434" y="62579"/>
                        <a:pt x="44196" y="63627"/>
                        <a:pt x="42958" y="63627"/>
                      </a:cubicBezTo>
                      <a:lnTo>
                        <a:pt x="37529" y="63627"/>
                      </a:lnTo>
                      <a:cubicBezTo>
                        <a:pt x="36100" y="63627"/>
                        <a:pt x="35528" y="62484"/>
                        <a:pt x="35814" y="61341"/>
                      </a:cubicBezTo>
                      <a:lnTo>
                        <a:pt x="36195" y="59246"/>
                      </a:lnTo>
                      <a:cubicBezTo>
                        <a:pt x="29242" y="62865"/>
                        <a:pt x="23813" y="64484"/>
                        <a:pt x="16954" y="64484"/>
                      </a:cubicBezTo>
                      <a:cubicBezTo>
                        <a:pt x="6953" y="64484"/>
                        <a:pt x="0" y="58388"/>
                        <a:pt x="0" y="46196"/>
                      </a:cubicBezTo>
                      <a:cubicBezTo>
                        <a:pt x="0" y="44005"/>
                        <a:pt x="191" y="41720"/>
                        <a:pt x="667" y="39148"/>
                      </a:cubicBezTo>
                      <a:lnTo>
                        <a:pt x="7144" y="2286"/>
                      </a:lnTo>
                      <a:cubicBezTo>
                        <a:pt x="7525" y="572"/>
                        <a:pt x="8668" y="0"/>
                        <a:pt x="9906" y="0"/>
                      </a:cubicBezTo>
                      <a:lnTo>
                        <a:pt x="15431" y="0"/>
                      </a:lnTo>
                      <a:cubicBezTo>
                        <a:pt x="16859" y="0"/>
                        <a:pt x="17526" y="762"/>
                        <a:pt x="17240" y="2286"/>
                      </a:cubicBezTo>
                      <a:lnTo>
                        <a:pt x="10478" y="40386"/>
                      </a:lnTo>
                      <a:cubicBezTo>
                        <a:pt x="10001" y="42958"/>
                        <a:pt x="9811" y="45149"/>
                        <a:pt x="9811" y="46958"/>
                      </a:cubicBezTo>
                      <a:cubicBezTo>
                        <a:pt x="9811" y="53435"/>
                        <a:pt x="12954" y="55531"/>
                        <a:pt x="20574" y="55531"/>
                      </a:cubicBezTo>
                      <a:cubicBezTo>
                        <a:pt x="25432" y="55531"/>
                        <a:pt x="31242" y="53912"/>
                        <a:pt x="37052" y="51245"/>
                      </a:cubicBezTo>
                      <a:lnTo>
                        <a:pt x="45625" y="2286"/>
                      </a:lnTo>
                      <a:cubicBezTo>
                        <a:pt x="45815" y="1048"/>
                        <a:pt x="46387" y="0"/>
                        <a:pt x="48387" y="0"/>
                      </a:cubicBezTo>
                      <a:lnTo>
                        <a:pt x="54102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0" name="Google Shape;790;p13"/>
                <p:cNvSpPr/>
                <p:nvPr/>
              </p:nvSpPr>
              <p:spPr>
                <a:xfrm>
                  <a:off x="5598967" y="5735116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387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1" name="Google Shape;791;p13"/>
                <p:cNvSpPr/>
                <p:nvPr/>
              </p:nvSpPr>
              <p:spPr>
                <a:xfrm>
                  <a:off x="5661546" y="5712447"/>
                  <a:ext cx="59757" cy="88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0" extrusionOk="0">
                      <a:moveTo>
                        <a:pt x="52197" y="95"/>
                      </a:moveTo>
                      <a:lnTo>
                        <a:pt x="58102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0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1"/>
                        <a:pt x="15526" y="22574"/>
                        <a:pt x="32385" y="22574"/>
                      </a:cubicBezTo>
                      <a:cubicBezTo>
                        <a:pt x="36004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1"/>
                        <a:pt x="50959" y="0"/>
                        <a:pt x="52197" y="0"/>
                      </a:cubicBezTo>
                      <a:close/>
                      <a:moveTo>
                        <a:pt x="30861" y="31528"/>
                      </a:moveTo>
                      <a:cubicBezTo>
                        <a:pt x="19526" y="31528"/>
                        <a:pt x="14383" y="39719"/>
                        <a:pt x="12287" y="50959"/>
                      </a:cubicBezTo>
                      <a:lnTo>
                        <a:pt x="10763" y="59341"/>
                      </a:lnTo>
                      <a:cubicBezTo>
                        <a:pt x="10287" y="62103"/>
                        <a:pt x="10001" y="64675"/>
                        <a:pt x="10001" y="66866"/>
                      </a:cubicBezTo>
                      <a:cubicBezTo>
                        <a:pt x="10001" y="74771"/>
                        <a:pt x="13430" y="79057"/>
                        <a:pt x="22384" y="79057"/>
                      </a:cubicBezTo>
                      <a:cubicBezTo>
                        <a:pt x="26289" y="79057"/>
                        <a:pt x="32004" y="78676"/>
                        <a:pt x="36100" y="78391"/>
                      </a:cubicBezTo>
                      <a:lnTo>
                        <a:pt x="44196" y="32385"/>
                      </a:lnTo>
                      <a:cubicBezTo>
                        <a:pt x="40481" y="31718"/>
                        <a:pt x="34576" y="31528"/>
                        <a:pt x="30861" y="3152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92" name="Google Shape;792;p13"/>
                <p:cNvSpPr/>
                <p:nvPr/>
              </p:nvSpPr>
              <p:spPr>
                <a:xfrm>
                  <a:off x="5722697" y="5735116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793" name="Google Shape;793;p13"/>
          <p:cNvGrpSpPr/>
          <p:nvPr/>
        </p:nvGrpSpPr>
        <p:grpSpPr>
          <a:xfrm>
            <a:off x="8874691" y="4731241"/>
            <a:ext cx="1516761" cy="409860"/>
            <a:chOff x="8890781" y="5406695"/>
            <a:chExt cx="1516761" cy="409860"/>
          </a:xfrm>
        </p:grpSpPr>
        <p:grpSp>
          <p:nvGrpSpPr>
            <p:cNvPr id="794" name="Google Shape;794;p13"/>
            <p:cNvGrpSpPr/>
            <p:nvPr/>
          </p:nvGrpSpPr>
          <p:grpSpPr>
            <a:xfrm>
              <a:off x="8890781" y="5407647"/>
              <a:ext cx="768167" cy="400526"/>
              <a:chOff x="8890781" y="5407647"/>
              <a:chExt cx="768167" cy="400526"/>
            </a:xfrm>
          </p:grpSpPr>
          <p:sp>
            <p:nvSpPr>
              <p:cNvPr id="795" name="Google Shape;795;p13"/>
              <p:cNvSpPr/>
              <p:nvPr/>
            </p:nvSpPr>
            <p:spPr>
              <a:xfrm>
                <a:off x="8890781" y="5407647"/>
                <a:ext cx="312038" cy="400526"/>
              </a:xfrm>
              <a:custGeom>
                <a:avLst/>
                <a:gdLst/>
                <a:ahLst/>
                <a:cxnLst/>
                <a:rect l="l" t="t" r="r" b="b"/>
                <a:pathLst>
                  <a:path w="312038" h="400526" extrusionOk="0">
                    <a:moveTo>
                      <a:pt x="311467" y="24194"/>
                    </a:moveTo>
                    <a:lnTo>
                      <a:pt x="300133" y="90392"/>
                    </a:lnTo>
                    <a:cubicBezTo>
                      <a:pt x="299180" y="96679"/>
                      <a:pt x="297180" y="98774"/>
                      <a:pt x="292227" y="98774"/>
                    </a:cubicBezTo>
                    <a:lnTo>
                      <a:pt x="290703" y="98774"/>
                    </a:lnTo>
                    <a:cubicBezTo>
                      <a:pt x="271939" y="97727"/>
                      <a:pt x="232410" y="94012"/>
                      <a:pt x="195834" y="94012"/>
                    </a:cubicBezTo>
                    <a:cubicBezTo>
                      <a:pt x="146399" y="94012"/>
                      <a:pt x="125730" y="109823"/>
                      <a:pt x="114776" y="172879"/>
                    </a:cubicBezTo>
                    <a:lnTo>
                      <a:pt x="105347" y="228600"/>
                    </a:lnTo>
                    <a:cubicBezTo>
                      <a:pt x="103346" y="241745"/>
                      <a:pt x="102394" y="252222"/>
                      <a:pt x="102394" y="261747"/>
                    </a:cubicBezTo>
                    <a:cubicBezTo>
                      <a:pt x="102394" y="302228"/>
                      <a:pt x="121158" y="309086"/>
                      <a:pt x="139446" y="309086"/>
                    </a:cubicBezTo>
                    <a:cubicBezTo>
                      <a:pt x="148876" y="309086"/>
                      <a:pt x="158686" y="308515"/>
                      <a:pt x="167069" y="307467"/>
                    </a:cubicBezTo>
                    <a:lnTo>
                      <a:pt x="184880" y="199739"/>
                    </a:lnTo>
                    <a:cubicBezTo>
                      <a:pt x="185833" y="193929"/>
                      <a:pt x="190310" y="189262"/>
                      <a:pt x="195739" y="189262"/>
                    </a:cubicBezTo>
                    <a:lnTo>
                      <a:pt x="273749" y="189262"/>
                    </a:lnTo>
                    <a:cubicBezTo>
                      <a:pt x="278702" y="189262"/>
                      <a:pt x="282131" y="192977"/>
                      <a:pt x="282131" y="198215"/>
                    </a:cubicBezTo>
                    <a:lnTo>
                      <a:pt x="282131" y="199835"/>
                    </a:lnTo>
                    <a:lnTo>
                      <a:pt x="252984" y="375857"/>
                    </a:lnTo>
                    <a:cubicBezTo>
                      <a:pt x="251460" y="383762"/>
                      <a:pt x="248984" y="386334"/>
                      <a:pt x="240602" y="387953"/>
                    </a:cubicBezTo>
                    <a:cubicBezTo>
                      <a:pt x="210979" y="394240"/>
                      <a:pt x="171926" y="400526"/>
                      <a:pt x="124016" y="400526"/>
                    </a:cubicBezTo>
                    <a:cubicBezTo>
                      <a:pt x="68675" y="400526"/>
                      <a:pt x="0" y="366332"/>
                      <a:pt x="0" y="269653"/>
                    </a:cubicBezTo>
                    <a:cubicBezTo>
                      <a:pt x="0" y="257080"/>
                      <a:pt x="953" y="242888"/>
                      <a:pt x="3429" y="228124"/>
                    </a:cubicBezTo>
                    <a:lnTo>
                      <a:pt x="12859" y="172974"/>
                    </a:lnTo>
                    <a:cubicBezTo>
                      <a:pt x="39338" y="19907"/>
                      <a:pt x="125254" y="0"/>
                      <a:pt x="197930" y="0"/>
                    </a:cubicBezTo>
                    <a:cubicBezTo>
                      <a:pt x="249269" y="0"/>
                      <a:pt x="284417" y="8382"/>
                      <a:pt x="303657" y="14192"/>
                    </a:cubicBezTo>
                    <a:cubicBezTo>
                      <a:pt x="308610" y="15812"/>
                      <a:pt x="312039" y="16859"/>
                      <a:pt x="312039" y="21526"/>
                    </a:cubicBezTo>
                    <a:cubicBezTo>
                      <a:pt x="312039" y="22098"/>
                      <a:pt x="311563" y="23146"/>
                      <a:pt x="311563" y="24194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6" name="Google Shape;796;p13"/>
              <p:cNvSpPr/>
              <p:nvPr/>
            </p:nvSpPr>
            <p:spPr>
              <a:xfrm>
                <a:off x="9233490" y="5412886"/>
                <a:ext cx="280511" cy="390429"/>
              </a:xfrm>
              <a:custGeom>
                <a:avLst/>
                <a:gdLst/>
                <a:ahLst/>
                <a:cxnLst/>
                <a:rect l="l" t="t" r="r" b="b"/>
                <a:pathLst>
                  <a:path w="280511" h="390429" extrusionOk="0">
                    <a:moveTo>
                      <a:pt x="280511" y="10001"/>
                    </a:moveTo>
                    <a:lnTo>
                      <a:pt x="269176" y="77248"/>
                    </a:lnTo>
                    <a:cubicBezTo>
                      <a:pt x="268224" y="83058"/>
                      <a:pt x="262795" y="87249"/>
                      <a:pt x="257270" y="87249"/>
                    </a:cubicBezTo>
                    <a:lnTo>
                      <a:pt x="183642" y="87249"/>
                    </a:lnTo>
                    <a:lnTo>
                      <a:pt x="135255" y="379952"/>
                    </a:lnTo>
                    <a:cubicBezTo>
                      <a:pt x="134302" y="385763"/>
                      <a:pt x="128873" y="390430"/>
                      <a:pt x="123444" y="390430"/>
                    </a:cubicBezTo>
                    <a:lnTo>
                      <a:pt x="42958" y="390430"/>
                    </a:lnTo>
                    <a:cubicBezTo>
                      <a:pt x="38005" y="390430"/>
                      <a:pt x="35052" y="386715"/>
                      <a:pt x="35052" y="382048"/>
                    </a:cubicBezTo>
                    <a:lnTo>
                      <a:pt x="35052" y="379952"/>
                    </a:lnTo>
                    <a:lnTo>
                      <a:pt x="83439" y="87249"/>
                    </a:lnTo>
                    <a:lnTo>
                      <a:pt x="8382" y="87249"/>
                    </a:lnTo>
                    <a:cubicBezTo>
                      <a:pt x="3429" y="87249"/>
                      <a:pt x="0" y="84106"/>
                      <a:pt x="0" y="78867"/>
                    </a:cubicBezTo>
                    <a:lnTo>
                      <a:pt x="0" y="77248"/>
                    </a:lnTo>
                    <a:lnTo>
                      <a:pt x="11335" y="10001"/>
                    </a:lnTo>
                    <a:cubicBezTo>
                      <a:pt x="12287" y="4191"/>
                      <a:pt x="17240" y="0"/>
                      <a:pt x="22670" y="0"/>
                    </a:cubicBezTo>
                    <a:lnTo>
                      <a:pt x="271653" y="0"/>
                    </a:lnTo>
                    <a:cubicBezTo>
                      <a:pt x="276606" y="0"/>
                      <a:pt x="280511" y="3715"/>
                      <a:pt x="280511" y="8382"/>
                    </a:cubicBezTo>
                    <a:lnTo>
                      <a:pt x="280511" y="10001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13"/>
              <p:cNvSpPr/>
              <p:nvPr/>
            </p:nvSpPr>
            <p:spPr>
              <a:xfrm>
                <a:off x="9496490" y="5412886"/>
                <a:ext cx="162458" cy="390429"/>
              </a:xfrm>
              <a:custGeom>
                <a:avLst/>
                <a:gdLst/>
                <a:ahLst/>
                <a:cxnLst/>
                <a:rect l="l" t="t" r="r" b="b"/>
                <a:pathLst>
                  <a:path w="162458" h="390429" extrusionOk="0">
                    <a:moveTo>
                      <a:pt x="162291" y="10001"/>
                    </a:moveTo>
                    <a:lnTo>
                      <a:pt x="101046" y="379952"/>
                    </a:lnTo>
                    <a:cubicBezTo>
                      <a:pt x="100093" y="385763"/>
                      <a:pt x="96569" y="390430"/>
                      <a:pt x="89139" y="390430"/>
                    </a:cubicBezTo>
                    <a:lnTo>
                      <a:pt x="8082" y="390430"/>
                    </a:lnTo>
                    <a:cubicBezTo>
                      <a:pt x="2176" y="390430"/>
                      <a:pt x="-777" y="385191"/>
                      <a:pt x="176" y="379952"/>
                    </a:cubicBezTo>
                    <a:lnTo>
                      <a:pt x="61517" y="10001"/>
                    </a:lnTo>
                    <a:cubicBezTo>
                      <a:pt x="62470" y="4191"/>
                      <a:pt x="67422" y="0"/>
                      <a:pt x="72852" y="0"/>
                    </a:cubicBezTo>
                    <a:lnTo>
                      <a:pt x="153910" y="0"/>
                    </a:lnTo>
                    <a:cubicBezTo>
                      <a:pt x="159339" y="0"/>
                      <a:pt x="163339" y="3143"/>
                      <a:pt x="162291" y="10001"/>
                    </a:cubicBez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8" name="Google Shape;798;p13"/>
            <p:cNvGrpSpPr/>
            <p:nvPr/>
          </p:nvGrpSpPr>
          <p:grpSpPr>
            <a:xfrm>
              <a:off x="9788321" y="5406695"/>
              <a:ext cx="619221" cy="409860"/>
              <a:chOff x="9788321" y="5406695"/>
              <a:chExt cx="619221" cy="409860"/>
            </a:xfrm>
          </p:grpSpPr>
          <p:grpSp>
            <p:nvGrpSpPr>
              <p:cNvPr id="799" name="Google Shape;799;p13"/>
              <p:cNvGrpSpPr/>
              <p:nvPr/>
            </p:nvGrpSpPr>
            <p:grpSpPr>
              <a:xfrm>
                <a:off x="9820421" y="5406695"/>
                <a:ext cx="587121" cy="91153"/>
                <a:chOff x="9820421" y="5406695"/>
                <a:chExt cx="587121" cy="91153"/>
              </a:xfrm>
            </p:grpSpPr>
            <p:sp>
              <p:nvSpPr>
                <p:cNvPr id="800" name="Google Shape;800;p13"/>
                <p:cNvSpPr/>
                <p:nvPr/>
              </p:nvSpPr>
              <p:spPr>
                <a:xfrm>
                  <a:off x="9820421" y="5410219"/>
                  <a:ext cx="64418" cy="87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418" h="87629" extrusionOk="0">
                      <a:moveTo>
                        <a:pt x="62770" y="1333"/>
                      </a:moveTo>
                      <a:cubicBezTo>
                        <a:pt x="63817" y="1429"/>
                        <a:pt x="64579" y="1905"/>
                        <a:pt x="64389" y="3048"/>
                      </a:cubicBezTo>
                      <a:lnTo>
                        <a:pt x="63341" y="8858"/>
                      </a:lnTo>
                      <a:cubicBezTo>
                        <a:pt x="63246" y="10001"/>
                        <a:pt x="62579" y="10097"/>
                        <a:pt x="61246" y="10001"/>
                      </a:cubicBezTo>
                      <a:cubicBezTo>
                        <a:pt x="54483" y="9430"/>
                        <a:pt x="49149" y="9239"/>
                        <a:pt x="39338" y="9239"/>
                      </a:cubicBezTo>
                      <a:cubicBezTo>
                        <a:pt x="29527" y="9239"/>
                        <a:pt x="17717" y="14764"/>
                        <a:pt x="14097" y="35909"/>
                      </a:cubicBezTo>
                      <a:lnTo>
                        <a:pt x="11430" y="51435"/>
                      </a:lnTo>
                      <a:cubicBezTo>
                        <a:pt x="10858" y="54959"/>
                        <a:pt x="10477" y="57912"/>
                        <a:pt x="10477" y="60579"/>
                      </a:cubicBezTo>
                      <a:cubicBezTo>
                        <a:pt x="10477" y="73533"/>
                        <a:pt x="17240" y="78105"/>
                        <a:pt x="26098" y="78105"/>
                      </a:cubicBezTo>
                      <a:cubicBezTo>
                        <a:pt x="33147" y="78105"/>
                        <a:pt x="38005" y="77629"/>
                        <a:pt x="40767" y="77438"/>
                      </a:cubicBezTo>
                      <a:lnTo>
                        <a:pt x="46673" y="44291"/>
                      </a:lnTo>
                      <a:cubicBezTo>
                        <a:pt x="46863" y="43053"/>
                        <a:pt x="47815" y="42005"/>
                        <a:pt x="49149" y="42005"/>
                      </a:cubicBezTo>
                      <a:lnTo>
                        <a:pt x="55435" y="42005"/>
                      </a:lnTo>
                      <a:cubicBezTo>
                        <a:pt x="56579" y="42005"/>
                        <a:pt x="57245" y="42958"/>
                        <a:pt x="57245" y="44006"/>
                      </a:cubicBezTo>
                      <a:lnTo>
                        <a:pt x="57245" y="44387"/>
                      </a:lnTo>
                      <a:lnTo>
                        <a:pt x="50292" y="83344"/>
                      </a:lnTo>
                      <a:cubicBezTo>
                        <a:pt x="50102" y="84582"/>
                        <a:pt x="49054" y="85630"/>
                        <a:pt x="47720" y="85916"/>
                      </a:cubicBezTo>
                      <a:cubicBezTo>
                        <a:pt x="41910" y="86868"/>
                        <a:pt x="35338" y="87630"/>
                        <a:pt x="24479" y="87630"/>
                      </a:cubicBezTo>
                      <a:cubicBezTo>
                        <a:pt x="12192" y="87630"/>
                        <a:pt x="0" y="79724"/>
                        <a:pt x="0" y="60389"/>
                      </a:cubicBezTo>
                      <a:cubicBezTo>
                        <a:pt x="0" y="57722"/>
                        <a:pt x="190" y="54674"/>
                        <a:pt x="857" y="51626"/>
                      </a:cubicBezTo>
                      <a:lnTo>
                        <a:pt x="3524" y="36100"/>
                      </a:lnTo>
                      <a:cubicBezTo>
                        <a:pt x="8668" y="6572"/>
                        <a:pt x="25432" y="0"/>
                        <a:pt x="40958" y="0"/>
                      </a:cubicBezTo>
                      <a:cubicBezTo>
                        <a:pt x="51721" y="0"/>
                        <a:pt x="58483" y="952"/>
                        <a:pt x="62770" y="161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1" name="Google Shape;801;p13"/>
                <p:cNvSpPr/>
                <p:nvPr/>
              </p:nvSpPr>
              <p:spPr>
                <a:xfrm>
                  <a:off x="9889477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0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2" name="Google Shape;802;p13"/>
                <p:cNvSpPr/>
                <p:nvPr/>
              </p:nvSpPr>
              <p:spPr>
                <a:xfrm>
                  <a:off x="9950663" y="5432317"/>
                  <a:ext cx="39162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162" h="64484" extrusionOk="0">
                      <a:moveTo>
                        <a:pt x="10252" y="62198"/>
                      </a:moveTo>
                      <a:cubicBezTo>
                        <a:pt x="10061" y="63436"/>
                        <a:pt x="8728" y="64484"/>
                        <a:pt x="7489" y="64484"/>
                      </a:cubicBezTo>
                      <a:lnTo>
                        <a:pt x="1774" y="64484"/>
                      </a:lnTo>
                      <a:cubicBezTo>
                        <a:pt x="536" y="64484"/>
                        <a:pt x="-226" y="63341"/>
                        <a:pt x="60" y="62198"/>
                      </a:cubicBezTo>
                      <a:lnTo>
                        <a:pt x="10347" y="3143"/>
                      </a:lnTo>
                      <a:cubicBezTo>
                        <a:pt x="10537" y="1905"/>
                        <a:pt x="11776" y="857"/>
                        <a:pt x="13014" y="857"/>
                      </a:cubicBezTo>
                      <a:lnTo>
                        <a:pt x="18443" y="857"/>
                      </a:lnTo>
                      <a:cubicBezTo>
                        <a:pt x="19872" y="857"/>
                        <a:pt x="20443" y="2000"/>
                        <a:pt x="20158" y="3143"/>
                      </a:cubicBezTo>
                      <a:lnTo>
                        <a:pt x="19681" y="5810"/>
                      </a:lnTo>
                      <a:cubicBezTo>
                        <a:pt x="25968" y="952"/>
                        <a:pt x="31493" y="0"/>
                        <a:pt x="36826" y="0"/>
                      </a:cubicBezTo>
                      <a:lnTo>
                        <a:pt x="37017" y="0"/>
                      </a:lnTo>
                      <a:cubicBezTo>
                        <a:pt x="39017" y="0"/>
                        <a:pt x="39303" y="762"/>
                        <a:pt x="39112" y="2096"/>
                      </a:cubicBezTo>
                      <a:lnTo>
                        <a:pt x="38255" y="6953"/>
                      </a:lnTo>
                      <a:cubicBezTo>
                        <a:pt x="38065" y="8191"/>
                        <a:pt x="37112" y="8954"/>
                        <a:pt x="35493" y="8954"/>
                      </a:cubicBezTo>
                      <a:lnTo>
                        <a:pt x="35112" y="8954"/>
                      </a:lnTo>
                      <a:cubicBezTo>
                        <a:pt x="28540" y="8954"/>
                        <a:pt x="24253" y="10096"/>
                        <a:pt x="18539" y="13716"/>
                      </a:cubicBezTo>
                      <a:lnTo>
                        <a:pt x="10061" y="6229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3" name="Google Shape;803;p13"/>
                <p:cNvSpPr/>
                <p:nvPr/>
              </p:nvSpPr>
              <p:spPr>
                <a:xfrm>
                  <a:off x="9989299" y="5406695"/>
                  <a:ext cx="54102" cy="91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91058" extrusionOk="0">
                      <a:moveTo>
                        <a:pt x="53530" y="54102"/>
                      </a:moveTo>
                      <a:lnTo>
                        <a:pt x="52578" y="58960"/>
                      </a:lnTo>
                      <a:cubicBezTo>
                        <a:pt x="52197" y="60484"/>
                        <a:pt x="51816" y="61531"/>
                        <a:pt x="50006" y="61531"/>
                      </a:cubicBezTo>
                      <a:lnTo>
                        <a:pt x="11240" y="61531"/>
                      </a:lnTo>
                      <a:lnTo>
                        <a:pt x="10858" y="62960"/>
                      </a:lnTo>
                      <a:cubicBezTo>
                        <a:pt x="10192" y="65627"/>
                        <a:pt x="9906" y="67913"/>
                        <a:pt x="9906" y="70009"/>
                      </a:cubicBezTo>
                      <a:cubicBezTo>
                        <a:pt x="9906" y="78677"/>
                        <a:pt x="15430" y="82391"/>
                        <a:pt x="24384" y="82391"/>
                      </a:cubicBezTo>
                      <a:cubicBezTo>
                        <a:pt x="31147" y="82391"/>
                        <a:pt x="38957" y="81534"/>
                        <a:pt x="44386" y="80772"/>
                      </a:cubicBezTo>
                      <a:lnTo>
                        <a:pt x="45053" y="80772"/>
                      </a:lnTo>
                      <a:cubicBezTo>
                        <a:pt x="46006" y="80772"/>
                        <a:pt x="46577" y="80963"/>
                        <a:pt x="46577" y="81915"/>
                      </a:cubicBezTo>
                      <a:lnTo>
                        <a:pt x="46577" y="82296"/>
                      </a:lnTo>
                      <a:lnTo>
                        <a:pt x="46577" y="82296"/>
                      </a:lnTo>
                      <a:cubicBezTo>
                        <a:pt x="46577" y="82296"/>
                        <a:pt x="45910" y="86392"/>
                        <a:pt x="45910" y="86392"/>
                      </a:cubicBezTo>
                      <a:cubicBezTo>
                        <a:pt x="45720" y="88011"/>
                        <a:pt x="45053" y="88678"/>
                        <a:pt x="43148" y="89059"/>
                      </a:cubicBezTo>
                      <a:cubicBezTo>
                        <a:pt x="36290" y="90297"/>
                        <a:pt x="30670" y="91059"/>
                        <a:pt x="22860" y="91059"/>
                      </a:cubicBezTo>
                      <a:cubicBezTo>
                        <a:pt x="11430" y="91059"/>
                        <a:pt x="0" y="85249"/>
                        <a:pt x="0" y="69628"/>
                      </a:cubicBezTo>
                      <a:cubicBezTo>
                        <a:pt x="0" y="67437"/>
                        <a:pt x="190" y="64961"/>
                        <a:pt x="667" y="62484"/>
                      </a:cubicBezTo>
                      <a:lnTo>
                        <a:pt x="2191" y="54388"/>
                      </a:lnTo>
                      <a:cubicBezTo>
                        <a:pt x="5620" y="36005"/>
                        <a:pt x="16478" y="25813"/>
                        <a:pt x="32861" y="25813"/>
                      </a:cubicBezTo>
                      <a:cubicBezTo>
                        <a:pt x="47244" y="25813"/>
                        <a:pt x="54102" y="35147"/>
                        <a:pt x="54102" y="47339"/>
                      </a:cubicBezTo>
                      <a:cubicBezTo>
                        <a:pt x="54102" y="49530"/>
                        <a:pt x="53911" y="51816"/>
                        <a:pt x="53435" y="54293"/>
                      </a:cubicBezTo>
                      <a:close/>
                      <a:moveTo>
                        <a:pt x="31528" y="34576"/>
                      </a:moveTo>
                      <a:cubicBezTo>
                        <a:pt x="21431" y="34576"/>
                        <a:pt x="14764" y="42577"/>
                        <a:pt x="12668" y="53245"/>
                      </a:cubicBezTo>
                      <a:lnTo>
                        <a:pt x="12668" y="53816"/>
                      </a:lnTo>
                      <a:cubicBezTo>
                        <a:pt x="12668" y="53816"/>
                        <a:pt x="43243" y="53816"/>
                        <a:pt x="43243" y="53816"/>
                      </a:cubicBezTo>
                      <a:lnTo>
                        <a:pt x="43243" y="53245"/>
                      </a:lnTo>
                      <a:cubicBezTo>
                        <a:pt x="43815" y="50959"/>
                        <a:pt x="44005" y="48768"/>
                        <a:pt x="44005" y="46863"/>
                      </a:cubicBezTo>
                      <a:cubicBezTo>
                        <a:pt x="44005" y="38672"/>
                        <a:pt x="39719" y="34576"/>
                        <a:pt x="31528" y="34576"/>
                      </a:cubicBezTo>
                      <a:close/>
                      <a:moveTo>
                        <a:pt x="52578" y="18002"/>
                      </a:moveTo>
                      <a:lnTo>
                        <a:pt x="46863" y="18002"/>
                      </a:lnTo>
                      <a:cubicBezTo>
                        <a:pt x="45625" y="18002"/>
                        <a:pt x="45244" y="17431"/>
                        <a:pt x="44386" y="16288"/>
                      </a:cubicBezTo>
                      <a:lnTo>
                        <a:pt x="36957" y="5048"/>
                      </a:lnTo>
                      <a:lnTo>
                        <a:pt x="25241" y="16288"/>
                      </a:lnTo>
                      <a:cubicBezTo>
                        <a:pt x="24098" y="17431"/>
                        <a:pt x="23622" y="18002"/>
                        <a:pt x="22384" y="18002"/>
                      </a:cubicBezTo>
                      <a:lnTo>
                        <a:pt x="16002" y="18002"/>
                      </a:lnTo>
                      <a:cubicBezTo>
                        <a:pt x="15430" y="18002"/>
                        <a:pt x="15049" y="17812"/>
                        <a:pt x="15049" y="17336"/>
                      </a:cubicBezTo>
                      <a:cubicBezTo>
                        <a:pt x="15049" y="16955"/>
                        <a:pt x="15240" y="16574"/>
                        <a:pt x="15716" y="16097"/>
                      </a:cubicBezTo>
                      <a:lnTo>
                        <a:pt x="29432" y="1715"/>
                      </a:lnTo>
                      <a:cubicBezTo>
                        <a:pt x="30670" y="476"/>
                        <a:pt x="31051" y="0"/>
                        <a:pt x="32480" y="0"/>
                      </a:cubicBezTo>
                      <a:lnTo>
                        <a:pt x="42291" y="0"/>
                      </a:lnTo>
                      <a:cubicBezTo>
                        <a:pt x="43720" y="0"/>
                        <a:pt x="44101" y="476"/>
                        <a:pt x="44958" y="1715"/>
                      </a:cubicBezTo>
                      <a:lnTo>
                        <a:pt x="53435" y="16097"/>
                      </a:lnTo>
                      <a:cubicBezTo>
                        <a:pt x="53435" y="16097"/>
                        <a:pt x="53626" y="16764"/>
                        <a:pt x="53626" y="17050"/>
                      </a:cubicBezTo>
                      <a:cubicBezTo>
                        <a:pt x="53626" y="17621"/>
                        <a:pt x="53245" y="18098"/>
                        <a:pt x="52483" y="18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4" name="Google Shape;804;p13"/>
                <p:cNvSpPr/>
                <p:nvPr/>
              </p:nvSpPr>
              <p:spPr>
                <a:xfrm>
                  <a:off x="10050664" y="5432317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6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8"/>
                        <a:pt x="45887" y="19622"/>
                        <a:pt x="45887" y="17716"/>
                      </a:cubicBezTo>
                      <a:cubicBezTo>
                        <a:pt x="45887" y="12192"/>
                        <a:pt x="43601" y="8954"/>
                        <a:pt x="35123" y="8954"/>
                      </a:cubicBezTo>
                      <a:cubicBezTo>
                        <a:pt x="30742" y="8954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5" name="Google Shape;805;p13"/>
                <p:cNvSpPr/>
                <p:nvPr/>
              </p:nvSpPr>
              <p:spPr>
                <a:xfrm>
                  <a:off x="10117029" y="5432317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8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8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4"/>
                        <a:pt x="571" y="37243"/>
                      </a:cubicBezTo>
                      <a:lnTo>
                        <a:pt x="2095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5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6" y="9716"/>
                      </a:cubicBezTo>
                      <a:cubicBezTo>
                        <a:pt x="39433" y="9144"/>
                        <a:pt x="35909" y="8858"/>
                        <a:pt x="30289" y="8858"/>
                      </a:cubicBezTo>
                      <a:cubicBezTo>
                        <a:pt x="21050" y="8858"/>
                        <a:pt x="14288" y="16193"/>
                        <a:pt x="12382" y="28099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6" name="Google Shape;806;p13"/>
                <p:cNvSpPr/>
                <p:nvPr/>
              </p:nvSpPr>
              <p:spPr>
                <a:xfrm>
                  <a:off x="10168863" y="5409076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0" y="24098"/>
                        <a:pt x="20842" y="24575"/>
                        <a:pt x="20462" y="26384"/>
                      </a:cubicBezTo>
                      <a:lnTo>
                        <a:pt x="10174" y="85439"/>
                      </a:lnTo>
                      <a:cubicBezTo>
                        <a:pt x="9984" y="86678"/>
                        <a:pt x="9412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8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9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5"/>
                        <a:pt x="22366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1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8" y="0"/>
                        <a:pt x="17223" y="0"/>
                      </a:cubicBezTo>
                      <a:lnTo>
                        <a:pt x="23129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7" name="Google Shape;807;p13"/>
                <p:cNvSpPr/>
                <p:nvPr/>
              </p:nvSpPr>
              <p:spPr>
                <a:xfrm>
                  <a:off x="10196372" y="5432317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6"/>
                        <a:pt x="44482" y="64484"/>
                        <a:pt x="42577" y="64484"/>
                      </a:cubicBezTo>
                      <a:lnTo>
                        <a:pt x="37910" y="64484"/>
                      </a:lnTo>
                      <a:cubicBezTo>
                        <a:pt x="36195" y="64484"/>
                        <a:pt x="35909" y="63532"/>
                        <a:pt x="36195" y="61912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8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4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8" name="Google Shape;808;p13"/>
                <p:cNvSpPr/>
                <p:nvPr/>
              </p:nvSpPr>
              <p:spPr>
                <a:xfrm>
                  <a:off x="10290575" y="5409647"/>
                  <a:ext cx="59757" cy="880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757" h="88011" extrusionOk="0">
                      <a:moveTo>
                        <a:pt x="52197" y="95"/>
                      </a:moveTo>
                      <a:lnTo>
                        <a:pt x="58103" y="95"/>
                      </a:lnTo>
                      <a:cubicBezTo>
                        <a:pt x="59341" y="95"/>
                        <a:pt x="59912" y="667"/>
                        <a:pt x="59722" y="2286"/>
                      </a:cubicBezTo>
                      <a:lnTo>
                        <a:pt x="45434" y="83344"/>
                      </a:lnTo>
                      <a:cubicBezTo>
                        <a:pt x="45244" y="84868"/>
                        <a:pt x="44672" y="85630"/>
                        <a:pt x="42577" y="86011"/>
                      </a:cubicBezTo>
                      <a:cubicBezTo>
                        <a:pt x="35147" y="87440"/>
                        <a:pt x="28004" y="88011"/>
                        <a:pt x="20955" y="88011"/>
                      </a:cubicBezTo>
                      <a:cubicBezTo>
                        <a:pt x="6858" y="88011"/>
                        <a:pt x="0" y="79343"/>
                        <a:pt x="0" y="66675"/>
                      </a:cubicBezTo>
                      <a:cubicBezTo>
                        <a:pt x="0" y="64389"/>
                        <a:pt x="191" y="61913"/>
                        <a:pt x="667" y="59341"/>
                      </a:cubicBezTo>
                      <a:lnTo>
                        <a:pt x="2191" y="50959"/>
                      </a:lnTo>
                      <a:cubicBezTo>
                        <a:pt x="5810" y="31052"/>
                        <a:pt x="15526" y="22574"/>
                        <a:pt x="32385" y="22574"/>
                      </a:cubicBezTo>
                      <a:cubicBezTo>
                        <a:pt x="36005" y="22574"/>
                        <a:pt x="41434" y="22955"/>
                        <a:pt x="45720" y="23717"/>
                      </a:cubicBezTo>
                      <a:lnTo>
                        <a:pt x="49530" y="2191"/>
                      </a:lnTo>
                      <a:cubicBezTo>
                        <a:pt x="49911" y="572"/>
                        <a:pt x="50959" y="0"/>
                        <a:pt x="52197" y="0"/>
                      </a:cubicBezTo>
                      <a:close/>
                      <a:moveTo>
                        <a:pt x="30861" y="31623"/>
                      </a:moveTo>
                      <a:cubicBezTo>
                        <a:pt x="19526" y="31623"/>
                        <a:pt x="14383" y="39815"/>
                        <a:pt x="12287" y="51054"/>
                      </a:cubicBezTo>
                      <a:lnTo>
                        <a:pt x="10763" y="59436"/>
                      </a:lnTo>
                      <a:cubicBezTo>
                        <a:pt x="10287" y="62198"/>
                        <a:pt x="10001" y="64770"/>
                        <a:pt x="10001" y="66961"/>
                      </a:cubicBezTo>
                      <a:cubicBezTo>
                        <a:pt x="10001" y="74867"/>
                        <a:pt x="13430" y="79153"/>
                        <a:pt x="22384" y="79153"/>
                      </a:cubicBezTo>
                      <a:cubicBezTo>
                        <a:pt x="26289" y="79153"/>
                        <a:pt x="32004" y="78772"/>
                        <a:pt x="36100" y="78486"/>
                      </a:cubicBezTo>
                      <a:lnTo>
                        <a:pt x="44196" y="32480"/>
                      </a:lnTo>
                      <a:cubicBezTo>
                        <a:pt x="40481" y="31814"/>
                        <a:pt x="34576" y="31623"/>
                        <a:pt x="30861" y="3162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09" name="Google Shape;809;p13"/>
                <p:cNvSpPr/>
                <p:nvPr/>
              </p:nvSpPr>
              <p:spPr>
                <a:xfrm>
                  <a:off x="10353440" y="54324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5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0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1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5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858"/>
                      </a:moveTo>
                      <a:cubicBezTo>
                        <a:pt x="21336" y="8858"/>
                        <a:pt x="14669" y="16859"/>
                        <a:pt x="12573" y="27527"/>
                      </a:cubicBezTo>
                      <a:lnTo>
                        <a:pt x="12573" y="28099"/>
                      </a:lnTo>
                      <a:cubicBezTo>
                        <a:pt x="12573" y="28099"/>
                        <a:pt x="43148" y="28099"/>
                        <a:pt x="43148" y="28099"/>
                      </a:cubicBezTo>
                      <a:lnTo>
                        <a:pt x="43148" y="27527"/>
                      </a:lnTo>
                      <a:cubicBezTo>
                        <a:pt x="43720" y="25241"/>
                        <a:pt x="43910" y="23051"/>
                        <a:pt x="43910" y="21145"/>
                      </a:cubicBezTo>
                      <a:cubicBezTo>
                        <a:pt x="43910" y="12954"/>
                        <a:pt x="39624" y="8858"/>
                        <a:pt x="31433" y="885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10" name="Google Shape;810;p13"/>
              <p:cNvGrpSpPr/>
              <p:nvPr/>
            </p:nvGrpSpPr>
            <p:grpSpPr>
              <a:xfrm>
                <a:off x="9814777" y="5557380"/>
                <a:ext cx="531013" cy="110585"/>
                <a:chOff x="9814777" y="5557380"/>
                <a:chExt cx="531013" cy="110585"/>
              </a:xfrm>
            </p:grpSpPr>
            <p:sp>
              <p:nvSpPr>
                <p:cNvPr id="811" name="Google Shape;811;p13"/>
                <p:cNvSpPr/>
                <p:nvPr/>
              </p:nvSpPr>
              <p:spPr>
                <a:xfrm>
                  <a:off x="9814777" y="5559095"/>
                  <a:ext cx="61259" cy="861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59" h="86105" extrusionOk="0">
                      <a:moveTo>
                        <a:pt x="22122" y="83820"/>
                      </a:moveTo>
                      <a:cubicBezTo>
                        <a:pt x="21932" y="85058"/>
                        <a:pt x="20884" y="86106"/>
                        <a:pt x="19551" y="86106"/>
                      </a:cubicBezTo>
                      <a:lnTo>
                        <a:pt x="13169" y="86106"/>
                      </a:lnTo>
                      <a:cubicBezTo>
                        <a:pt x="11931" y="86106"/>
                        <a:pt x="11359" y="84963"/>
                        <a:pt x="11550" y="83820"/>
                      </a:cubicBezTo>
                      <a:lnTo>
                        <a:pt x="24599" y="9144"/>
                      </a:lnTo>
                      <a:lnTo>
                        <a:pt x="2025" y="9144"/>
                      </a:lnTo>
                      <a:cubicBezTo>
                        <a:pt x="786" y="9144"/>
                        <a:pt x="-166" y="8763"/>
                        <a:pt x="24" y="7239"/>
                      </a:cubicBezTo>
                      <a:lnTo>
                        <a:pt x="977" y="2095"/>
                      </a:lnTo>
                      <a:cubicBezTo>
                        <a:pt x="1358" y="476"/>
                        <a:pt x="2406" y="0"/>
                        <a:pt x="3644" y="0"/>
                      </a:cubicBezTo>
                      <a:lnTo>
                        <a:pt x="59365" y="0"/>
                      </a:lnTo>
                      <a:cubicBezTo>
                        <a:pt x="60603" y="0"/>
                        <a:pt x="61556" y="476"/>
                        <a:pt x="61175" y="2095"/>
                      </a:cubicBezTo>
                      <a:lnTo>
                        <a:pt x="60222" y="7239"/>
                      </a:lnTo>
                      <a:cubicBezTo>
                        <a:pt x="60032" y="8382"/>
                        <a:pt x="59556" y="9144"/>
                        <a:pt x="57651" y="9144"/>
                      </a:cubicBezTo>
                      <a:lnTo>
                        <a:pt x="35076" y="9144"/>
                      </a:lnTo>
                      <a:lnTo>
                        <a:pt x="22027" y="8382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2" name="Google Shape;812;p13"/>
                <p:cNvSpPr/>
                <p:nvPr/>
              </p:nvSpPr>
              <p:spPr>
                <a:xfrm>
                  <a:off x="9866236" y="5580812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6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859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3" name="Google Shape;813;p13"/>
                <p:cNvSpPr/>
                <p:nvPr/>
              </p:nvSpPr>
              <p:spPr>
                <a:xfrm>
                  <a:off x="9929292" y="5580621"/>
                  <a:ext cx="47948" cy="65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948" h="65436" extrusionOk="0">
                      <a:moveTo>
                        <a:pt x="12192" y="28194"/>
                      </a:moveTo>
                      <a:lnTo>
                        <a:pt x="10668" y="37243"/>
                      </a:lnTo>
                      <a:cubicBezTo>
                        <a:pt x="10192" y="39910"/>
                        <a:pt x="10001" y="42101"/>
                        <a:pt x="10001" y="44196"/>
                      </a:cubicBezTo>
                      <a:cubicBezTo>
                        <a:pt x="10001" y="52959"/>
                        <a:pt x="14192" y="56483"/>
                        <a:pt x="21717" y="56483"/>
                      </a:cubicBezTo>
                      <a:cubicBezTo>
                        <a:pt x="27432" y="56483"/>
                        <a:pt x="31242" y="56293"/>
                        <a:pt x="36290" y="55721"/>
                      </a:cubicBezTo>
                      <a:cubicBezTo>
                        <a:pt x="38100" y="55340"/>
                        <a:pt x="38576" y="56197"/>
                        <a:pt x="38386" y="57436"/>
                      </a:cubicBez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147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5"/>
                      </a:cubicBezTo>
                      <a:cubicBezTo>
                        <a:pt x="0" y="41529"/>
                        <a:pt x="190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5907" y="0"/>
                        <a:pt x="31718" y="0"/>
                      </a:cubicBezTo>
                      <a:cubicBezTo>
                        <a:pt x="37052" y="0"/>
                        <a:pt x="42291" y="571"/>
                        <a:pt x="46006" y="1238"/>
                      </a:cubicBezTo>
                      <a:cubicBezTo>
                        <a:pt x="48101" y="1619"/>
                        <a:pt x="48101" y="2286"/>
                        <a:pt x="47815" y="3810"/>
                      </a:cubicBezTo>
                      <a:lnTo>
                        <a:pt x="47149" y="8001"/>
                      </a:lnTo>
                      <a:cubicBezTo>
                        <a:pt x="46958" y="9239"/>
                        <a:pt x="46482" y="10096"/>
                        <a:pt x="44387" y="9716"/>
                      </a:cubicBezTo>
                      <a:cubicBezTo>
                        <a:pt x="39433" y="9144"/>
                        <a:pt x="35909" y="8953"/>
                        <a:pt x="30290" y="8953"/>
                      </a:cubicBezTo>
                      <a:cubicBezTo>
                        <a:pt x="21050" y="8953"/>
                        <a:pt x="14288" y="16288"/>
                        <a:pt x="12383" y="2819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4" name="Google Shape;814;p13"/>
                <p:cNvSpPr/>
                <p:nvPr/>
              </p:nvSpPr>
              <p:spPr>
                <a:xfrm>
                  <a:off x="9979893" y="5580621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5" name="Google Shape;815;p13"/>
                <p:cNvSpPr/>
                <p:nvPr/>
              </p:nvSpPr>
              <p:spPr>
                <a:xfrm>
                  <a:off x="10046163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30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2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7" y="41815"/>
                        <a:pt x="10097" y="43910"/>
                      </a:cubicBezTo>
                      <a:cubicBezTo>
                        <a:pt x="10097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6" name="Google Shape;816;p13"/>
                <p:cNvSpPr/>
                <p:nvPr/>
              </p:nvSpPr>
              <p:spPr>
                <a:xfrm>
                  <a:off x="10108707" y="5558047"/>
                  <a:ext cx="24804" cy="870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04" h="87058" extrusionOk="0">
                      <a:moveTo>
                        <a:pt x="23086" y="0"/>
                      </a:moveTo>
                      <a:cubicBezTo>
                        <a:pt x="24325" y="0"/>
                        <a:pt x="25087" y="572"/>
                        <a:pt x="24706" y="2191"/>
                      </a:cubicBezTo>
                      <a:lnTo>
                        <a:pt x="10228" y="84773"/>
                      </a:lnTo>
                      <a:cubicBezTo>
                        <a:pt x="10037" y="86011"/>
                        <a:pt x="9561" y="87059"/>
                        <a:pt x="7656" y="87059"/>
                      </a:cubicBezTo>
                      <a:lnTo>
                        <a:pt x="1655" y="87059"/>
                      </a:lnTo>
                      <a:cubicBezTo>
                        <a:pt x="417" y="87059"/>
                        <a:pt x="-155" y="85916"/>
                        <a:pt x="36" y="84773"/>
                      </a:cubicBezTo>
                      <a:lnTo>
                        <a:pt x="14514" y="2191"/>
                      </a:lnTo>
                      <a:cubicBezTo>
                        <a:pt x="14704" y="953"/>
                        <a:pt x="15276" y="0"/>
                        <a:pt x="17086" y="0"/>
                      </a:cubicBezTo>
                      <a:lnTo>
                        <a:pt x="23086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7" name="Google Shape;817;p13"/>
                <p:cNvSpPr/>
                <p:nvPr/>
              </p:nvSpPr>
              <p:spPr>
                <a:xfrm>
                  <a:off x="10137603" y="5580621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3"/>
                        <a:pt x="39624" y="65341"/>
                        <a:pt x="21336" y="65341"/>
                      </a:cubicBezTo>
                      <a:cubicBezTo>
                        <a:pt x="7429" y="65341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1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8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8" name="Google Shape;818;p13"/>
                <p:cNvSpPr/>
                <p:nvPr/>
              </p:nvSpPr>
              <p:spPr>
                <a:xfrm>
                  <a:off x="10196658" y="5580621"/>
                  <a:ext cx="59227" cy="87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27" h="87344" extrusionOk="0">
                      <a:moveTo>
                        <a:pt x="6096" y="28384"/>
                      </a:moveTo>
                      <a:cubicBezTo>
                        <a:pt x="9811" y="7525"/>
                        <a:pt x="19527" y="0"/>
                        <a:pt x="36862" y="0"/>
                      </a:cubicBezTo>
                      <a:cubicBezTo>
                        <a:pt x="43720" y="0"/>
                        <a:pt x="51912" y="1429"/>
                        <a:pt x="57150" y="2667"/>
                      </a:cubicBezTo>
                      <a:cubicBezTo>
                        <a:pt x="59341" y="3143"/>
                        <a:pt x="59341" y="3810"/>
                        <a:pt x="59151" y="5334"/>
                      </a:cubicBezTo>
                      <a:lnTo>
                        <a:pt x="48768" y="64389"/>
                      </a:lnTo>
                      <a:cubicBezTo>
                        <a:pt x="45625" y="82296"/>
                        <a:pt x="37910" y="87344"/>
                        <a:pt x="21241" y="87344"/>
                      </a:cubicBezTo>
                      <a:cubicBezTo>
                        <a:pt x="12478" y="87344"/>
                        <a:pt x="5049" y="86201"/>
                        <a:pt x="1905" y="85249"/>
                      </a:cubicBezTo>
                      <a:cubicBezTo>
                        <a:pt x="96" y="84773"/>
                        <a:pt x="-190" y="84201"/>
                        <a:pt x="96" y="82867"/>
                      </a:cubicBezTo>
                      <a:lnTo>
                        <a:pt x="667" y="79534"/>
                      </a:lnTo>
                      <a:cubicBezTo>
                        <a:pt x="858" y="78010"/>
                        <a:pt x="1429" y="77438"/>
                        <a:pt x="3429" y="77724"/>
                      </a:cubicBezTo>
                      <a:cubicBezTo>
                        <a:pt x="7335" y="78200"/>
                        <a:pt x="16669" y="79153"/>
                        <a:pt x="22765" y="79153"/>
                      </a:cubicBezTo>
                      <a:cubicBezTo>
                        <a:pt x="33052" y="79153"/>
                        <a:pt x="36767" y="75819"/>
                        <a:pt x="38481" y="65246"/>
                      </a:cubicBezTo>
                      <a:lnTo>
                        <a:pt x="38672" y="63817"/>
                      </a:lnTo>
                      <a:cubicBezTo>
                        <a:pt x="35624" y="64484"/>
                        <a:pt x="28956" y="65437"/>
                        <a:pt x="25432" y="65437"/>
                      </a:cubicBezTo>
                      <a:cubicBezTo>
                        <a:pt x="12954" y="65437"/>
                        <a:pt x="3906" y="59341"/>
                        <a:pt x="3906" y="44672"/>
                      </a:cubicBezTo>
                      <a:cubicBezTo>
                        <a:pt x="3906" y="42386"/>
                        <a:pt x="4096" y="39719"/>
                        <a:pt x="4572" y="36957"/>
                      </a:cubicBezTo>
                      <a:lnTo>
                        <a:pt x="6096" y="28480"/>
                      </a:lnTo>
                      <a:close/>
                      <a:moveTo>
                        <a:pt x="35433" y="8572"/>
                      </a:moveTo>
                      <a:cubicBezTo>
                        <a:pt x="24670" y="8572"/>
                        <a:pt x="18765" y="14859"/>
                        <a:pt x="16288" y="28384"/>
                      </a:cubicBezTo>
                      <a:lnTo>
                        <a:pt x="14764" y="36862"/>
                      </a:lnTo>
                      <a:cubicBezTo>
                        <a:pt x="14193" y="40005"/>
                        <a:pt x="14002" y="42767"/>
                        <a:pt x="14002" y="45053"/>
                      </a:cubicBezTo>
                      <a:cubicBezTo>
                        <a:pt x="14002" y="53816"/>
                        <a:pt x="18193" y="56769"/>
                        <a:pt x="26956" y="56769"/>
                      </a:cubicBezTo>
                      <a:cubicBezTo>
                        <a:pt x="30195" y="56769"/>
                        <a:pt x="36481" y="56293"/>
                        <a:pt x="40196" y="55531"/>
                      </a:cubicBezTo>
                      <a:lnTo>
                        <a:pt x="48197" y="9906"/>
                      </a:lnTo>
                      <a:cubicBezTo>
                        <a:pt x="45054" y="9334"/>
                        <a:pt x="40291" y="8668"/>
                        <a:pt x="35433" y="866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19" name="Google Shape;819;p13"/>
                <p:cNvSpPr/>
                <p:nvPr/>
              </p:nvSpPr>
              <p:spPr>
                <a:xfrm>
                  <a:off x="10262969" y="5557380"/>
                  <a:ext cx="25016" cy="87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16" h="87725" extrusionOk="0">
                      <a:moveTo>
                        <a:pt x="18652" y="24098"/>
                      </a:moveTo>
                      <a:cubicBezTo>
                        <a:pt x="20081" y="24098"/>
                        <a:pt x="20843" y="24575"/>
                        <a:pt x="20462" y="26384"/>
                      </a:cubicBezTo>
                      <a:lnTo>
                        <a:pt x="10175" y="85439"/>
                      </a:lnTo>
                      <a:cubicBezTo>
                        <a:pt x="9984" y="86678"/>
                        <a:pt x="9413" y="87725"/>
                        <a:pt x="7412" y="87725"/>
                      </a:cubicBezTo>
                      <a:lnTo>
                        <a:pt x="1888" y="87725"/>
                      </a:lnTo>
                      <a:cubicBezTo>
                        <a:pt x="269" y="87725"/>
                        <a:pt x="-208" y="86582"/>
                        <a:pt x="78" y="85439"/>
                      </a:cubicBezTo>
                      <a:lnTo>
                        <a:pt x="10365" y="26384"/>
                      </a:lnTo>
                      <a:cubicBezTo>
                        <a:pt x="10746" y="24289"/>
                        <a:pt x="11889" y="24098"/>
                        <a:pt x="13127" y="24098"/>
                      </a:cubicBezTo>
                      <a:lnTo>
                        <a:pt x="18652" y="24098"/>
                      </a:lnTo>
                      <a:close/>
                      <a:moveTo>
                        <a:pt x="23129" y="0"/>
                      </a:moveTo>
                      <a:cubicBezTo>
                        <a:pt x="24748" y="0"/>
                        <a:pt x="25224" y="667"/>
                        <a:pt x="24938" y="2286"/>
                      </a:cubicBezTo>
                      <a:lnTo>
                        <a:pt x="23319" y="11525"/>
                      </a:lnTo>
                      <a:cubicBezTo>
                        <a:pt x="22938" y="13144"/>
                        <a:pt x="22367" y="13811"/>
                        <a:pt x="20557" y="13811"/>
                      </a:cubicBezTo>
                      <a:lnTo>
                        <a:pt x="14651" y="13811"/>
                      </a:lnTo>
                      <a:cubicBezTo>
                        <a:pt x="12937" y="13811"/>
                        <a:pt x="12556" y="12668"/>
                        <a:pt x="12842" y="11525"/>
                      </a:cubicBezTo>
                      <a:lnTo>
                        <a:pt x="14461" y="2286"/>
                      </a:lnTo>
                      <a:cubicBezTo>
                        <a:pt x="14651" y="1048"/>
                        <a:pt x="15509" y="0"/>
                        <a:pt x="17223" y="0"/>
                      </a:cubicBezTo>
                      <a:lnTo>
                        <a:pt x="23129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0" name="Google Shape;820;p13"/>
                <p:cNvSpPr/>
                <p:nvPr/>
              </p:nvSpPr>
              <p:spPr>
                <a:xfrm>
                  <a:off x="10290479" y="5580621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6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8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1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5" y="0"/>
                        <a:pt x="47244" y="1143"/>
                        <a:pt x="53150" y="2667"/>
                      </a:cubicBezTo>
                      <a:close/>
                      <a:moveTo>
                        <a:pt x="32957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9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21" name="Google Shape;821;p13"/>
              <p:cNvGrpSpPr/>
              <p:nvPr/>
            </p:nvGrpSpPr>
            <p:grpSpPr>
              <a:xfrm>
                <a:off x="9788321" y="5704256"/>
                <a:ext cx="538448" cy="112299"/>
                <a:chOff x="9788321" y="5704256"/>
                <a:chExt cx="538448" cy="112299"/>
              </a:xfrm>
            </p:grpSpPr>
            <p:sp>
              <p:nvSpPr>
                <p:cNvPr id="822" name="Google Shape;822;p13"/>
                <p:cNvSpPr/>
                <p:nvPr/>
              </p:nvSpPr>
              <p:spPr>
                <a:xfrm>
                  <a:off x="9788321" y="5730450"/>
                  <a:ext cx="54102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02" h="65246" extrusionOk="0">
                      <a:moveTo>
                        <a:pt x="53435" y="28384"/>
                      </a:moveTo>
                      <a:lnTo>
                        <a:pt x="52483" y="33242"/>
                      </a:lnTo>
                      <a:cubicBezTo>
                        <a:pt x="52102" y="34766"/>
                        <a:pt x="51721" y="35814"/>
                        <a:pt x="49911" y="35814"/>
                      </a:cubicBezTo>
                      <a:lnTo>
                        <a:pt x="10858" y="35814"/>
                      </a:lnTo>
                      <a:lnTo>
                        <a:pt x="10668" y="37243"/>
                      </a:lnTo>
                      <a:cubicBezTo>
                        <a:pt x="10192" y="39910"/>
                        <a:pt x="10001" y="42196"/>
                        <a:pt x="10001" y="44291"/>
                      </a:cubicBezTo>
                      <a:cubicBezTo>
                        <a:pt x="10001" y="52959"/>
                        <a:pt x="15431" y="56674"/>
                        <a:pt x="24384" y="56674"/>
                      </a:cubicBezTo>
                      <a:cubicBezTo>
                        <a:pt x="31147" y="56674"/>
                        <a:pt x="38957" y="55817"/>
                        <a:pt x="44387" y="55054"/>
                      </a:cubicBezTo>
                      <a:cubicBezTo>
                        <a:pt x="46101" y="54864"/>
                        <a:pt x="46863" y="55150"/>
                        <a:pt x="46577" y="56674"/>
                      </a:cubicBezTo>
                      <a:lnTo>
                        <a:pt x="45910" y="60579"/>
                      </a:lnTo>
                      <a:cubicBezTo>
                        <a:pt x="45720" y="62198"/>
                        <a:pt x="45053" y="62865"/>
                        <a:pt x="43148" y="63246"/>
                      </a:cubicBezTo>
                      <a:cubicBezTo>
                        <a:pt x="36290" y="64484"/>
                        <a:pt x="30671" y="65246"/>
                        <a:pt x="22860" y="65246"/>
                      </a:cubicBezTo>
                      <a:cubicBezTo>
                        <a:pt x="11430" y="65246"/>
                        <a:pt x="0" y="59436"/>
                        <a:pt x="0" y="43815"/>
                      </a:cubicBezTo>
                      <a:cubicBezTo>
                        <a:pt x="0" y="41624"/>
                        <a:pt x="191" y="39148"/>
                        <a:pt x="667" y="36671"/>
                      </a:cubicBezTo>
                      <a:lnTo>
                        <a:pt x="2191" y="28575"/>
                      </a:lnTo>
                      <a:cubicBezTo>
                        <a:pt x="5620" y="10192"/>
                        <a:pt x="16478" y="0"/>
                        <a:pt x="32861" y="0"/>
                      </a:cubicBezTo>
                      <a:cubicBezTo>
                        <a:pt x="47244" y="0"/>
                        <a:pt x="54102" y="9334"/>
                        <a:pt x="54102" y="21526"/>
                      </a:cubicBezTo>
                      <a:cubicBezTo>
                        <a:pt x="54102" y="23717"/>
                        <a:pt x="53912" y="26003"/>
                        <a:pt x="53435" y="28480"/>
                      </a:cubicBezTo>
                      <a:close/>
                      <a:moveTo>
                        <a:pt x="31433" y="8763"/>
                      </a:moveTo>
                      <a:cubicBezTo>
                        <a:pt x="21336" y="8763"/>
                        <a:pt x="14669" y="16764"/>
                        <a:pt x="12573" y="27432"/>
                      </a:cubicBezTo>
                      <a:lnTo>
                        <a:pt x="12573" y="28003"/>
                      </a:lnTo>
                      <a:cubicBezTo>
                        <a:pt x="12573" y="28003"/>
                        <a:pt x="43148" y="28003"/>
                        <a:pt x="43148" y="28003"/>
                      </a:cubicBezTo>
                      <a:lnTo>
                        <a:pt x="43148" y="27432"/>
                      </a:lnTo>
                      <a:cubicBezTo>
                        <a:pt x="43720" y="25146"/>
                        <a:pt x="43910" y="22955"/>
                        <a:pt x="43910" y="21050"/>
                      </a:cubicBezTo>
                      <a:cubicBezTo>
                        <a:pt x="43910" y="12859"/>
                        <a:pt x="39624" y="8763"/>
                        <a:pt x="31433" y="876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3" name="Google Shape;823;p13"/>
                <p:cNvSpPr/>
                <p:nvPr/>
              </p:nvSpPr>
              <p:spPr>
                <a:xfrm>
                  <a:off x="9883329" y="5708732"/>
                  <a:ext cx="25086" cy="860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86" h="86010" extrusionOk="0">
                      <a:moveTo>
                        <a:pt x="23293" y="0"/>
                      </a:moveTo>
                      <a:cubicBezTo>
                        <a:pt x="24817" y="0"/>
                        <a:pt x="25293" y="667"/>
                        <a:pt x="25008" y="2191"/>
                      </a:cubicBezTo>
                      <a:lnTo>
                        <a:pt x="10625" y="83725"/>
                      </a:lnTo>
                      <a:cubicBezTo>
                        <a:pt x="10434" y="85344"/>
                        <a:pt x="9672" y="86011"/>
                        <a:pt x="8053" y="86011"/>
                      </a:cubicBezTo>
                      <a:lnTo>
                        <a:pt x="1671" y="86011"/>
                      </a:lnTo>
                      <a:cubicBezTo>
                        <a:pt x="147" y="86011"/>
                        <a:pt x="-138" y="84868"/>
                        <a:pt x="52" y="83725"/>
                      </a:cubicBezTo>
                      <a:lnTo>
                        <a:pt x="14435" y="2191"/>
                      </a:lnTo>
                      <a:cubicBezTo>
                        <a:pt x="14625" y="1048"/>
                        <a:pt x="15102" y="0"/>
                        <a:pt x="16911" y="0"/>
                      </a:cubicBezTo>
                      <a:lnTo>
                        <a:pt x="23293" y="0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4" name="Google Shape;824;p13"/>
                <p:cNvSpPr/>
                <p:nvPr/>
              </p:nvSpPr>
              <p:spPr>
                <a:xfrm>
                  <a:off x="9912170" y="5730354"/>
                  <a:ext cx="56078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078" h="64484" extrusionOk="0">
                      <a:moveTo>
                        <a:pt x="55412" y="24098"/>
                      </a:moveTo>
                      <a:lnTo>
                        <a:pt x="48649" y="62198"/>
                      </a:lnTo>
                      <a:cubicBezTo>
                        <a:pt x="48458" y="63437"/>
                        <a:pt x="47125" y="64484"/>
                        <a:pt x="45887" y="64484"/>
                      </a:cubicBezTo>
                      <a:lnTo>
                        <a:pt x="40362" y="64484"/>
                      </a:lnTo>
                      <a:cubicBezTo>
                        <a:pt x="38933" y="64484"/>
                        <a:pt x="38267" y="63341"/>
                        <a:pt x="38552" y="62198"/>
                      </a:cubicBezTo>
                      <a:lnTo>
                        <a:pt x="45315" y="24098"/>
                      </a:lnTo>
                      <a:cubicBezTo>
                        <a:pt x="45696" y="21907"/>
                        <a:pt x="45887" y="19621"/>
                        <a:pt x="45887" y="17716"/>
                      </a:cubicBezTo>
                      <a:cubicBezTo>
                        <a:pt x="45887" y="12192"/>
                        <a:pt x="43601" y="8953"/>
                        <a:pt x="35123" y="8953"/>
                      </a:cubicBezTo>
                      <a:cubicBezTo>
                        <a:pt x="30742" y="8953"/>
                        <a:pt x="26170" y="9906"/>
                        <a:pt x="18836" y="13335"/>
                      </a:cubicBezTo>
                      <a:lnTo>
                        <a:pt x="10263" y="62198"/>
                      </a:lnTo>
                      <a:cubicBezTo>
                        <a:pt x="10073" y="63341"/>
                        <a:pt x="8739" y="64484"/>
                        <a:pt x="7501" y="64484"/>
                      </a:cubicBezTo>
                      <a:lnTo>
                        <a:pt x="1786" y="64484"/>
                      </a:lnTo>
                      <a:cubicBezTo>
                        <a:pt x="357" y="64484"/>
                        <a:pt x="-214" y="63246"/>
                        <a:pt x="71" y="62198"/>
                      </a:cubicBezTo>
                      <a:lnTo>
                        <a:pt x="10358" y="3143"/>
                      </a:lnTo>
                      <a:cubicBezTo>
                        <a:pt x="10549" y="1905"/>
                        <a:pt x="11311" y="857"/>
                        <a:pt x="13406" y="857"/>
                      </a:cubicBezTo>
                      <a:lnTo>
                        <a:pt x="18264" y="857"/>
                      </a:lnTo>
                      <a:cubicBezTo>
                        <a:pt x="20074" y="857"/>
                        <a:pt x="20741" y="1524"/>
                        <a:pt x="20455" y="3143"/>
                      </a:cubicBezTo>
                      <a:lnTo>
                        <a:pt x="20074" y="5524"/>
                      </a:lnTo>
                      <a:cubicBezTo>
                        <a:pt x="25598" y="2381"/>
                        <a:pt x="30837" y="0"/>
                        <a:pt x="38743" y="0"/>
                      </a:cubicBezTo>
                      <a:cubicBezTo>
                        <a:pt x="51125" y="0"/>
                        <a:pt x="56078" y="7906"/>
                        <a:pt x="56078" y="17812"/>
                      </a:cubicBezTo>
                      <a:cubicBezTo>
                        <a:pt x="56078" y="19812"/>
                        <a:pt x="55888" y="22098"/>
                        <a:pt x="55507" y="24098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5" name="Google Shape;825;p13"/>
                <p:cNvSpPr/>
                <p:nvPr/>
              </p:nvSpPr>
              <p:spPr>
                <a:xfrm>
                  <a:off x="9978441" y="5730259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29" y="65342"/>
                        <a:pt x="0" y="56293"/>
                        <a:pt x="0" y="43434"/>
                      </a:cubicBezTo>
                      <a:cubicBezTo>
                        <a:pt x="0" y="41339"/>
                        <a:pt x="190" y="39243"/>
                        <a:pt x="571" y="37052"/>
                      </a:cubicBezTo>
                      <a:lnTo>
                        <a:pt x="2095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3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5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6" y="41815"/>
                        <a:pt x="10096" y="43910"/>
                      </a:cubicBezTo>
                      <a:cubicBezTo>
                        <a:pt x="10096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5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6" name="Google Shape;826;p13"/>
                <p:cNvSpPr/>
                <p:nvPr/>
              </p:nvSpPr>
              <p:spPr>
                <a:xfrm>
                  <a:off x="10044329" y="5731116"/>
                  <a:ext cx="52506" cy="64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506" h="64484" extrusionOk="0">
                      <a:moveTo>
                        <a:pt x="52126" y="2762"/>
                      </a:moveTo>
                      <a:lnTo>
                        <a:pt x="28028" y="55340"/>
                      </a:lnTo>
                      <a:cubicBezTo>
                        <a:pt x="24694" y="62675"/>
                        <a:pt x="19836" y="64484"/>
                        <a:pt x="15169" y="64484"/>
                      </a:cubicBezTo>
                      <a:cubicBezTo>
                        <a:pt x="10502" y="64484"/>
                        <a:pt x="6406" y="62675"/>
                        <a:pt x="5549" y="55340"/>
                      </a:cubicBezTo>
                      <a:lnTo>
                        <a:pt x="24" y="2762"/>
                      </a:lnTo>
                      <a:cubicBezTo>
                        <a:pt x="-166" y="667"/>
                        <a:pt x="786" y="0"/>
                        <a:pt x="2215" y="0"/>
                      </a:cubicBezTo>
                      <a:lnTo>
                        <a:pt x="8120" y="0"/>
                      </a:lnTo>
                      <a:cubicBezTo>
                        <a:pt x="9073" y="0"/>
                        <a:pt x="9835" y="667"/>
                        <a:pt x="9930" y="2191"/>
                      </a:cubicBezTo>
                      <a:lnTo>
                        <a:pt x="14026" y="52483"/>
                      </a:lnTo>
                      <a:cubicBezTo>
                        <a:pt x="14216" y="55340"/>
                        <a:pt x="15074" y="56102"/>
                        <a:pt x="16217" y="56102"/>
                      </a:cubicBezTo>
                      <a:cubicBezTo>
                        <a:pt x="17264" y="56102"/>
                        <a:pt x="18312" y="55435"/>
                        <a:pt x="19550" y="52483"/>
                      </a:cubicBezTo>
                      <a:lnTo>
                        <a:pt x="41458" y="2191"/>
                      </a:lnTo>
                      <a:cubicBezTo>
                        <a:pt x="42125" y="667"/>
                        <a:pt x="42696" y="0"/>
                        <a:pt x="44506" y="0"/>
                      </a:cubicBezTo>
                      <a:lnTo>
                        <a:pt x="50983" y="0"/>
                      </a:lnTo>
                      <a:cubicBezTo>
                        <a:pt x="51935" y="0"/>
                        <a:pt x="52507" y="572"/>
                        <a:pt x="52507" y="1429"/>
                      </a:cubicBezTo>
                      <a:cubicBezTo>
                        <a:pt x="52507" y="1905"/>
                        <a:pt x="52412" y="2381"/>
                        <a:pt x="52126" y="285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7" name="Google Shape;827;p13"/>
                <p:cNvSpPr/>
                <p:nvPr/>
              </p:nvSpPr>
              <p:spPr>
                <a:xfrm>
                  <a:off x="10096455" y="5730354"/>
                  <a:ext cx="55311" cy="652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311" h="65246" extrusionOk="0">
                      <a:moveTo>
                        <a:pt x="53245" y="2667"/>
                      </a:moveTo>
                      <a:cubicBezTo>
                        <a:pt x="55340" y="3143"/>
                        <a:pt x="55435" y="3810"/>
                        <a:pt x="55245" y="5334"/>
                      </a:cubicBezTo>
                      <a:lnTo>
                        <a:pt x="45244" y="62198"/>
                      </a:lnTo>
                      <a:cubicBezTo>
                        <a:pt x="45053" y="63437"/>
                        <a:pt x="44482" y="64484"/>
                        <a:pt x="42577" y="64484"/>
                      </a:cubicBezTo>
                      <a:lnTo>
                        <a:pt x="37909" y="64484"/>
                      </a:lnTo>
                      <a:cubicBezTo>
                        <a:pt x="36195" y="64484"/>
                        <a:pt x="35909" y="63532"/>
                        <a:pt x="36195" y="61913"/>
                      </a:cubicBezTo>
                      <a:lnTo>
                        <a:pt x="36767" y="58293"/>
                      </a:lnTo>
                      <a:cubicBezTo>
                        <a:pt x="29908" y="63151"/>
                        <a:pt x="25908" y="65246"/>
                        <a:pt x="18097" y="65246"/>
                      </a:cubicBezTo>
                      <a:cubicBezTo>
                        <a:pt x="8287" y="65246"/>
                        <a:pt x="0" y="58960"/>
                        <a:pt x="0" y="44767"/>
                      </a:cubicBezTo>
                      <a:cubicBezTo>
                        <a:pt x="0" y="42577"/>
                        <a:pt x="190" y="40291"/>
                        <a:pt x="667" y="37814"/>
                      </a:cubicBezTo>
                      <a:lnTo>
                        <a:pt x="2762" y="26384"/>
                      </a:lnTo>
                      <a:cubicBezTo>
                        <a:pt x="6382" y="6382"/>
                        <a:pt x="18955" y="0"/>
                        <a:pt x="32861" y="0"/>
                      </a:cubicBezTo>
                      <a:cubicBezTo>
                        <a:pt x="39814" y="0"/>
                        <a:pt x="47244" y="1143"/>
                        <a:pt x="53150" y="2667"/>
                      </a:cubicBezTo>
                      <a:close/>
                      <a:moveTo>
                        <a:pt x="32956" y="8572"/>
                      </a:moveTo>
                      <a:cubicBezTo>
                        <a:pt x="21050" y="8572"/>
                        <a:pt x="15050" y="15145"/>
                        <a:pt x="12763" y="27432"/>
                      </a:cubicBezTo>
                      <a:lnTo>
                        <a:pt x="10668" y="39338"/>
                      </a:lnTo>
                      <a:cubicBezTo>
                        <a:pt x="10287" y="41053"/>
                        <a:pt x="10192" y="42958"/>
                        <a:pt x="10192" y="44672"/>
                      </a:cubicBezTo>
                      <a:cubicBezTo>
                        <a:pt x="10192" y="53626"/>
                        <a:pt x="14668" y="56674"/>
                        <a:pt x="20288" y="56674"/>
                      </a:cubicBezTo>
                      <a:cubicBezTo>
                        <a:pt x="25908" y="56674"/>
                        <a:pt x="30671" y="54197"/>
                        <a:pt x="37052" y="49911"/>
                      </a:cubicBezTo>
                      <a:lnTo>
                        <a:pt x="44101" y="9620"/>
                      </a:lnTo>
                      <a:cubicBezTo>
                        <a:pt x="40958" y="9049"/>
                        <a:pt x="37719" y="8477"/>
                        <a:pt x="32861" y="8477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8" name="Google Shape;828;p13"/>
                <p:cNvSpPr/>
                <p:nvPr/>
              </p:nvSpPr>
              <p:spPr>
                <a:xfrm>
                  <a:off x="10158749" y="5730354"/>
                  <a:ext cx="48006" cy="862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06" h="86201" extrusionOk="0">
                      <a:moveTo>
                        <a:pt x="47816" y="3810"/>
                      </a:moveTo>
                      <a:lnTo>
                        <a:pt x="47149" y="8001"/>
                      </a:lnTo>
                      <a:cubicBezTo>
                        <a:pt x="46958" y="9144"/>
                        <a:pt x="45720" y="9715"/>
                        <a:pt x="44672" y="9715"/>
                      </a:cubicBezTo>
                      <a:lnTo>
                        <a:pt x="44291" y="9715"/>
                      </a:lnTo>
                      <a:cubicBezTo>
                        <a:pt x="39338" y="9144"/>
                        <a:pt x="35814" y="8858"/>
                        <a:pt x="30194" y="8858"/>
                      </a:cubicBezTo>
                      <a:cubicBezTo>
                        <a:pt x="20955" y="8858"/>
                        <a:pt x="14192" y="16192"/>
                        <a:pt x="12192" y="28099"/>
                      </a:cubicBezTo>
                      <a:lnTo>
                        <a:pt x="10668" y="37147"/>
                      </a:lnTo>
                      <a:cubicBezTo>
                        <a:pt x="10192" y="39814"/>
                        <a:pt x="10001" y="42005"/>
                        <a:pt x="10001" y="44101"/>
                      </a:cubicBezTo>
                      <a:cubicBezTo>
                        <a:pt x="10001" y="52864"/>
                        <a:pt x="14192" y="56388"/>
                        <a:pt x="21717" y="56388"/>
                      </a:cubicBezTo>
                      <a:cubicBezTo>
                        <a:pt x="27432" y="56388"/>
                        <a:pt x="31242" y="56197"/>
                        <a:pt x="36290" y="55626"/>
                      </a:cubicBezTo>
                      <a:lnTo>
                        <a:pt x="36671" y="55626"/>
                      </a:lnTo>
                      <a:cubicBezTo>
                        <a:pt x="37624" y="55626"/>
                        <a:pt x="38386" y="56102"/>
                        <a:pt x="38386" y="57055"/>
                      </a:cubicBezTo>
                      <a:lnTo>
                        <a:pt x="38386" y="57436"/>
                      </a:lnTo>
                      <a:lnTo>
                        <a:pt x="37719" y="61627"/>
                      </a:lnTo>
                      <a:cubicBezTo>
                        <a:pt x="37529" y="63246"/>
                        <a:pt x="36767" y="63817"/>
                        <a:pt x="34957" y="64198"/>
                      </a:cubicBezTo>
                      <a:cubicBezTo>
                        <a:pt x="31052" y="64865"/>
                        <a:pt x="25717" y="65437"/>
                        <a:pt x="20288" y="65437"/>
                      </a:cubicBezTo>
                      <a:cubicBezTo>
                        <a:pt x="6763" y="65437"/>
                        <a:pt x="0" y="56007"/>
                        <a:pt x="0" y="43624"/>
                      </a:cubicBezTo>
                      <a:cubicBezTo>
                        <a:pt x="0" y="41529"/>
                        <a:pt x="191" y="39433"/>
                        <a:pt x="571" y="37243"/>
                      </a:cubicBezTo>
                      <a:lnTo>
                        <a:pt x="2096" y="28194"/>
                      </a:lnTo>
                      <a:cubicBezTo>
                        <a:pt x="5239" y="9430"/>
                        <a:pt x="16002" y="0"/>
                        <a:pt x="31718" y="0"/>
                      </a:cubicBezTo>
                      <a:cubicBezTo>
                        <a:pt x="37148" y="0"/>
                        <a:pt x="42291" y="571"/>
                        <a:pt x="46006" y="1238"/>
                      </a:cubicBezTo>
                      <a:cubicBezTo>
                        <a:pt x="47435" y="1429"/>
                        <a:pt x="48006" y="1905"/>
                        <a:pt x="48006" y="2953"/>
                      </a:cubicBezTo>
                      <a:cubicBezTo>
                        <a:pt x="48006" y="3143"/>
                        <a:pt x="47911" y="3429"/>
                        <a:pt x="47911" y="3810"/>
                      </a:cubicBezTo>
                      <a:close/>
                      <a:moveTo>
                        <a:pt x="25813" y="69914"/>
                      </a:moveTo>
                      <a:lnTo>
                        <a:pt x="10096" y="84487"/>
                      </a:lnTo>
                      <a:cubicBezTo>
                        <a:pt x="8858" y="85630"/>
                        <a:pt x="8477" y="86201"/>
                        <a:pt x="7239" y="86201"/>
                      </a:cubicBezTo>
                      <a:lnTo>
                        <a:pt x="953" y="86201"/>
                      </a:lnTo>
                      <a:cubicBezTo>
                        <a:pt x="381" y="86201"/>
                        <a:pt x="0" y="86011"/>
                        <a:pt x="0" y="85534"/>
                      </a:cubicBezTo>
                      <a:cubicBezTo>
                        <a:pt x="0" y="85153"/>
                        <a:pt x="191" y="84772"/>
                        <a:pt x="667" y="84296"/>
                      </a:cubicBezTo>
                      <a:lnTo>
                        <a:pt x="14478" y="69914"/>
                      </a:lnTo>
                      <a:cubicBezTo>
                        <a:pt x="15716" y="68675"/>
                        <a:pt x="16192" y="68199"/>
                        <a:pt x="17621" y="68199"/>
                      </a:cubicBezTo>
                      <a:lnTo>
                        <a:pt x="25241" y="68199"/>
                      </a:lnTo>
                      <a:cubicBezTo>
                        <a:pt x="25908" y="68199"/>
                        <a:pt x="26384" y="68389"/>
                        <a:pt x="26384" y="68866"/>
                      </a:cubicBezTo>
                      <a:cubicBezTo>
                        <a:pt x="26384" y="69056"/>
                        <a:pt x="26289" y="69437"/>
                        <a:pt x="25813" y="69914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29" name="Google Shape;829;p13"/>
                <p:cNvSpPr/>
                <p:nvPr/>
              </p:nvSpPr>
              <p:spPr>
                <a:xfrm>
                  <a:off x="10209803" y="5704256"/>
                  <a:ext cx="58769" cy="914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69" h="91439" extrusionOk="0">
                      <a:moveTo>
                        <a:pt x="55245" y="31432"/>
                      </a:moveTo>
                      <a:lnTo>
                        <a:pt x="45244" y="88297"/>
                      </a:lnTo>
                      <a:cubicBezTo>
                        <a:pt x="45053" y="89535"/>
                        <a:pt x="43815" y="90583"/>
                        <a:pt x="42577" y="90583"/>
                      </a:cubicBezTo>
                      <a:lnTo>
                        <a:pt x="37909" y="90583"/>
                      </a:lnTo>
                      <a:cubicBezTo>
                        <a:pt x="36481" y="90583"/>
                        <a:pt x="36195" y="89821"/>
                        <a:pt x="36195" y="88773"/>
                      </a:cubicBezTo>
                      <a:lnTo>
                        <a:pt x="36195" y="88106"/>
                      </a:lnTo>
                      <a:lnTo>
                        <a:pt x="36767" y="84487"/>
                      </a:lnTo>
                      <a:cubicBezTo>
                        <a:pt x="29908" y="89345"/>
                        <a:pt x="25908" y="91440"/>
                        <a:pt x="18098" y="91440"/>
                      </a:cubicBezTo>
                      <a:cubicBezTo>
                        <a:pt x="8287" y="91440"/>
                        <a:pt x="0" y="85153"/>
                        <a:pt x="0" y="70961"/>
                      </a:cubicBezTo>
                      <a:cubicBezTo>
                        <a:pt x="0" y="68771"/>
                        <a:pt x="191" y="66484"/>
                        <a:pt x="667" y="64008"/>
                      </a:cubicBezTo>
                      <a:lnTo>
                        <a:pt x="2762" y="52578"/>
                      </a:lnTo>
                      <a:cubicBezTo>
                        <a:pt x="6382" y="32575"/>
                        <a:pt x="18955" y="26194"/>
                        <a:pt x="32861" y="26194"/>
                      </a:cubicBezTo>
                      <a:cubicBezTo>
                        <a:pt x="39815" y="26194"/>
                        <a:pt x="47244" y="27337"/>
                        <a:pt x="53150" y="28861"/>
                      </a:cubicBezTo>
                      <a:cubicBezTo>
                        <a:pt x="54674" y="29242"/>
                        <a:pt x="55245" y="29527"/>
                        <a:pt x="55245" y="30575"/>
                      </a:cubicBezTo>
                      <a:cubicBezTo>
                        <a:pt x="55245" y="30766"/>
                        <a:pt x="55245" y="31147"/>
                        <a:pt x="55150" y="31528"/>
                      </a:cubicBezTo>
                      <a:close/>
                      <a:moveTo>
                        <a:pt x="33052" y="34671"/>
                      </a:moveTo>
                      <a:cubicBezTo>
                        <a:pt x="21146" y="34671"/>
                        <a:pt x="15145" y="41243"/>
                        <a:pt x="12859" y="53530"/>
                      </a:cubicBezTo>
                      <a:lnTo>
                        <a:pt x="10763" y="65437"/>
                      </a:lnTo>
                      <a:cubicBezTo>
                        <a:pt x="10382" y="67151"/>
                        <a:pt x="10287" y="69056"/>
                        <a:pt x="10287" y="70771"/>
                      </a:cubicBezTo>
                      <a:cubicBezTo>
                        <a:pt x="10287" y="79724"/>
                        <a:pt x="14764" y="82772"/>
                        <a:pt x="20383" y="82772"/>
                      </a:cubicBezTo>
                      <a:cubicBezTo>
                        <a:pt x="26003" y="82772"/>
                        <a:pt x="30766" y="80296"/>
                        <a:pt x="37148" y="76009"/>
                      </a:cubicBezTo>
                      <a:lnTo>
                        <a:pt x="44196" y="35719"/>
                      </a:lnTo>
                      <a:cubicBezTo>
                        <a:pt x="41053" y="35147"/>
                        <a:pt x="37814" y="34576"/>
                        <a:pt x="32957" y="34576"/>
                      </a:cubicBezTo>
                      <a:close/>
                      <a:moveTo>
                        <a:pt x="58674" y="3239"/>
                      </a:moveTo>
                      <a:lnTo>
                        <a:pt x="58198" y="5906"/>
                      </a:lnTo>
                      <a:cubicBezTo>
                        <a:pt x="56769" y="13906"/>
                        <a:pt x="53721" y="18098"/>
                        <a:pt x="46387" y="18098"/>
                      </a:cubicBezTo>
                      <a:cubicBezTo>
                        <a:pt x="43815" y="18098"/>
                        <a:pt x="40291" y="17621"/>
                        <a:pt x="37624" y="15050"/>
                      </a:cubicBezTo>
                      <a:lnTo>
                        <a:pt x="32195" y="9906"/>
                      </a:lnTo>
                      <a:cubicBezTo>
                        <a:pt x="29908" y="7715"/>
                        <a:pt x="29337" y="7334"/>
                        <a:pt x="27908" y="7334"/>
                      </a:cubicBezTo>
                      <a:cubicBezTo>
                        <a:pt x="25146" y="7334"/>
                        <a:pt x="23717" y="9144"/>
                        <a:pt x="23241" y="12668"/>
                      </a:cubicBezTo>
                      <a:lnTo>
                        <a:pt x="22860" y="15050"/>
                      </a:lnTo>
                      <a:cubicBezTo>
                        <a:pt x="22765" y="16097"/>
                        <a:pt x="21908" y="17050"/>
                        <a:pt x="20860" y="17050"/>
                      </a:cubicBezTo>
                      <a:lnTo>
                        <a:pt x="16954" y="17050"/>
                      </a:lnTo>
                      <a:cubicBezTo>
                        <a:pt x="16002" y="17050"/>
                        <a:pt x="15431" y="16383"/>
                        <a:pt x="15431" y="15430"/>
                      </a:cubicBezTo>
                      <a:lnTo>
                        <a:pt x="15431" y="15050"/>
                      </a:lnTo>
                      <a:lnTo>
                        <a:pt x="15812" y="12668"/>
                      </a:lnTo>
                      <a:cubicBezTo>
                        <a:pt x="17050" y="3429"/>
                        <a:pt x="21622" y="0"/>
                        <a:pt x="27908" y="0"/>
                      </a:cubicBezTo>
                      <a:cubicBezTo>
                        <a:pt x="31337" y="0"/>
                        <a:pt x="33433" y="953"/>
                        <a:pt x="36481" y="3619"/>
                      </a:cubicBezTo>
                      <a:lnTo>
                        <a:pt x="42767" y="9334"/>
                      </a:lnTo>
                      <a:cubicBezTo>
                        <a:pt x="43815" y="10287"/>
                        <a:pt x="45434" y="10954"/>
                        <a:pt x="46482" y="10954"/>
                      </a:cubicBezTo>
                      <a:cubicBezTo>
                        <a:pt x="48768" y="10954"/>
                        <a:pt x="50197" y="9811"/>
                        <a:pt x="50863" y="5810"/>
                      </a:cubicBezTo>
                      <a:lnTo>
                        <a:pt x="51340" y="3143"/>
                      </a:lnTo>
                      <a:cubicBezTo>
                        <a:pt x="51530" y="2095"/>
                        <a:pt x="52292" y="1143"/>
                        <a:pt x="53340" y="1143"/>
                      </a:cubicBezTo>
                      <a:lnTo>
                        <a:pt x="57245" y="1143"/>
                      </a:lnTo>
                      <a:cubicBezTo>
                        <a:pt x="58198" y="1143"/>
                        <a:pt x="58769" y="1810"/>
                        <a:pt x="58769" y="2762"/>
                      </a:cubicBezTo>
                      <a:lnTo>
                        <a:pt x="58769" y="3143"/>
                      </a:ln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30" name="Google Shape;830;p13"/>
                <p:cNvSpPr/>
                <p:nvPr/>
              </p:nvSpPr>
              <p:spPr>
                <a:xfrm>
                  <a:off x="10272572" y="5730259"/>
                  <a:ext cx="54197" cy="65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97" h="65341" extrusionOk="0">
                      <a:moveTo>
                        <a:pt x="53626" y="28289"/>
                      </a:moveTo>
                      <a:lnTo>
                        <a:pt x="52102" y="37052"/>
                      </a:lnTo>
                      <a:cubicBezTo>
                        <a:pt x="49054" y="54674"/>
                        <a:pt x="39624" y="65342"/>
                        <a:pt x="21336" y="65342"/>
                      </a:cubicBezTo>
                      <a:cubicBezTo>
                        <a:pt x="7430" y="65342"/>
                        <a:pt x="0" y="56293"/>
                        <a:pt x="0" y="43434"/>
                      </a:cubicBezTo>
                      <a:cubicBezTo>
                        <a:pt x="0" y="41339"/>
                        <a:pt x="191" y="39243"/>
                        <a:pt x="572" y="37052"/>
                      </a:cubicBezTo>
                      <a:lnTo>
                        <a:pt x="2096" y="28289"/>
                      </a:lnTo>
                      <a:cubicBezTo>
                        <a:pt x="5334" y="9525"/>
                        <a:pt x="15526" y="0"/>
                        <a:pt x="32766" y="0"/>
                      </a:cubicBezTo>
                      <a:cubicBezTo>
                        <a:pt x="47054" y="0"/>
                        <a:pt x="54197" y="9049"/>
                        <a:pt x="54197" y="21812"/>
                      </a:cubicBezTo>
                      <a:cubicBezTo>
                        <a:pt x="54197" y="23908"/>
                        <a:pt x="54007" y="26099"/>
                        <a:pt x="53626" y="28289"/>
                      </a:cubicBezTo>
                      <a:close/>
                      <a:moveTo>
                        <a:pt x="31242" y="8953"/>
                      </a:moveTo>
                      <a:cubicBezTo>
                        <a:pt x="21146" y="8953"/>
                        <a:pt x="14192" y="16478"/>
                        <a:pt x="12287" y="28289"/>
                      </a:cubicBezTo>
                      <a:lnTo>
                        <a:pt x="10763" y="37052"/>
                      </a:lnTo>
                      <a:cubicBezTo>
                        <a:pt x="10287" y="39624"/>
                        <a:pt x="10097" y="41815"/>
                        <a:pt x="10097" y="43910"/>
                      </a:cubicBezTo>
                      <a:cubicBezTo>
                        <a:pt x="10097" y="52102"/>
                        <a:pt x="13811" y="56388"/>
                        <a:pt x="22860" y="56388"/>
                      </a:cubicBezTo>
                      <a:cubicBezTo>
                        <a:pt x="33052" y="56388"/>
                        <a:pt x="40005" y="48387"/>
                        <a:pt x="42005" y="37052"/>
                      </a:cubicBezTo>
                      <a:lnTo>
                        <a:pt x="43529" y="28289"/>
                      </a:lnTo>
                      <a:cubicBezTo>
                        <a:pt x="44006" y="25908"/>
                        <a:pt x="44101" y="23622"/>
                        <a:pt x="44101" y="21717"/>
                      </a:cubicBezTo>
                      <a:cubicBezTo>
                        <a:pt x="44101" y="13335"/>
                        <a:pt x="40386" y="8953"/>
                        <a:pt x="31337" y="8953"/>
                      </a:cubicBezTo>
                      <a:close/>
                    </a:path>
                  </a:pathLst>
                </a:custGeom>
                <a:solidFill>
                  <a:srgbClr val="58595B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31" name="Google Shape;831;p13"/>
          <p:cNvGrpSpPr/>
          <p:nvPr/>
        </p:nvGrpSpPr>
        <p:grpSpPr>
          <a:xfrm>
            <a:off x="7113343" y="6069892"/>
            <a:ext cx="782070" cy="414528"/>
            <a:chOff x="5576613" y="3938499"/>
            <a:chExt cx="782070" cy="414528"/>
          </a:xfrm>
        </p:grpSpPr>
        <p:grpSp>
          <p:nvGrpSpPr>
            <p:cNvPr id="832" name="Google Shape;832;p13"/>
            <p:cNvGrpSpPr/>
            <p:nvPr/>
          </p:nvGrpSpPr>
          <p:grpSpPr>
            <a:xfrm>
              <a:off x="5576613" y="3938499"/>
              <a:ext cx="631411" cy="414528"/>
              <a:chOff x="5576613" y="3938499"/>
              <a:chExt cx="631411" cy="414528"/>
            </a:xfrm>
          </p:grpSpPr>
          <p:sp>
            <p:nvSpPr>
              <p:cNvPr id="833" name="Google Shape;833;p13"/>
              <p:cNvSpPr/>
              <p:nvPr/>
            </p:nvSpPr>
            <p:spPr>
              <a:xfrm>
                <a:off x="5576613" y="3938499"/>
                <a:ext cx="307752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307752" h="414528" extrusionOk="0">
                    <a:moveTo>
                      <a:pt x="307753" y="23908"/>
                    </a:moveTo>
                    <a:lnTo>
                      <a:pt x="296513" y="91916"/>
                    </a:lnTo>
                    <a:cubicBezTo>
                      <a:pt x="295466" y="97917"/>
                      <a:pt x="291370" y="102203"/>
                      <a:pt x="285750" y="102203"/>
                    </a:cubicBezTo>
                    <a:lnTo>
                      <a:pt x="284702" y="102203"/>
                    </a:lnTo>
                    <a:cubicBezTo>
                      <a:pt x="264224" y="100584"/>
                      <a:pt x="206502" y="95155"/>
                      <a:pt x="169640" y="95155"/>
                    </a:cubicBezTo>
                    <a:cubicBezTo>
                      <a:pt x="155353" y="95155"/>
                      <a:pt x="140494" y="100013"/>
                      <a:pt x="140494" y="118015"/>
                    </a:cubicBezTo>
                    <a:cubicBezTo>
                      <a:pt x="140494" y="125635"/>
                      <a:pt x="145637" y="130493"/>
                      <a:pt x="162973" y="141446"/>
                    </a:cubicBezTo>
                    <a:lnTo>
                      <a:pt x="225362" y="180594"/>
                    </a:lnTo>
                    <a:cubicBezTo>
                      <a:pt x="262128" y="203454"/>
                      <a:pt x="276511" y="233363"/>
                      <a:pt x="276511" y="271463"/>
                    </a:cubicBezTo>
                    <a:cubicBezTo>
                      <a:pt x="276511" y="373190"/>
                      <a:pt x="196215" y="414528"/>
                      <a:pt x="109347" y="414528"/>
                    </a:cubicBezTo>
                    <a:cubicBezTo>
                      <a:pt x="67437" y="414528"/>
                      <a:pt x="34671" y="408527"/>
                      <a:pt x="8668" y="400431"/>
                    </a:cubicBezTo>
                    <a:cubicBezTo>
                      <a:pt x="4096" y="398812"/>
                      <a:pt x="0" y="396050"/>
                      <a:pt x="0" y="391192"/>
                    </a:cubicBezTo>
                    <a:lnTo>
                      <a:pt x="0" y="389573"/>
                    </a:lnTo>
                    <a:lnTo>
                      <a:pt x="10763" y="322707"/>
                    </a:lnTo>
                    <a:cubicBezTo>
                      <a:pt x="11811" y="316706"/>
                      <a:pt x="16383" y="311849"/>
                      <a:pt x="22479" y="311849"/>
                    </a:cubicBezTo>
                    <a:lnTo>
                      <a:pt x="23527" y="311849"/>
                    </a:lnTo>
                    <a:cubicBezTo>
                      <a:pt x="44482" y="314039"/>
                      <a:pt x="98679" y="320040"/>
                      <a:pt x="125730" y="320040"/>
                    </a:cubicBezTo>
                    <a:cubicBezTo>
                      <a:pt x="146209" y="320040"/>
                      <a:pt x="163068" y="312420"/>
                      <a:pt x="163068" y="287941"/>
                    </a:cubicBezTo>
                    <a:cubicBezTo>
                      <a:pt x="163068" y="279749"/>
                      <a:pt x="157925" y="273844"/>
                      <a:pt x="143161" y="263462"/>
                    </a:cubicBezTo>
                    <a:lnTo>
                      <a:pt x="77248" y="217265"/>
                    </a:lnTo>
                    <a:cubicBezTo>
                      <a:pt x="47625" y="196596"/>
                      <a:pt x="33242" y="161258"/>
                      <a:pt x="33242" y="127540"/>
                    </a:cubicBezTo>
                    <a:cubicBezTo>
                      <a:pt x="33242" y="29337"/>
                      <a:pt x="105347" y="0"/>
                      <a:pt x="186595" y="0"/>
                    </a:cubicBezTo>
                    <a:cubicBezTo>
                      <a:pt x="226981" y="0"/>
                      <a:pt x="280130" y="7049"/>
                      <a:pt x="300038" y="13621"/>
                    </a:cubicBezTo>
                    <a:cubicBezTo>
                      <a:pt x="304133" y="15240"/>
                      <a:pt x="307753" y="17431"/>
                      <a:pt x="307753" y="22289"/>
                    </a:cubicBezTo>
                    <a:lnTo>
                      <a:pt x="307753" y="23908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13"/>
              <p:cNvSpPr/>
              <p:nvPr/>
            </p:nvSpPr>
            <p:spPr>
              <a:xfrm>
                <a:off x="5917607" y="3944023"/>
                <a:ext cx="290417" cy="403955"/>
              </a:xfrm>
              <a:custGeom>
                <a:avLst/>
                <a:gdLst/>
                <a:ahLst/>
                <a:cxnLst/>
                <a:rect l="l" t="t" r="r" b="b"/>
                <a:pathLst>
                  <a:path w="290417" h="403955" extrusionOk="0">
                    <a:moveTo>
                      <a:pt x="290417" y="10287"/>
                    </a:moveTo>
                    <a:lnTo>
                      <a:pt x="278701" y="79915"/>
                    </a:lnTo>
                    <a:cubicBezTo>
                      <a:pt x="277654" y="85916"/>
                      <a:pt x="272034" y="90202"/>
                      <a:pt x="266414" y="90202"/>
                    </a:cubicBezTo>
                    <a:lnTo>
                      <a:pt x="190214" y="90202"/>
                    </a:lnTo>
                    <a:lnTo>
                      <a:pt x="140113" y="393097"/>
                    </a:lnTo>
                    <a:cubicBezTo>
                      <a:pt x="139065" y="399098"/>
                      <a:pt x="133445" y="403955"/>
                      <a:pt x="127826" y="403955"/>
                    </a:cubicBezTo>
                    <a:lnTo>
                      <a:pt x="44482" y="403955"/>
                    </a:lnTo>
                    <a:cubicBezTo>
                      <a:pt x="39338" y="403955"/>
                      <a:pt x="36290" y="400145"/>
                      <a:pt x="36290" y="395288"/>
                    </a:cubicBezTo>
                    <a:lnTo>
                      <a:pt x="36290" y="393097"/>
                    </a:lnTo>
                    <a:lnTo>
                      <a:pt x="86392" y="90202"/>
                    </a:lnTo>
                    <a:lnTo>
                      <a:pt x="8668" y="90202"/>
                    </a:lnTo>
                    <a:cubicBezTo>
                      <a:pt x="3524" y="90202"/>
                      <a:pt x="0" y="86963"/>
                      <a:pt x="0" y="81534"/>
                    </a:cubicBezTo>
                    <a:lnTo>
                      <a:pt x="0" y="79915"/>
                    </a:lnTo>
                    <a:lnTo>
                      <a:pt x="11716" y="10287"/>
                    </a:lnTo>
                    <a:cubicBezTo>
                      <a:pt x="12764" y="4286"/>
                      <a:pt x="17812" y="0"/>
                      <a:pt x="23431" y="0"/>
                    </a:cubicBezTo>
                    <a:lnTo>
                      <a:pt x="281083" y="0"/>
                    </a:lnTo>
                    <a:cubicBezTo>
                      <a:pt x="286226" y="0"/>
                      <a:pt x="290322" y="3810"/>
                      <a:pt x="290322" y="8668"/>
                    </a:cubicBezTo>
                    <a:lnTo>
                      <a:pt x="290322" y="10287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35" name="Google Shape;835;p13"/>
            <p:cNvSpPr/>
            <p:nvPr/>
          </p:nvSpPr>
          <p:spPr>
            <a:xfrm>
              <a:off x="6190486" y="4028911"/>
              <a:ext cx="155288" cy="319257"/>
            </a:xfrm>
            <a:custGeom>
              <a:avLst/>
              <a:gdLst/>
              <a:ahLst/>
              <a:cxnLst/>
              <a:rect l="l" t="t" r="r" b="b"/>
              <a:pathLst>
                <a:path w="155288" h="319257" extrusionOk="0">
                  <a:moveTo>
                    <a:pt x="43828" y="56749"/>
                  </a:moveTo>
                  <a:cubicBezTo>
                    <a:pt x="42494" y="57415"/>
                    <a:pt x="41542" y="58749"/>
                    <a:pt x="41256" y="60273"/>
                  </a:cubicBezTo>
                  <a:lnTo>
                    <a:pt x="203" y="308399"/>
                  </a:lnTo>
                  <a:cubicBezTo>
                    <a:pt x="-845" y="313828"/>
                    <a:pt x="2203" y="319258"/>
                    <a:pt x="8395" y="319258"/>
                  </a:cubicBezTo>
                  <a:lnTo>
                    <a:pt x="92215" y="319258"/>
                  </a:lnTo>
                  <a:cubicBezTo>
                    <a:pt x="99835" y="319258"/>
                    <a:pt x="103454" y="314400"/>
                    <a:pt x="104502" y="308399"/>
                  </a:cubicBezTo>
                  <a:lnTo>
                    <a:pt x="155270" y="1789"/>
                  </a:lnTo>
                  <a:cubicBezTo>
                    <a:pt x="155461" y="551"/>
                    <a:pt x="154127" y="-401"/>
                    <a:pt x="153079" y="170"/>
                  </a:cubicBezTo>
                  <a:lnTo>
                    <a:pt x="43923" y="56749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13"/>
            <p:cNvSpPr/>
            <p:nvPr/>
          </p:nvSpPr>
          <p:spPr>
            <a:xfrm>
              <a:off x="6240124" y="3944023"/>
              <a:ext cx="118559" cy="95535"/>
            </a:xfrm>
            <a:custGeom>
              <a:avLst/>
              <a:gdLst/>
              <a:ahLst/>
              <a:cxnLst/>
              <a:rect l="l" t="t" r="r" b="b"/>
              <a:pathLst>
                <a:path w="118559" h="95535" extrusionOk="0">
                  <a:moveTo>
                    <a:pt x="109633" y="0"/>
                  </a:moveTo>
                  <a:lnTo>
                    <a:pt x="25813" y="0"/>
                  </a:lnTo>
                  <a:cubicBezTo>
                    <a:pt x="20193" y="0"/>
                    <a:pt x="15049" y="4382"/>
                    <a:pt x="14097" y="10287"/>
                  </a:cubicBezTo>
                  <a:lnTo>
                    <a:pt x="0" y="95536"/>
                  </a:lnTo>
                  <a:lnTo>
                    <a:pt x="106394" y="42577"/>
                  </a:lnTo>
                  <a:cubicBezTo>
                    <a:pt x="110966" y="40291"/>
                    <a:pt x="114205" y="36005"/>
                    <a:pt x="114967" y="30956"/>
                  </a:cubicBezTo>
                  <a:lnTo>
                    <a:pt x="118396" y="10287"/>
                  </a:lnTo>
                  <a:cubicBezTo>
                    <a:pt x="119443" y="3239"/>
                    <a:pt x="115348" y="0"/>
                    <a:pt x="109728" y="0"/>
                  </a:cubicBez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7" name="Google Shape;837;p13"/>
          <p:cNvGrpSpPr/>
          <p:nvPr/>
        </p:nvGrpSpPr>
        <p:grpSpPr>
          <a:xfrm>
            <a:off x="8114103" y="6069892"/>
            <a:ext cx="782070" cy="414528"/>
            <a:chOff x="5576613" y="3938499"/>
            <a:chExt cx="782070" cy="414528"/>
          </a:xfrm>
        </p:grpSpPr>
        <p:grpSp>
          <p:nvGrpSpPr>
            <p:cNvPr id="838" name="Google Shape;838;p13"/>
            <p:cNvGrpSpPr/>
            <p:nvPr/>
          </p:nvGrpSpPr>
          <p:grpSpPr>
            <a:xfrm>
              <a:off x="5576613" y="3938499"/>
              <a:ext cx="631411" cy="414528"/>
              <a:chOff x="5576613" y="3938499"/>
              <a:chExt cx="631411" cy="414528"/>
            </a:xfrm>
          </p:grpSpPr>
          <p:sp>
            <p:nvSpPr>
              <p:cNvPr id="839" name="Google Shape;839;p13"/>
              <p:cNvSpPr/>
              <p:nvPr/>
            </p:nvSpPr>
            <p:spPr>
              <a:xfrm>
                <a:off x="5576613" y="3938499"/>
                <a:ext cx="307752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307752" h="414528" extrusionOk="0">
                    <a:moveTo>
                      <a:pt x="307753" y="23908"/>
                    </a:moveTo>
                    <a:lnTo>
                      <a:pt x="296513" y="91916"/>
                    </a:lnTo>
                    <a:cubicBezTo>
                      <a:pt x="295466" y="97917"/>
                      <a:pt x="291370" y="102203"/>
                      <a:pt x="285750" y="102203"/>
                    </a:cubicBezTo>
                    <a:lnTo>
                      <a:pt x="284702" y="102203"/>
                    </a:lnTo>
                    <a:cubicBezTo>
                      <a:pt x="264224" y="100584"/>
                      <a:pt x="206502" y="95155"/>
                      <a:pt x="169640" y="95155"/>
                    </a:cubicBezTo>
                    <a:cubicBezTo>
                      <a:pt x="155353" y="95155"/>
                      <a:pt x="140494" y="100013"/>
                      <a:pt x="140494" y="118015"/>
                    </a:cubicBezTo>
                    <a:cubicBezTo>
                      <a:pt x="140494" y="125635"/>
                      <a:pt x="145637" y="130493"/>
                      <a:pt x="162973" y="141446"/>
                    </a:cubicBezTo>
                    <a:lnTo>
                      <a:pt x="225362" y="180594"/>
                    </a:lnTo>
                    <a:cubicBezTo>
                      <a:pt x="262128" y="203454"/>
                      <a:pt x="276511" y="233363"/>
                      <a:pt x="276511" y="271463"/>
                    </a:cubicBezTo>
                    <a:cubicBezTo>
                      <a:pt x="276511" y="373190"/>
                      <a:pt x="196215" y="414528"/>
                      <a:pt x="109347" y="414528"/>
                    </a:cubicBezTo>
                    <a:cubicBezTo>
                      <a:pt x="67437" y="414528"/>
                      <a:pt x="34671" y="408527"/>
                      <a:pt x="8668" y="400431"/>
                    </a:cubicBezTo>
                    <a:cubicBezTo>
                      <a:pt x="4096" y="398812"/>
                      <a:pt x="0" y="396050"/>
                      <a:pt x="0" y="391192"/>
                    </a:cubicBezTo>
                    <a:lnTo>
                      <a:pt x="0" y="389573"/>
                    </a:lnTo>
                    <a:lnTo>
                      <a:pt x="10763" y="322707"/>
                    </a:lnTo>
                    <a:cubicBezTo>
                      <a:pt x="11811" y="316706"/>
                      <a:pt x="16383" y="311849"/>
                      <a:pt x="22479" y="311849"/>
                    </a:cubicBezTo>
                    <a:lnTo>
                      <a:pt x="23527" y="311849"/>
                    </a:lnTo>
                    <a:cubicBezTo>
                      <a:pt x="44482" y="314039"/>
                      <a:pt x="98679" y="320040"/>
                      <a:pt x="125730" y="320040"/>
                    </a:cubicBezTo>
                    <a:cubicBezTo>
                      <a:pt x="146209" y="320040"/>
                      <a:pt x="163068" y="312420"/>
                      <a:pt x="163068" y="287941"/>
                    </a:cubicBezTo>
                    <a:cubicBezTo>
                      <a:pt x="163068" y="279749"/>
                      <a:pt x="157925" y="273844"/>
                      <a:pt x="143161" y="263462"/>
                    </a:cubicBezTo>
                    <a:lnTo>
                      <a:pt x="77248" y="217265"/>
                    </a:lnTo>
                    <a:cubicBezTo>
                      <a:pt x="47625" y="196596"/>
                      <a:pt x="33242" y="161258"/>
                      <a:pt x="33242" y="127540"/>
                    </a:cubicBezTo>
                    <a:cubicBezTo>
                      <a:pt x="33242" y="29337"/>
                      <a:pt x="105347" y="0"/>
                      <a:pt x="186595" y="0"/>
                    </a:cubicBezTo>
                    <a:cubicBezTo>
                      <a:pt x="226981" y="0"/>
                      <a:pt x="280130" y="7049"/>
                      <a:pt x="300038" y="13621"/>
                    </a:cubicBezTo>
                    <a:cubicBezTo>
                      <a:pt x="304133" y="15240"/>
                      <a:pt x="307753" y="17431"/>
                      <a:pt x="307753" y="22289"/>
                    </a:cubicBezTo>
                    <a:lnTo>
                      <a:pt x="307753" y="239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0" name="Google Shape;840;p13"/>
              <p:cNvSpPr/>
              <p:nvPr/>
            </p:nvSpPr>
            <p:spPr>
              <a:xfrm>
                <a:off x="5917607" y="3944023"/>
                <a:ext cx="290417" cy="403955"/>
              </a:xfrm>
              <a:custGeom>
                <a:avLst/>
                <a:gdLst/>
                <a:ahLst/>
                <a:cxnLst/>
                <a:rect l="l" t="t" r="r" b="b"/>
                <a:pathLst>
                  <a:path w="290417" h="403955" extrusionOk="0">
                    <a:moveTo>
                      <a:pt x="290417" y="10287"/>
                    </a:moveTo>
                    <a:lnTo>
                      <a:pt x="278701" y="79915"/>
                    </a:lnTo>
                    <a:cubicBezTo>
                      <a:pt x="277654" y="85916"/>
                      <a:pt x="272034" y="90202"/>
                      <a:pt x="266414" y="90202"/>
                    </a:cubicBezTo>
                    <a:lnTo>
                      <a:pt x="190214" y="90202"/>
                    </a:lnTo>
                    <a:lnTo>
                      <a:pt x="140113" y="393097"/>
                    </a:lnTo>
                    <a:cubicBezTo>
                      <a:pt x="139065" y="399098"/>
                      <a:pt x="133445" y="403955"/>
                      <a:pt x="127826" y="403955"/>
                    </a:cubicBezTo>
                    <a:lnTo>
                      <a:pt x="44482" y="403955"/>
                    </a:lnTo>
                    <a:cubicBezTo>
                      <a:pt x="39338" y="403955"/>
                      <a:pt x="36290" y="400145"/>
                      <a:pt x="36290" y="395288"/>
                    </a:cubicBezTo>
                    <a:lnTo>
                      <a:pt x="36290" y="393097"/>
                    </a:lnTo>
                    <a:lnTo>
                      <a:pt x="86392" y="90202"/>
                    </a:lnTo>
                    <a:lnTo>
                      <a:pt x="8668" y="90202"/>
                    </a:lnTo>
                    <a:cubicBezTo>
                      <a:pt x="3524" y="90202"/>
                      <a:pt x="0" y="86963"/>
                      <a:pt x="0" y="81534"/>
                    </a:cubicBezTo>
                    <a:lnTo>
                      <a:pt x="0" y="79915"/>
                    </a:lnTo>
                    <a:lnTo>
                      <a:pt x="11716" y="10287"/>
                    </a:lnTo>
                    <a:cubicBezTo>
                      <a:pt x="12764" y="4286"/>
                      <a:pt x="17812" y="0"/>
                      <a:pt x="23431" y="0"/>
                    </a:cubicBezTo>
                    <a:lnTo>
                      <a:pt x="281083" y="0"/>
                    </a:lnTo>
                    <a:cubicBezTo>
                      <a:pt x="286226" y="0"/>
                      <a:pt x="290322" y="3810"/>
                      <a:pt x="290322" y="8668"/>
                    </a:cubicBezTo>
                    <a:lnTo>
                      <a:pt x="290322" y="1028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1" name="Google Shape;841;p13"/>
            <p:cNvSpPr/>
            <p:nvPr/>
          </p:nvSpPr>
          <p:spPr>
            <a:xfrm>
              <a:off x="6190486" y="4028911"/>
              <a:ext cx="155288" cy="319257"/>
            </a:xfrm>
            <a:custGeom>
              <a:avLst/>
              <a:gdLst/>
              <a:ahLst/>
              <a:cxnLst/>
              <a:rect l="l" t="t" r="r" b="b"/>
              <a:pathLst>
                <a:path w="155288" h="319257" extrusionOk="0">
                  <a:moveTo>
                    <a:pt x="43828" y="56749"/>
                  </a:moveTo>
                  <a:cubicBezTo>
                    <a:pt x="42494" y="57415"/>
                    <a:pt x="41542" y="58749"/>
                    <a:pt x="41256" y="60273"/>
                  </a:cubicBezTo>
                  <a:lnTo>
                    <a:pt x="203" y="308399"/>
                  </a:lnTo>
                  <a:cubicBezTo>
                    <a:pt x="-845" y="313828"/>
                    <a:pt x="2203" y="319258"/>
                    <a:pt x="8395" y="319258"/>
                  </a:cubicBezTo>
                  <a:lnTo>
                    <a:pt x="92215" y="319258"/>
                  </a:lnTo>
                  <a:cubicBezTo>
                    <a:pt x="99835" y="319258"/>
                    <a:pt x="103454" y="314400"/>
                    <a:pt x="104502" y="308399"/>
                  </a:cubicBezTo>
                  <a:lnTo>
                    <a:pt x="155270" y="1789"/>
                  </a:lnTo>
                  <a:cubicBezTo>
                    <a:pt x="155461" y="551"/>
                    <a:pt x="154127" y="-401"/>
                    <a:pt x="153079" y="170"/>
                  </a:cubicBezTo>
                  <a:lnTo>
                    <a:pt x="43923" y="5674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13"/>
            <p:cNvSpPr/>
            <p:nvPr/>
          </p:nvSpPr>
          <p:spPr>
            <a:xfrm>
              <a:off x="6240124" y="3944023"/>
              <a:ext cx="118559" cy="95535"/>
            </a:xfrm>
            <a:custGeom>
              <a:avLst/>
              <a:gdLst/>
              <a:ahLst/>
              <a:cxnLst/>
              <a:rect l="l" t="t" r="r" b="b"/>
              <a:pathLst>
                <a:path w="118559" h="95535" extrusionOk="0">
                  <a:moveTo>
                    <a:pt x="109633" y="0"/>
                  </a:moveTo>
                  <a:lnTo>
                    <a:pt x="25813" y="0"/>
                  </a:lnTo>
                  <a:cubicBezTo>
                    <a:pt x="20193" y="0"/>
                    <a:pt x="15049" y="4382"/>
                    <a:pt x="14097" y="10287"/>
                  </a:cubicBezTo>
                  <a:lnTo>
                    <a:pt x="0" y="95536"/>
                  </a:lnTo>
                  <a:lnTo>
                    <a:pt x="106394" y="42577"/>
                  </a:lnTo>
                  <a:cubicBezTo>
                    <a:pt x="110966" y="40291"/>
                    <a:pt x="114205" y="36005"/>
                    <a:pt x="114967" y="30956"/>
                  </a:cubicBezTo>
                  <a:lnTo>
                    <a:pt x="118396" y="10287"/>
                  </a:lnTo>
                  <a:cubicBezTo>
                    <a:pt x="119443" y="3239"/>
                    <a:pt x="115348" y="0"/>
                    <a:pt x="1097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3" name="Google Shape;843;p13"/>
          <p:cNvGrpSpPr/>
          <p:nvPr/>
        </p:nvGrpSpPr>
        <p:grpSpPr>
          <a:xfrm>
            <a:off x="9013263" y="6069892"/>
            <a:ext cx="782070" cy="414528"/>
            <a:chOff x="5576613" y="3938499"/>
            <a:chExt cx="782070" cy="414528"/>
          </a:xfrm>
        </p:grpSpPr>
        <p:grpSp>
          <p:nvGrpSpPr>
            <p:cNvPr id="844" name="Google Shape;844;p13"/>
            <p:cNvGrpSpPr/>
            <p:nvPr/>
          </p:nvGrpSpPr>
          <p:grpSpPr>
            <a:xfrm>
              <a:off x="5576613" y="3938499"/>
              <a:ext cx="631411" cy="414528"/>
              <a:chOff x="5576613" y="3938499"/>
              <a:chExt cx="631411" cy="414528"/>
            </a:xfrm>
          </p:grpSpPr>
          <p:sp>
            <p:nvSpPr>
              <p:cNvPr id="845" name="Google Shape;845;p13"/>
              <p:cNvSpPr/>
              <p:nvPr/>
            </p:nvSpPr>
            <p:spPr>
              <a:xfrm>
                <a:off x="5576613" y="3938499"/>
                <a:ext cx="307752" cy="414528"/>
              </a:xfrm>
              <a:custGeom>
                <a:avLst/>
                <a:gdLst/>
                <a:ahLst/>
                <a:cxnLst/>
                <a:rect l="l" t="t" r="r" b="b"/>
                <a:pathLst>
                  <a:path w="307752" h="414528" extrusionOk="0">
                    <a:moveTo>
                      <a:pt x="307753" y="23908"/>
                    </a:moveTo>
                    <a:lnTo>
                      <a:pt x="296513" y="91916"/>
                    </a:lnTo>
                    <a:cubicBezTo>
                      <a:pt x="295466" y="97917"/>
                      <a:pt x="291370" y="102203"/>
                      <a:pt x="285750" y="102203"/>
                    </a:cubicBezTo>
                    <a:lnTo>
                      <a:pt x="284702" y="102203"/>
                    </a:lnTo>
                    <a:cubicBezTo>
                      <a:pt x="264224" y="100584"/>
                      <a:pt x="206502" y="95155"/>
                      <a:pt x="169640" y="95155"/>
                    </a:cubicBezTo>
                    <a:cubicBezTo>
                      <a:pt x="155353" y="95155"/>
                      <a:pt x="140494" y="100013"/>
                      <a:pt x="140494" y="118015"/>
                    </a:cubicBezTo>
                    <a:cubicBezTo>
                      <a:pt x="140494" y="125635"/>
                      <a:pt x="145637" y="130493"/>
                      <a:pt x="162973" y="141446"/>
                    </a:cubicBezTo>
                    <a:lnTo>
                      <a:pt x="225362" y="180594"/>
                    </a:lnTo>
                    <a:cubicBezTo>
                      <a:pt x="262128" y="203454"/>
                      <a:pt x="276511" y="233363"/>
                      <a:pt x="276511" y="271463"/>
                    </a:cubicBezTo>
                    <a:cubicBezTo>
                      <a:pt x="276511" y="373190"/>
                      <a:pt x="196215" y="414528"/>
                      <a:pt x="109347" y="414528"/>
                    </a:cubicBezTo>
                    <a:cubicBezTo>
                      <a:pt x="67437" y="414528"/>
                      <a:pt x="34671" y="408527"/>
                      <a:pt x="8668" y="400431"/>
                    </a:cubicBezTo>
                    <a:cubicBezTo>
                      <a:pt x="4096" y="398812"/>
                      <a:pt x="0" y="396050"/>
                      <a:pt x="0" y="391192"/>
                    </a:cubicBezTo>
                    <a:lnTo>
                      <a:pt x="0" y="389573"/>
                    </a:lnTo>
                    <a:lnTo>
                      <a:pt x="10763" y="322707"/>
                    </a:lnTo>
                    <a:cubicBezTo>
                      <a:pt x="11811" y="316706"/>
                      <a:pt x="16383" y="311849"/>
                      <a:pt x="22479" y="311849"/>
                    </a:cubicBezTo>
                    <a:lnTo>
                      <a:pt x="23527" y="311849"/>
                    </a:lnTo>
                    <a:cubicBezTo>
                      <a:pt x="44482" y="314039"/>
                      <a:pt x="98679" y="320040"/>
                      <a:pt x="125730" y="320040"/>
                    </a:cubicBezTo>
                    <a:cubicBezTo>
                      <a:pt x="146209" y="320040"/>
                      <a:pt x="163068" y="312420"/>
                      <a:pt x="163068" y="287941"/>
                    </a:cubicBezTo>
                    <a:cubicBezTo>
                      <a:pt x="163068" y="279749"/>
                      <a:pt x="157925" y="273844"/>
                      <a:pt x="143161" y="263462"/>
                    </a:cubicBezTo>
                    <a:lnTo>
                      <a:pt x="77248" y="217265"/>
                    </a:lnTo>
                    <a:cubicBezTo>
                      <a:pt x="47625" y="196596"/>
                      <a:pt x="33242" y="161258"/>
                      <a:pt x="33242" y="127540"/>
                    </a:cubicBezTo>
                    <a:cubicBezTo>
                      <a:pt x="33242" y="29337"/>
                      <a:pt x="105347" y="0"/>
                      <a:pt x="186595" y="0"/>
                    </a:cubicBezTo>
                    <a:cubicBezTo>
                      <a:pt x="226981" y="0"/>
                      <a:pt x="280130" y="7049"/>
                      <a:pt x="300038" y="13621"/>
                    </a:cubicBezTo>
                    <a:cubicBezTo>
                      <a:pt x="304133" y="15240"/>
                      <a:pt x="307753" y="17431"/>
                      <a:pt x="307753" y="22289"/>
                    </a:cubicBezTo>
                    <a:lnTo>
                      <a:pt x="307753" y="2390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13"/>
              <p:cNvSpPr/>
              <p:nvPr/>
            </p:nvSpPr>
            <p:spPr>
              <a:xfrm>
                <a:off x="5917607" y="3944023"/>
                <a:ext cx="290417" cy="403955"/>
              </a:xfrm>
              <a:custGeom>
                <a:avLst/>
                <a:gdLst/>
                <a:ahLst/>
                <a:cxnLst/>
                <a:rect l="l" t="t" r="r" b="b"/>
                <a:pathLst>
                  <a:path w="290417" h="403955" extrusionOk="0">
                    <a:moveTo>
                      <a:pt x="290417" y="10287"/>
                    </a:moveTo>
                    <a:lnTo>
                      <a:pt x="278701" y="79915"/>
                    </a:lnTo>
                    <a:cubicBezTo>
                      <a:pt x="277654" y="85916"/>
                      <a:pt x="272034" y="90202"/>
                      <a:pt x="266414" y="90202"/>
                    </a:cubicBezTo>
                    <a:lnTo>
                      <a:pt x="190214" y="90202"/>
                    </a:lnTo>
                    <a:lnTo>
                      <a:pt x="140113" y="393097"/>
                    </a:lnTo>
                    <a:cubicBezTo>
                      <a:pt x="139065" y="399098"/>
                      <a:pt x="133445" y="403955"/>
                      <a:pt x="127826" y="403955"/>
                    </a:cubicBezTo>
                    <a:lnTo>
                      <a:pt x="44482" y="403955"/>
                    </a:lnTo>
                    <a:cubicBezTo>
                      <a:pt x="39338" y="403955"/>
                      <a:pt x="36290" y="400145"/>
                      <a:pt x="36290" y="395288"/>
                    </a:cubicBezTo>
                    <a:lnTo>
                      <a:pt x="36290" y="393097"/>
                    </a:lnTo>
                    <a:lnTo>
                      <a:pt x="86392" y="90202"/>
                    </a:lnTo>
                    <a:lnTo>
                      <a:pt x="8668" y="90202"/>
                    </a:lnTo>
                    <a:cubicBezTo>
                      <a:pt x="3524" y="90202"/>
                      <a:pt x="0" y="86963"/>
                      <a:pt x="0" y="81534"/>
                    </a:cubicBezTo>
                    <a:lnTo>
                      <a:pt x="0" y="79915"/>
                    </a:lnTo>
                    <a:lnTo>
                      <a:pt x="11716" y="10287"/>
                    </a:lnTo>
                    <a:cubicBezTo>
                      <a:pt x="12764" y="4286"/>
                      <a:pt x="17812" y="0"/>
                      <a:pt x="23431" y="0"/>
                    </a:cubicBezTo>
                    <a:lnTo>
                      <a:pt x="281083" y="0"/>
                    </a:lnTo>
                    <a:cubicBezTo>
                      <a:pt x="286226" y="0"/>
                      <a:pt x="290322" y="3810"/>
                      <a:pt x="290322" y="8668"/>
                    </a:cubicBezTo>
                    <a:lnTo>
                      <a:pt x="290322" y="10287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7" name="Google Shape;847;p13"/>
            <p:cNvSpPr/>
            <p:nvPr/>
          </p:nvSpPr>
          <p:spPr>
            <a:xfrm>
              <a:off x="6190486" y="4028911"/>
              <a:ext cx="155288" cy="319257"/>
            </a:xfrm>
            <a:custGeom>
              <a:avLst/>
              <a:gdLst/>
              <a:ahLst/>
              <a:cxnLst/>
              <a:rect l="l" t="t" r="r" b="b"/>
              <a:pathLst>
                <a:path w="155288" h="319257" extrusionOk="0">
                  <a:moveTo>
                    <a:pt x="43828" y="56749"/>
                  </a:moveTo>
                  <a:cubicBezTo>
                    <a:pt x="42494" y="57415"/>
                    <a:pt x="41542" y="58749"/>
                    <a:pt x="41256" y="60273"/>
                  </a:cubicBezTo>
                  <a:lnTo>
                    <a:pt x="203" y="308399"/>
                  </a:lnTo>
                  <a:cubicBezTo>
                    <a:pt x="-845" y="313828"/>
                    <a:pt x="2203" y="319258"/>
                    <a:pt x="8395" y="319258"/>
                  </a:cubicBezTo>
                  <a:lnTo>
                    <a:pt x="92215" y="319258"/>
                  </a:lnTo>
                  <a:cubicBezTo>
                    <a:pt x="99835" y="319258"/>
                    <a:pt x="103454" y="314400"/>
                    <a:pt x="104502" y="308399"/>
                  </a:cubicBezTo>
                  <a:lnTo>
                    <a:pt x="155270" y="1789"/>
                  </a:lnTo>
                  <a:cubicBezTo>
                    <a:pt x="155461" y="551"/>
                    <a:pt x="154127" y="-401"/>
                    <a:pt x="153079" y="170"/>
                  </a:cubicBezTo>
                  <a:lnTo>
                    <a:pt x="43923" y="5674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13"/>
            <p:cNvSpPr/>
            <p:nvPr/>
          </p:nvSpPr>
          <p:spPr>
            <a:xfrm>
              <a:off x="6240124" y="3944023"/>
              <a:ext cx="118559" cy="95535"/>
            </a:xfrm>
            <a:custGeom>
              <a:avLst/>
              <a:gdLst/>
              <a:ahLst/>
              <a:cxnLst/>
              <a:rect l="l" t="t" r="r" b="b"/>
              <a:pathLst>
                <a:path w="118559" h="95535" extrusionOk="0">
                  <a:moveTo>
                    <a:pt x="109633" y="0"/>
                  </a:moveTo>
                  <a:lnTo>
                    <a:pt x="25813" y="0"/>
                  </a:lnTo>
                  <a:cubicBezTo>
                    <a:pt x="20193" y="0"/>
                    <a:pt x="15049" y="4382"/>
                    <a:pt x="14097" y="10287"/>
                  </a:cubicBezTo>
                  <a:lnTo>
                    <a:pt x="0" y="95536"/>
                  </a:lnTo>
                  <a:lnTo>
                    <a:pt x="106394" y="42577"/>
                  </a:lnTo>
                  <a:cubicBezTo>
                    <a:pt x="110966" y="40291"/>
                    <a:pt x="114205" y="36005"/>
                    <a:pt x="114967" y="30956"/>
                  </a:cubicBezTo>
                  <a:lnTo>
                    <a:pt x="118396" y="10287"/>
                  </a:lnTo>
                  <a:cubicBezTo>
                    <a:pt x="119443" y="3239"/>
                    <a:pt x="115348" y="0"/>
                    <a:pt x="10972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9" name="Google Shape;849;p13"/>
          <p:cNvGrpSpPr/>
          <p:nvPr/>
        </p:nvGrpSpPr>
        <p:grpSpPr>
          <a:xfrm>
            <a:off x="1864485" y="6101912"/>
            <a:ext cx="4772224" cy="378102"/>
            <a:chOff x="1696309" y="1041096"/>
            <a:chExt cx="1421726" cy="112643"/>
          </a:xfrm>
        </p:grpSpPr>
        <p:sp>
          <p:nvSpPr>
            <p:cNvPr id="850" name="Google Shape;850;p13"/>
            <p:cNvSpPr/>
            <p:nvPr/>
          </p:nvSpPr>
          <p:spPr>
            <a:xfrm>
              <a:off x="1696309" y="1041352"/>
              <a:ext cx="81303" cy="112387"/>
            </a:xfrm>
            <a:custGeom>
              <a:avLst/>
              <a:gdLst/>
              <a:ahLst/>
              <a:cxnLst/>
              <a:rect l="l" t="t" r="r" b="b"/>
              <a:pathLst>
                <a:path w="109960" h="151999" extrusionOk="0">
                  <a:moveTo>
                    <a:pt x="109960" y="8164"/>
                  </a:moveTo>
                  <a:lnTo>
                    <a:pt x="105270" y="33700"/>
                  </a:lnTo>
                  <a:cubicBezTo>
                    <a:pt x="104923" y="36132"/>
                    <a:pt x="103533" y="37522"/>
                    <a:pt x="101101" y="37522"/>
                  </a:cubicBezTo>
                  <a:lnTo>
                    <a:pt x="100580" y="37522"/>
                  </a:lnTo>
                  <a:cubicBezTo>
                    <a:pt x="92589" y="36653"/>
                    <a:pt x="84077" y="35785"/>
                    <a:pt x="72786" y="35785"/>
                  </a:cubicBezTo>
                  <a:cubicBezTo>
                    <a:pt x="61494" y="35785"/>
                    <a:pt x="51767" y="39607"/>
                    <a:pt x="46903" y="65837"/>
                  </a:cubicBezTo>
                  <a:lnTo>
                    <a:pt x="43081" y="86335"/>
                  </a:lnTo>
                  <a:cubicBezTo>
                    <a:pt x="42212" y="91199"/>
                    <a:pt x="41865" y="95195"/>
                    <a:pt x="41865" y="98495"/>
                  </a:cubicBezTo>
                  <a:cubicBezTo>
                    <a:pt x="41865" y="113435"/>
                    <a:pt x="49682" y="116388"/>
                    <a:pt x="58541" y="116388"/>
                  </a:cubicBezTo>
                  <a:cubicBezTo>
                    <a:pt x="70007" y="116388"/>
                    <a:pt x="78518" y="115346"/>
                    <a:pt x="86857" y="114651"/>
                  </a:cubicBezTo>
                  <a:lnTo>
                    <a:pt x="87378" y="114651"/>
                  </a:lnTo>
                  <a:cubicBezTo>
                    <a:pt x="89462" y="114651"/>
                    <a:pt x="90331" y="115519"/>
                    <a:pt x="90331" y="117430"/>
                  </a:cubicBezTo>
                  <a:lnTo>
                    <a:pt x="90331" y="118472"/>
                  </a:lnTo>
                  <a:lnTo>
                    <a:pt x="85641" y="144008"/>
                  </a:lnTo>
                  <a:cubicBezTo>
                    <a:pt x="85293" y="146614"/>
                    <a:pt x="84077" y="147309"/>
                    <a:pt x="80603" y="148351"/>
                  </a:cubicBezTo>
                  <a:cubicBezTo>
                    <a:pt x="75044" y="150088"/>
                    <a:pt x="64795" y="151999"/>
                    <a:pt x="52114" y="151999"/>
                  </a:cubicBezTo>
                  <a:cubicBezTo>
                    <a:pt x="22235" y="151999"/>
                    <a:pt x="0" y="135496"/>
                    <a:pt x="0" y="102491"/>
                  </a:cubicBezTo>
                  <a:cubicBezTo>
                    <a:pt x="0" y="97453"/>
                    <a:pt x="521" y="92068"/>
                    <a:pt x="1563" y="86335"/>
                  </a:cubicBezTo>
                  <a:lnTo>
                    <a:pt x="5385" y="65837"/>
                  </a:lnTo>
                  <a:cubicBezTo>
                    <a:pt x="14592" y="15634"/>
                    <a:pt x="40475" y="0"/>
                    <a:pt x="78345" y="0"/>
                  </a:cubicBezTo>
                  <a:cubicBezTo>
                    <a:pt x="90678" y="0"/>
                    <a:pt x="100927" y="1911"/>
                    <a:pt x="105965" y="3822"/>
                  </a:cubicBezTo>
                  <a:cubicBezTo>
                    <a:pt x="108223" y="4690"/>
                    <a:pt x="109787" y="5211"/>
                    <a:pt x="109787" y="7296"/>
                  </a:cubicBezTo>
                  <a:lnTo>
                    <a:pt x="109787" y="833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13"/>
            <p:cNvSpPr/>
            <p:nvPr/>
          </p:nvSpPr>
          <p:spPr>
            <a:xfrm>
              <a:off x="1770935" y="1042893"/>
              <a:ext cx="109561" cy="109303"/>
            </a:xfrm>
            <a:custGeom>
              <a:avLst/>
              <a:gdLst/>
              <a:ahLst/>
              <a:cxnLst/>
              <a:rect l="l" t="t" r="r" b="b"/>
              <a:pathLst>
                <a:path w="148177" h="147829" extrusionOk="0">
                  <a:moveTo>
                    <a:pt x="148004" y="3822"/>
                  </a:moveTo>
                  <a:lnTo>
                    <a:pt x="124031" y="140534"/>
                  </a:lnTo>
                  <a:cubicBezTo>
                    <a:pt x="123163" y="144529"/>
                    <a:pt x="119167" y="147830"/>
                    <a:pt x="115172" y="147830"/>
                  </a:cubicBezTo>
                  <a:lnTo>
                    <a:pt x="90331" y="147830"/>
                  </a:lnTo>
                  <a:cubicBezTo>
                    <a:pt x="86683" y="147830"/>
                    <a:pt x="84425" y="146266"/>
                    <a:pt x="82861" y="142445"/>
                  </a:cubicBezTo>
                  <a:lnTo>
                    <a:pt x="53330" y="75739"/>
                  </a:lnTo>
                  <a:cubicBezTo>
                    <a:pt x="52635" y="74349"/>
                    <a:pt x="52114" y="74176"/>
                    <a:pt x="51593" y="74176"/>
                  </a:cubicBezTo>
                  <a:cubicBezTo>
                    <a:pt x="51072" y="74176"/>
                    <a:pt x="50550" y="74523"/>
                    <a:pt x="50377" y="75913"/>
                  </a:cubicBezTo>
                  <a:lnTo>
                    <a:pt x="38391" y="143834"/>
                  </a:lnTo>
                  <a:cubicBezTo>
                    <a:pt x="38043" y="146093"/>
                    <a:pt x="35785" y="147830"/>
                    <a:pt x="33527" y="147830"/>
                  </a:cubicBezTo>
                  <a:lnTo>
                    <a:pt x="3474" y="147830"/>
                  </a:lnTo>
                  <a:cubicBezTo>
                    <a:pt x="1563" y="147830"/>
                    <a:pt x="0" y="146440"/>
                    <a:pt x="0" y="144529"/>
                  </a:cubicBezTo>
                  <a:lnTo>
                    <a:pt x="0" y="144008"/>
                  </a:lnTo>
                  <a:lnTo>
                    <a:pt x="23972" y="7296"/>
                  </a:lnTo>
                  <a:cubicBezTo>
                    <a:pt x="24841" y="3301"/>
                    <a:pt x="28836" y="0"/>
                    <a:pt x="32832" y="0"/>
                  </a:cubicBezTo>
                  <a:lnTo>
                    <a:pt x="57325" y="0"/>
                  </a:lnTo>
                  <a:cubicBezTo>
                    <a:pt x="61147" y="0"/>
                    <a:pt x="62710" y="2432"/>
                    <a:pt x="64274" y="5733"/>
                  </a:cubicBezTo>
                  <a:lnTo>
                    <a:pt x="94674" y="74523"/>
                  </a:lnTo>
                  <a:cubicBezTo>
                    <a:pt x="95195" y="75913"/>
                    <a:pt x="95542" y="76260"/>
                    <a:pt x="96063" y="76260"/>
                  </a:cubicBezTo>
                  <a:cubicBezTo>
                    <a:pt x="96758" y="76260"/>
                    <a:pt x="97279" y="76086"/>
                    <a:pt x="97453" y="74523"/>
                  </a:cubicBezTo>
                  <a:lnTo>
                    <a:pt x="109960" y="3995"/>
                  </a:lnTo>
                  <a:cubicBezTo>
                    <a:pt x="110308" y="1737"/>
                    <a:pt x="112566" y="0"/>
                    <a:pt x="114824" y="0"/>
                  </a:cubicBezTo>
                  <a:lnTo>
                    <a:pt x="144877" y="0"/>
                  </a:lnTo>
                  <a:cubicBezTo>
                    <a:pt x="146961" y="0"/>
                    <a:pt x="148177" y="1390"/>
                    <a:pt x="148177" y="3127"/>
                  </a:cubicBezTo>
                  <a:lnTo>
                    <a:pt x="148177" y="3995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13"/>
            <p:cNvSpPr/>
            <p:nvPr/>
          </p:nvSpPr>
          <p:spPr>
            <a:xfrm>
              <a:off x="1877581" y="1042765"/>
              <a:ext cx="48803" cy="109561"/>
            </a:xfrm>
            <a:custGeom>
              <a:avLst/>
              <a:gdLst/>
              <a:ahLst/>
              <a:cxnLst/>
              <a:rect l="l" t="t" r="r" b="b"/>
              <a:pathLst>
                <a:path w="66004" h="148177" extrusionOk="0">
                  <a:moveTo>
                    <a:pt x="65783" y="3822"/>
                  </a:moveTo>
                  <a:lnTo>
                    <a:pt x="40942" y="144182"/>
                  </a:lnTo>
                  <a:cubicBezTo>
                    <a:pt x="40594" y="146440"/>
                    <a:pt x="39205" y="148177"/>
                    <a:pt x="36078" y="148177"/>
                  </a:cubicBezTo>
                  <a:lnTo>
                    <a:pt x="3246" y="148177"/>
                  </a:lnTo>
                  <a:cubicBezTo>
                    <a:pt x="814" y="148177"/>
                    <a:pt x="-402" y="146093"/>
                    <a:pt x="119" y="144182"/>
                  </a:cubicBezTo>
                  <a:lnTo>
                    <a:pt x="24960" y="3822"/>
                  </a:lnTo>
                  <a:cubicBezTo>
                    <a:pt x="25307" y="1563"/>
                    <a:pt x="27392" y="0"/>
                    <a:pt x="29650" y="0"/>
                  </a:cubicBezTo>
                  <a:lnTo>
                    <a:pt x="62482" y="0"/>
                  </a:lnTo>
                  <a:cubicBezTo>
                    <a:pt x="64740" y="0"/>
                    <a:pt x="66304" y="1216"/>
                    <a:pt x="65956" y="3822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13"/>
            <p:cNvSpPr/>
            <p:nvPr/>
          </p:nvSpPr>
          <p:spPr>
            <a:xfrm>
              <a:off x="1958588" y="1042765"/>
              <a:ext cx="24917" cy="109561"/>
            </a:xfrm>
            <a:custGeom>
              <a:avLst/>
              <a:gdLst/>
              <a:ahLst/>
              <a:cxnLst/>
              <a:rect l="l" t="t" r="r" b="b"/>
              <a:pathLst>
                <a:path w="33700" h="148177" extrusionOk="0">
                  <a:moveTo>
                    <a:pt x="33700" y="3822"/>
                  </a:moveTo>
                  <a:lnTo>
                    <a:pt x="8686" y="144356"/>
                  </a:lnTo>
                  <a:cubicBezTo>
                    <a:pt x="8338" y="146267"/>
                    <a:pt x="6601" y="148177"/>
                    <a:pt x="4690" y="148177"/>
                  </a:cubicBezTo>
                  <a:lnTo>
                    <a:pt x="2779" y="148177"/>
                  </a:lnTo>
                  <a:cubicBezTo>
                    <a:pt x="1042" y="148177"/>
                    <a:pt x="0" y="146788"/>
                    <a:pt x="0" y="145224"/>
                  </a:cubicBezTo>
                  <a:lnTo>
                    <a:pt x="0" y="144356"/>
                  </a:lnTo>
                  <a:lnTo>
                    <a:pt x="25015" y="3822"/>
                  </a:lnTo>
                  <a:cubicBezTo>
                    <a:pt x="25362" y="1911"/>
                    <a:pt x="27099" y="0"/>
                    <a:pt x="29010" y="0"/>
                  </a:cubicBezTo>
                  <a:lnTo>
                    <a:pt x="30921" y="0"/>
                  </a:lnTo>
                  <a:cubicBezTo>
                    <a:pt x="32832" y="0"/>
                    <a:pt x="33700" y="1390"/>
                    <a:pt x="33700" y="2953"/>
                  </a:cubicBezTo>
                  <a:lnTo>
                    <a:pt x="33700" y="3822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13"/>
            <p:cNvSpPr/>
            <p:nvPr/>
          </p:nvSpPr>
          <p:spPr>
            <a:xfrm>
              <a:off x="2016130" y="1041096"/>
              <a:ext cx="89010" cy="112515"/>
            </a:xfrm>
            <a:custGeom>
              <a:avLst/>
              <a:gdLst/>
              <a:ahLst/>
              <a:cxnLst/>
              <a:rect l="l" t="t" r="r" b="b"/>
              <a:pathLst>
                <a:path w="120383" h="152172" extrusionOk="0">
                  <a:moveTo>
                    <a:pt x="120383" y="9033"/>
                  </a:moveTo>
                  <a:lnTo>
                    <a:pt x="116040" y="33874"/>
                  </a:lnTo>
                  <a:cubicBezTo>
                    <a:pt x="115693" y="36132"/>
                    <a:pt x="113956" y="37696"/>
                    <a:pt x="111871" y="37696"/>
                  </a:cubicBezTo>
                  <a:lnTo>
                    <a:pt x="111524" y="37696"/>
                  </a:lnTo>
                  <a:cubicBezTo>
                    <a:pt x="103533" y="37001"/>
                    <a:pt x="80950" y="35090"/>
                    <a:pt x="66532" y="35090"/>
                  </a:cubicBezTo>
                  <a:cubicBezTo>
                    <a:pt x="60973" y="35090"/>
                    <a:pt x="55067" y="36827"/>
                    <a:pt x="55067" y="43428"/>
                  </a:cubicBezTo>
                  <a:cubicBezTo>
                    <a:pt x="55067" y="46208"/>
                    <a:pt x="57152" y="47945"/>
                    <a:pt x="63926" y="51940"/>
                  </a:cubicBezTo>
                  <a:lnTo>
                    <a:pt x="88420" y="66358"/>
                  </a:lnTo>
                  <a:cubicBezTo>
                    <a:pt x="102838" y="74697"/>
                    <a:pt x="108397" y="85641"/>
                    <a:pt x="108397" y="99711"/>
                  </a:cubicBezTo>
                  <a:cubicBezTo>
                    <a:pt x="108397" y="137060"/>
                    <a:pt x="76955" y="152173"/>
                    <a:pt x="42907" y="152173"/>
                  </a:cubicBezTo>
                  <a:cubicBezTo>
                    <a:pt x="26404" y="152173"/>
                    <a:pt x="13723" y="149914"/>
                    <a:pt x="3474" y="146961"/>
                  </a:cubicBezTo>
                  <a:cubicBezTo>
                    <a:pt x="1737" y="146440"/>
                    <a:pt x="0" y="145398"/>
                    <a:pt x="0" y="143661"/>
                  </a:cubicBezTo>
                  <a:lnTo>
                    <a:pt x="0" y="142966"/>
                  </a:lnTo>
                  <a:lnTo>
                    <a:pt x="4169" y="118472"/>
                  </a:lnTo>
                  <a:cubicBezTo>
                    <a:pt x="4517" y="116214"/>
                    <a:pt x="6427" y="114477"/>
                    <a:pt x="8686" y="114477"/>
                  </a:cubicBezTo>
                  <a:lnTo>
                    <a:pt x="9033" y="114477"/>
                  </a:lnTo>
                  <a:cubicBezTo>
                    <a:pt x="17198" y="115346"/>
                    <a:pt x="38564" y="117430"/>
                    <a:pt x="49161" y="117430"/>
                  </a:cubicBezTo>
                  <a:cubicBezTo>
                    <a:pt x="57152" y="117430"/>
                    <a:pt x="63753" y="114651"/>
                    <a:pt x="63753" y="105618"/>
                  </a:cubicBezTo>
                  <a:cubicBezTo>
                    <a:pt x="63753" y="102664"/>
                    <a:pt x="61668" y="100406"/>
                    <a:pt x="55936" y="96584"/>
                  </a:cubicBezTo>
                  <a:lnTo>
                    <a:pt x="30052" y="79561"/>
                  </a:lnTo>
                  <a:cubicBezTo>
                    <a:pt x="18414" y="71917"/>
                    <a:pt x="12855" y="59062"/>
                    <a:pt x="12855" y="46729"/>
                  </a:cubicBezTo>
                  <a:cubicBezTo>
                    <a:pt x="12855" y="10770"/>
                    <a:pt x="40996" y="0"/>
                    <a:pt x="72960" y="0"/>
                  </a:cubicBezTo>
                  <a:cubicBezTo>
                    <a:pt x="88767" y="0"/>
                    <a:pt x="109613" y="2606"/>
                    <a:pt x="117430" y="5038"/>
                  </a:cubicBezTo>
                  <a:cubicBezTo>
                    <a:pt x="118994" y="5559"/>
                    <a:pt x="120383" y="6427"/>
                    <a:pt x="120383" y="8164"/>
                  </a:cubicBezTo>
                  <a:lnTo>
                    <a:pt x="120383" y="868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13"/>
            <p:cNvSpPr/>
            <p:nvPr/>
          </p:nvSpPr>
          <p:spPr>
            <a:xfrm>
              <a:off x="2105398" y="1041352"/>
              <a:ext cx="84129" cy="112258"/>
            </a:xfrm>
            <a:custGeom>
              <a:avLst/>
              <a:gdLst/>
              <a:ahLst/>
              <a:cxnLst/>
              <a:rect l="l" t="t" r="r" b="b"/>
              <a:pathLst>
                <a:path w="113782" h="151825" extrusionOk="0">
                  <a:moveTo>
                    <a:pt x="113435" y="6427"/>
                  </a:moveTo>
                  <a:lnTo>
                    <a:pt x="109265" y="30747"/>
                  </a:lnTo>
                  <a:cubicBezTo>
                    <a:pt x="108918" y="33005"/>
                    <a:pt x="106660" y="34743"/>
                    <a:pt x="104402" y="34743"/>
                  </a:cubicBezTo>
                  <a:lnTo>
                    <a:pt x="63926" y="34743"/>
                  </a:lnTo>
                  <a:cubicBezTo>
                    <a:pt x="56804" y="34743"/>
                    <a:pt x="53851" y="37175"/>
                    <a:pt x="52461" y="44644"/>
                  </a:cubicBezTo>
                  <a:lnTo>
                    <a:pt x="49856" y="59236"/>
                  </a:lnTo>
                  <a:lnTo>
                    <a:pt x="99190" y="59236"/>
                  </a:lnTo>
                  <a:cubicBezTo>
                    <a:pt x="101101" y="59236"/>
                    <a:pt x="102664" y="60626"/>
                    <a:pt x="102664" y="62537"/>
                  </a:cubicBezTo>
                  <a:lnTo>
                    <a:pt x="102664" y="63232"/>
                  </a:lnTo>
                  <a:lnTo>
                    <a:pt x="98495" y="86683"/>
                  </a:lnTo>
                  <a:cubicBezTo>
                    <a:pt x="98148" y="88941"/>
                    <a:pt x="96063" y="90678"/>
                    <a:pt x="93805" y="90678"/>
                  </a:cubicBezTo>
                  <a:lnTo>
                    <a:pt x="44471" y="90678"/>
                  </a:lnTo>
                  <a:lnTo>
                    <a:pt x="41517" y="107181"/>
                  </a:lnTo>
                  <a:cubicBezTo>
                    <a:pt x="41344" y="108744"/>
                    <a:pt x="41170" y="109960"/>
                    <a:pt x="41170" y="111176"/>
                  </a:cubicBezTo>
                  <a:cubicBezTo>
                    <a:pt x="41170" y="115693"/>
                    <a:pt x="43602" y="117083"/>
                    <a:pt x="49334" y="117083"/>
                  </a:cubicBezTo>
                  <a:lnTo>
                    <a:pt x="89810" y="117083"/>
                  </a:lnTo>
                  <a:cubicBezTo>
                    <a:pt x="91721" y="117083"/>
                    <a:pt x="93284" y="118472"/>
                    <a:pt x="93284" y="120557"/>
                  </a:cubicBezTo>
                  <a:lnTo>
                    <a:pt x="93284" y="121078"/>
                  </a:lnTo>
                  <a:lnTo>
                    <a:pt x="88941" y="145398"/>
                  </a:lnTo>
                  <a:cubicBezTo>
                    <a:pt x="88594" y="147830"/>
                    <a:pt x="86857" y="149046"/>
                    <a:pt x="84251" y="149393"/>
                  </a:cubicBezTo>
                  <a:cubicBezTo>
                    <a:pt x="76434" y="150436"/>
                    <a:pt x="64274" y="151825"/>
                    <a:pt x="44818" y="151825"/>
                  </a:cubicBezTo>
                  <a:cubicBezTo>
                    <a:pt x="21367" y="151825"/>
                    <a:pt x="0" y="143487"/>
                    <a:pt x="0" y="117256"/>
                  </a:cubicBezTo>
                  <a:cubicBezTo>
                    <a:pt x="0" y="114130"/>
                    <a:pt x="347" y="110655"/>
                    <a:pt x="1042" y="107181"/>
                  </a:cubicBezTo>
                  <a:lnTo>
                    <a:pt x="12160" y="44644"/>
                  </a:lnTo>
                  <a:cubicBezTo>
                    <a:pt x="19108" y="4343"/>
                    <a:pt x="43255" y="0"/>
                    <a:pt x="71396" y="0"/>
                  </a:cubicBezTo>
                  <a:cubicBezTo>
                    <a:pt x="90852" y="0"/>
                    <a:pt x="103012" y="1390"/>
                    <a:pt x="110481" y="2432"/>
                  </a:cubicBezTo>
                  <a:cubicBezTo>
                    <a:pt x="112740" y="2606"/>
                    <a:pt x="113782" y="3648"/>
                    <a:pt x="113782" y="5559"/>
                  </a:cubicBezTo>
                  <a:lnTo>
                    <a:pt x="113782" y="6427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13"/>
            <p:cNvSpPr/>
            <p:nvPr/>
          </p:nvSpPr>
          <p:spPr>
            <a:xfrm>
              <a:off x="2185032" y="1041096"/>
              <a:ext cx="89010" cy="112515"/>
            </a:xfrm>
            <a:custGeom>
              <a:avLst/>
              <a:gdLst/>
              <a:ahLst/>
              <a:cxnLst/>
              <a:rect l="l" t="t" r="r" b="b"/>
              <a:pathLst>
                <a:path w="120383" h="152172" extrusionOk="0">
                  <a:moveTo>
                    <a:pt x="120383" y="9033"/>
                  </a:moveTo>
                  <a:lnTo>
                    <a:pt x="116040" y="33874"/>
                  </a:lnTo>
                  <a:cubicBezTo>
                    <a:pt x="115693" y="36132"/>
                    <a:pt x="113956" y="37696"/>
                    <a:pt x="111871" y="37696"/>
                  </a:cubicBezTo>
                  <a:lnTo>
                    <a:pt x="111524" y="37696"/>
                  </a:lnTo>
                  <a:cubicBezTo>
                    <a:pt x="103533" y="37001"/>
                    <a:pt x="80950" y="35090"/>
                    <a:pt x="66532" y="35090"/>
                  </a:cubicBezTo>
                  <a:cubicBezTo>
                    <a:pt x="60973" y="35090"/>
                    <a:pt x="55067" y="36827"/>
                    <a:pt x="55067" y="43428"/>
                  </a:cubicBezTo>
                  <a:cubicBezTo>
                    <a:pt x="55067" y="46208"/>
                    <a:pt x="57152" y="47945"/>
                    <a:pt x="63926" y="51940"/>
                  </a:cubicBezTo>
                  <a:lnTo>
                    <a:pt x="88420" y="66358"/>
                  </a:lnTo>
                  <a:cubicBezTo>
                    <a:pt x="102838" y="74697"/>
                    <a:pt x="108397" y="85641"/>
                    <a:pt x="108397" y="99711"/>
                  </a:cubicBezTo>
                  <a:cubicBezTo>
                    <a:pt x="108397" y="137060"/>
                    <a:pt x="76955" y="152173"/>
                    <a:pt x="42907" y="152173"/>
                  </a:cubicBezTo>
                  <a:cubicBezTo>
                    <a:pt x="26404" y="152173"/>
                    <a:pt x="13723" y="149914"/>
                    <a:pt x="3474" y="146961"/>
                  </a:cubicBezTo>
                  <a:cubicBezTo>
                    <a:pt x="1737" y="146440"/>
                    <a:pt x="0" y="145398"/>
                    <a:pt x="0" y="143661"/>
                  </a:cubicBezTo>
                  <a:lnTo>
                    <a:pt x="0" y="142966"/>
                  </a:lnTo>
                  <a:lnTo>
                    <a:pt x="4169" y="118472"/>
                  </a:lnTo>
                  <a:cubicBezTo>
                    <a:pt x="4517" y="116214"/>
                    <a:pt x="6427" y="114477"/>
                    <a:pt x="8686" y="114477"/>
                  </a:cubicBezTo>
                  <a:lnTo>
                    <a:pt x="9033" y="114477"/>
                  </a:lnTo>
                  <a:cubicBezTo>
                    <a:pt x="17198" y="115346"/>
                    <a:pt x="38564" y="117430"/>
                    <a:pt x="49161" y="117430"/>
                  </a:cubicBezTo>
                  <a:cubicBezTo>
                    <a:pt x="57152" y="117430"/>
                    <a:pt x="63753" y="114651"/>
                    <a:pt x="63753" y="105618"/>
                  </a:cubicBezTo>
                  <a:cubicBezTo>
                    <a:pt x="63753" y="102664"/>
                    <a:pt x="61668" y="100406"/>
                    <a:pt x="55936" y="96584"/>
                  </a:cubicBezTo>
                  <a:lnTo>
                    <a:pt x="30052" y="79561"/>
                  </a:lnTo>
                  <a:cubicBezTo>
                    <a:pt x="18414" y="71917"/>
                    <a:pt x="12855" y="59062"/>
                    <a:pt x="12855" y="46729"/>
                  </a:cubicBezTo>
                  <a:cubicBezTo>
                    <a:pt x="12855" y="10770"/>
                    <a:pt x="40996" y="0"/>
                    <a:pt x="72959" y="0"/>
                  </a:cubicBezTo>
                  <a:cubicBezTo>
                    <a:pt x="88767" y="0"/>
                    <a:pt x="109613" y="2606"/>
                    <a:pt x="117430" y="5038"/>
                  </a:cubicBezTo>
                  <a:cubicBezTo>
                    <a:pt x="118994" y="5559"/>
                    <a:pt x="120383" y="6427"/>
                    <a:pt x="120383" y="8164"/>
                  </a:cubicBezTo>
                  <a:lnTo>
                    <a:pt x="120383" y="868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13"/>
            <p:cNvSpPr/>
            <p:nvPr/>
          </p:nvSpPr>
          <p:spPr>
            <a:xfrm>
              <a:off x="2270743" y="1042765"/>
              <a:ext cx="48803" cy="109561"/>
            </a:xfrm>
            <a:custGeom>
              <a:avLst/>
              <a:gdLst/>
              <a:ahLst/>
              <a:cxnLst/>
              <a:rect l="l" t="t" r="r" b="b"/>
              <a:pathLst>
                <a:path w="66004" h="148177" extrusionOk="0">
                  <a:moveTo>
                    <a:pt x="65783" y="3822"/>
                  </a:moveTo>
                  <a:lnTo>
                    <a:pt x="40942" y="144182"/>
                  </a:lnTo>
                  <a:cubicBezTo>
                    <a:pt x="40594" y="146440"/>
                    <a:pt x="39205" y="148177"/>
                    <a:pt x="36078" y="148177"/>
                  </a:cubicBezTo>
                  <a:lnTo>
                    <a:pt x="3246" y="148177"/>
                  </a:lnTo>
                  <a:cubicBezTo>
                    <a:pt x="814" y="148177"/>
                    <a:pt x="-402" y="146093"/>
                    <a:pt x="119" y="144182"/>
                  </a:cubicBezTo>
                  <a:lnTo>
                    <a:pt x="24960" y="3822"/>
                  </a:lnTo>
                  <a:cubicBezTo>
                    <a:pt x="25307" y="1563"/>
                    <a:pt x="27392" y="0"/>
                    <a:pt x="29650" y="0"/>
                  </a:cubicBezTo>
                  <a:lnTo>
                    <a:pt x="62482" y="0"/>
                  </a:lnTo>
                  <a:cubicBezTo>
                    <a:pt x="64740" y="0"/>
                    <a:pt x="66304" y="1216"/>
                    <a:pt x="65956" y="3822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13"/>
            <p:cNvSpPr/>
            <p:nvPr/>
          </p:nvSpPr>
          <p:spPr>
            <a:xfrm>
              <a:off x="2351750" y="1042765"/>
              <a:ext cx="24917" cy="109561"/>
            </a:xfrm>
            <a:custGeom>
              <a:avLst/>
              <a:gdLst/>
              <a:ahLst/>
              <a:cxnLst/>
              <a:rect l="l" t="t" r="r" b="b"/>
              <a:pathLst>
                <a:path w="33700" h="148177" extrusionOk="0">
                  <a:moveTo>
                    <a:pt x="33700" y="3822"/>
                  </a:moveTo>
                  <a:lnTo>
                    <a:pt x="8686" y="144356"/>
                  </a:lnTo>
                  <a:cubicBezTo>
                    <a:pt x="8338" y="146267"/>
                    <a:pt x="6601" y="148177"/>
                    <a:pt x="4690" y="148177"/>
                  </a:cubicBezTo>
                  <a:lnTo>
                    <a:pt x="2779" y="148177"/>
                  </a:lnTo>
                  <a:cubicBezTo>
                    <a:pt x="1042" y="148177"/>
                    <a:pt x="0" y="146788"/>
                    <a:pt x="0" y="145224"/>
                  </a:cubicBezTo>
                  <a:lnTo>
                    <a:pt x="0" y="144356"/>
                  </a:lnTo>
                  <a:lnTo>
                    <a:pt x="25015" y="3822"/>
                  </a:lnTo>
                  <a:cubicBezTo>
                    <a:pt x="25362" y="1911"/>
                    <a:pt x="27099" y="0"/>
                    <a:pt x="29010" y="0"/>
                  </a:cubicBezTo>
                  <a:lnTo>
                    <a:pt x="30921" y="0"/>
                  </a:lnTo>
                  <a:cubicBezTo>
                    <a:pt x="32832" y="0"/>
                    <a:pt x="33700" y="1390"/>
                    <a:pt x="33700" y="2953"/>
                  </a:cubicBezTo>
                  <a:lnTo>
                    <a:pt x="33700" y="3822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13"/>
            <p:cNvSpPr/>
            <p:nvPr/>
          </p:nvSpPr>
          <p:spPr>
            <a:xfrm>
              <a:off x="2409291" y="1041096"/>
              <a:ext cx="89010" cy="112515"/>
            </a:xfrm>
            <a:custGeom>
              <a:avLst/>
              <a:gdLst/>
              <a:ahLst/>
              <a:cxnLst/>
              <a:rect l="l" t="t" r="r" b="b"/>
              <a:pathLst>
                <a:path w="120383" h="152172" extrusionOk="0">
                  <a:moveTo>
                    <a:pt x="120383" y="9033"/>
                  </a:moveTo>
                  <a:lnTo>
                    <a:pt x="116041" y="33874"/>
                  </a:lnTo>
                  <a:cubicBezTo>
                    <a:pt x="115693" y="36132"/>
                    <a:pt x="113956" y="37696"/>
                    <a:pt x="111871" y="37696"/>
                  </a:cubicBezTo>
                  <a:lnTo>
                    <a:pt x="111524" y="37696"/>
                  </a:lnTo>
                  <a:cubicBezTo>
                    <a:pt x="103533" y="37001"/>
                    <a:pt x="80950" y="35090"/>
                    <a:pt x="66532" y="35090"/>
                  </a:cubicBezTo>
                  <a:cubicBezTo>
                    <a:pt x="60973" y="35090"/>
                    <a:pt x="55067" y="36827"/>
                    <a:pt x="55067" y="43428"/>
                  </a:cubicBezTo>
                  <a:cubicBezTo>
                    <a:pt x="55067" y="46208"/>
                    <a:pt x="57152" y="47945"/>
                    <a:pt x="63927" y="51940"/>
                  </a:cubicBezTo>
                  <a:lnTo>
                    <a:pt x="88420" y="66358"/>
                  </a:lnTo>
                  <a:cubicBezTo>
                    <a:pt x="102838" y="74697"/>
                    <a:pt x="108397" y="85641"/>
                    <a:pt x="108397" y="99711"/>
                  </a:cubicBezTo>
                  <a:cubicBezTo>
                    <a:pt x="108397" y="137060"/>
                    <a:pt x="76955" y="152173"/>
                    <a:pt x="42907" y="152173"/>
                  </a:cubicBezTo>
                  <a:cubicBezTo>
                    <a:pt x="26404" y="152173"/>
                    <a:pt x="13723" y="149914"/>
                    <a:pt x="3474" y="146961"/>
                  </a:cubicBezTo>
                  <a:cubicBezTo>
                    <a:pt x="1737" y="146440"/>
                    <a:pt x="0" y="145398"/>
                    <a:pt x="0" y="143661"/>
                  </a:cubicBezTo>
                  <a:lnTo>
                    <a:pt x="0" y="142966"/>
                  </a:lnTo>
                  <a:lnTo>
                    <a:pt x="4169" y="118472"/>
                  </a:lnTo>
                  <a:cubicBezTo>
                    <a:pt x="4516" y="116214"/>
                    <a:pt x="6427" y="114477"/>
                    <a:pt x="8686" y="114477"/>
                  </a:cubicBezTo>
                  <a:lnTo>
                    <a:pt x="9033" y="114477"/>
                  </a:lnTo>
                  <a:cubicBezTo>
                    <a:pt x="17198" y="115346"/>
                    <a:pt x="38564" y="117430"/>
                    <a:pt x="49161" y="117430"/>
                  </a:cubicBezTo>
                  <a:cubicBezTo>
                    <a:pt x="57152" y="117430"/>
                    <a:pt x="63753" y="114651"/>
                    <a:pt x="63753" y="105618"/>
                  </a:cubicBezTo>
                  <a:cubicBezTo>
                    <a:pt x="63753" y="102664"/>
                    <a:pt x="61668" y="100406"/>
                    <a:pt x="55936" y="96584"/>
                  </a:cubicBezTo>
                  <a:lnTo>
                    <a:pt x="30052" y="79561"/>
                  </a:lnTo>
                  <a:cubicBezTo>
                    <a:pt x="18414" y="71917"/>
                    <a:pt x="12855" y="59062"/>
                    <a:pt x="12855" y="46729"/>
                  </a:cubicBezTo>
                  <a:cubicBezTo>
                    <a:pt x="12855" y="10770"/>
                    <a:pt x="40996" y="0"/>
                    <a:pt x="72959" y="0"/>
                  </a:cubicBezTo>
                  <a:cubicBezTo>
                    <a:pt x="88767" y="0"/>
                    <a:pt x="109613" y="2606"/>
                    <a:pt x="117430" y="5038"/>
                  </a:cubicBezTo>
                  <a:cubicBezTo>
                    <a:pt x="118994" y="5559"/>
                    <a:pt x="120383" y="6427"/>
                    <a:pt x="120383" y="8164"/>
                  </a:cubicBezTo>
                  <a:lnTo>
                    <a:pt x="120383" y="868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13"/>
            <p:cNvSpPr/>
            <p:nvPr/>
          </p:nvSpPr>
          <p:spPr>
            <a:xfrm>
              <a:off x="2498559" y="1041352"/>
              <a:ext cx="84129" cy="112258"/>
            </a:xfrm>
            <a:custGeom>
              <a:avLst/>
              <a:gdLst/>
              <a:ahLst/>
              <a:cxnLst/>
              <a:rect l="l" t="t" r="r" b="b"/>
              <a:pathLst>
                <a:path w="113782" h="151825" extrusionOk="0">
                  <a:moveTo>
                    <a:pt x="113435" y="6427"/>
                  </a:moveTo>
                  <a:lnTo>
                    <a:pt x="109266" y="30747"/>
                  </a:lnTo>
                  <a:cubicBezTo>
                    <a:pt x="108918" y="33005"/>
                    <a:pt x="106660" y="34743"/>
                    <a:pt x="104402" y="34743"/>
                  </a:cubicBezTo>
                  <a:lnTo>
                    <a:pt x="63927" y="34743"/>
                  </a:lnTo>
                  <a:cubicBezTo>
                    <a:pt x="56804" y="34743"/>
                    <a:pt x="53851" y="37175"/>
                    <a:pt x="52461" y="44644"/>
                  </a:cubicBezTo>
                  <a:lnTo>
                    <a:pt x="49856" y="59236"/>
                  </a:lnTo>
                  <a:lnTo>
                    <a:pt x="99190" y="59236"/>
                  </a:lnTo>
                  <a:cubicBezTo>
                    <a:pt x="101101" y="59236"/>
                    <a:pt x="102665" y="60626"/>
                    <a:pt x="102665" y="62537"/>
                  </a:cubicBezTo>
                  <a:lnTo>
                    <a:pt x="102665" y="63232"/>
                  </a:lnTo>
                  <a:lnTo>
                    <a:pt x="98495" y="86683"/>
                  </a:lnTo>
                  <a:cubicBezTo>
                    <a:pt x="98148" y="88941"/>
                    <a:pt x="96063" y="90678"/>
                    <a:pt x="93805" y="90678"/>
                  </a:cubicBezTo>
                  <a:lnTo>
                    <a:pt x="44471" y="90678"/>
                  </a:lnTo>
                  <a:lnTo>
                    <a:pt x="41517" y="107181"/>
                  </a:lnTo>
                  <a:cubicBezTo>
                    <a:pt x="41344" y="108744"/>
                    <a:pt x="41170" y="109960"/>
                    <a:pt x="41170" y="111176"/>
                  </a:cubicBezTo>
                  <a:cubicBezTo>
                    <a:pt x="41170" y="115693"/>
                    <a:pt x="43602" y="117083"/>
                    <a:pt x="49334" y="117083"/>
                  </a:cubicBezTo>
                  <a:lnTo>
                    <a:pt x="89810" y="117083"/>
                  </a:lnTo>
                  <a:cubicBezTo>
                    <a:pt x="91721" y="117083"/>
                    <a:pt x="93284" y="118472"/>
                    <a:pt x="93284" y="120557"/>
                  </a:cubicBezTo>
                  <a:lnTo>
                    <a:pt x="93284" y="121078"/>
                  </a:lnTo>
                  <a:lnTo>
                    <a:pt x="88941" y="145398"/>
                  </a:lnTo>
                  <a:cubicBezTo>
                    <a:pt x="88594" y="147830"/>
                    <a:pt x="86857" y="149046"/>
                    <a:pt x="84251" y="149393"/>
                  </a:cubicBezTo>
                  <a:cubicBezTo>
                    <a:pt x="76434" y="150436"/>
                    <a:pt x="64274" y="151825"/>
                    <a:pt x="44818" y="151825"/>
                  </a:cubicBezTo>
                  <a:cubicBezTo>
                    <a:pt x="21367" y="151825"/>
                    <a:pt x="0" y="143487"/>
                    <a:pt x="0" y="117256"/>
                  </a:cubicBezTo>
                  <a:cubicBezTo>
                    <a:pt x="0" y="114130"/>
                    <a:pt x="348" y="110655"/>
                    <a:pt x="1042" y="107181"/>
                  </a:cubicBezTo>
                  <a:lnTo>
                    <a:pt x="12160" y="44644"/>
                  </a:lnTo>
                  <a:cubicBezTo>
                    <a:pt x="19109" y="4343"/>
                    <a:pt x="43255" y="0"/>
                    <a:pt x="71396" y="0"/>
                  </a:cubicBezTo>
                  <a:cubicBezTo>
                    <a:pt x="90852" y="0"/>
                    <a:pt x="103012" y="1390"/>
                    <a:pt x="110482" y="2432"/>
                  </a:cubicBezTo>
                  <a:cubicBezTo>
                    <a:pt x="112740" y="2606"/>
                    <a:pt x="113782" y="3648"/>
                    <a:pt x="113782" y="5559"/>
                  </a:cubicBezTo>
                  <a:lnTo>
                    <a:pt x="113782" y="6427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13"/>
            <p:cNvSpPr/>
            <p:nvPr/>
          </p:nvSpPr>
          <p:spPr>
            <a:xfrm>
              <a:off x="2578065" y="1042893"/>
              <a:ext cx="109561" cy="109303"/>
            </a:xfrm>
            <a:custGeom>
              <a:avLst/>
              <a:gdLst/>
              <a:ahLst/>
              <a:cxnLst/>
              <a:rect l="l" t="t" r="r" b="b"/>
              <a:pathLst>
                <a:path w="148177" h="147829" extrusionOk="0">
                  <a:moveTo>
                    <a:pt x="148004" y="3822"/>
                  </a:moveTo>
                  <a:lnTo>
                    <a:pt x="124031" y="140534"/>
                  </a:lnTo>
                  <a:cubicBezTo>
                    <a:pt x="123163" y="144529"/>
                    <a:pt x="119167" y="147830"/>
                    <a:pt x="115172" y="147830"/>
                  </a:cubicBezTo>
                  <a:lnTo>
                    <a:pt x="90331" y="147830"/>
                  </a:lnTo>
                  <a:cubicBezTo>
                    <a:pt x="86683" y="147830"/>
                    <a:pt x="84425" y="146266"/>
                    <a:pt x="82861" y="142445"/>
                  </a:cubicBezTo>
                  <a:lnTo>
                    <a:pt x="53330" y="75739"/>
                  </a:lnTo>
                  <a:cubicBezTo>
                    <a:pt x="52635" y="74349"/>
                    <a:pt x="52114" y="74176"/>
                    <a:pt x="51593" y="74176"/>
                  </a:cubicBezTo>
                  <a:cubicBezTo>
                    <a:pt x="51072" y="74176"/>
                    <a:pt x="50551" y="74523"/>
                    <a:pt x="50377" y="75913"/>
                  </a:cubicBezTo>
                  <a:lnTo>
                    <a:pt x="38391" y="143834"/>
                  </a:lnTo>
                  <a:cubicBezTo>
                    <a:pt x="38043" y="146093"/>
                    <a:pt x="35785" y="147830"/>
                    <a:pt x="33527" y="147830"/>
                  </a:cubicBezTo>
                  <a:lnTo>
                    <a:pt x="3474" y="147830"/>
                  </a:lnTo>
                  <a:cubicBezTo>
                    <a:pt x="1563" y="147830"/>
                    <a:pt x="0" y="146440"/>
                    <a:pt x="0" y="144529"/>
                  </a:cubicBezTo>
                  <a:lnTo>
                    <a:pt x="0" y="144008"/>
                  </a:lnTo>
                  <a:lnTo>
                    <a:pt x="23973" y="7296"/>
                  </a:lnTo>
                  <a:cubicBezTo>
                    <a:pt x="24841" y="3301"/>
                    <a:pt x="28836" y="0"/>
                    <a:pt x="32832" y="0"/>
                  </a:cubicBezTo>
                  <a:lnTo>
                    <a:pt x="57325" y="0"/>
                  </a:lnTo>
                  <a:cubicBezTo>
                    <a:pt x="61147" y="0"/>
                    <a:pt x="62710" y="2432"/>
                    <a:pt x="64274" y="5733"/>
                  </a:cubicBezTo>
                  <a:lnTo>
                    <a:pt x="94674" y="74523"/>
                  </a:lnTo>
                  <a:cubicBezTo>
                    <a:pt x="95195" y="75913"/>
                    <a:pt x="95542" y="76260"/>
                    <a:pt x="96063" y="76260"/>
                  </a:cubicBezTo>
                  <a:cubicBezTo>
                    <a:pt x="96758" y="76260"/>
                    <a:pt x="97279" y="76086"/>
                    <a:pt x="97453" y="74523"/>
                  </a:cubicBezTo>
                  <a:lnTo>
                    <a:pt x="109960" y="3995"/>
                  </a:lnTo>
                  <a:cubicBezTo>
                    <a:pt x="110308" y="1737"/>
                    <a:pt x="112566" y="0"/>
                    <a:pt x="114824" y="0"/>
                  </a:cubicBezTo>
                  <a:lnTo>
                    <a:pt x="144877" y="0"/>
                  </a:lnTo>
                  <a:cubicBezTo>
                    <a:pt x="146961" y="0"/>
                    <a:pt x="148177" y="1390"/>
                    <a:pt x="148177" y="3127"/>
                  </a:cubicBezTo>
                  <a:lnTo>
                    <a:pt x="148177" y="3995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13"/>
            <p:cNvSpPr/>
            <p:nvPr/>
          </p:nvSpPr>
          <p:spPr>
            <a:xfrm>
              <a:off x="2677735" y="1041609"/>
              <a:ext cx="96845" cy="110716"/>
            </a:xfrm>
            <a:custGeom>
              <a:avLst/>
              <a:gdLst/>
              <a:ahLst/>
              <a:cxnLst/>
              <a:rect l="l" t="t" r="r" b="b"/>
              <a:pathLst>
                <a:path w="130979" h="149740" extrusionOk="0">
                  <a:moveTo>
                    <a:pt x="127158" y="149741"/>
                  </a:moveTo>
                  <a:lnTo>
                    <a:pt x="93110" y="149741"/>
                  </a:lnTo>
                  <a:cubicBezTo>
                    <a:pt x="91026" y="149741"/>
                    <a:pt x="89636" y="148004"/>
                    <a:pt x="89636" y="145919"/>
                  </a:cubicBezTo>
                  <a:lnTo>
                    <a:pt x="88941" y="118125"/>
                  </a:lnTo>
                  <a:lnTo>
                    <a:pt x="53330" y="118125"/>
                  </a:lnTo>
                  <a:lnTo>
                    <a:pt x="42734" y="145919"/>
                  </a:lnTo>
                  <a:cubicBezTo>
                    <a:pt x="41865" y="147830"/>
                    <a:pt x="40128" y="149741"/>
                    <a:pt x="38217" y="149741"/>
                  </a:cubicBezTo>
                  <a:lnTo>
                    <a:pt x="2779" y="149741"/>
                  </a:lnTo>
                  <a:cubicBezTo>
                    <a:pt x="1043" y="149741"/>
                    <a:pt x="0" y="148699"/>
                    <a:pt x="0" y="147135"/>
                  </a:cubicBezTo>
                  <a:cubicBezTo>
                    <a:pt x="0" y="146788"/>
                    <a:pt x="174" y="146093"/>
                    <a:pt x="348" y="145572"/>
                  </a:cubicBezTo>
                  <a:lnTo>
                    <a:pt x="48814" y="23625"/>
                  </a:lnTo>
                  <a:cubicBezTo>
                    <a:pt x="56631" y="3822"/>
                    <a:pt x="72439" y="0"/>
                    <a:pt x="91547" y="0"/>
                  </a:cubicBezTo>
                  <a:cubicBezTo>
                    <a:pt x="110655" y="0"/>
                    <a:pt x="124900" y="3995"/>
                    <a:pt x="125768" y="23625"/>
                  </a:cubicBezTo>
                  <a:lnTo>
                    <a:pt x="130980" y="145572"/>
                  </a:lnTo>
                  <a:lnTo>
                    <a:pt x="130980" y="145572"/>
                  </a:lnTo>
                  <a:cubicBezTo>
                    <a:pt x="130980" y="148004"/>
                    <a:pt x="129417" y="149741"/>
                    <a:pt x="127158" y="149741"/>
                  </a:cubicBezTo>
                  <a:moveTo>
                    <a:pt x="88073" y="35785"/>
                  </a:moveTo>
                  <a:cubicBezTo>
                    <a:pt x="88073" y="34048"/>
                    <a:pt x="88073" y="33006"/>
                    <a:pt x="86335" y="33006"/>
                  </a:cubicBezTo>
                  <a:cubicBezTo>
                    <a:pt x="84599" y="33006"/>
                    <a:pt x="84251" y="34048"/>
                    <a:pt x="83730" y="35785"/>
                  </a:cubicBezTo>
                  <a:lnTo>
                    <a:pt x="64969" y="86509"/>
                  </a:lnTo>
                  <a:lnTo>
                    <a:pt x="88941" y="86509"/>
                  </a:lnTo>
                  <a:lnTo>
                    <a:pt x="88073" y="35785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13"/>
            <p:cNvSpPr/>
            <p:nvPr/>
          </p:nvSpPr>
          <p:spPr>
            <a:xfrm>
              <a:off x="2783227" y="1042765"/>
              <a:ext cx="48803" cy="109561"/>
            </a:xfrm>
            <a:custGeom>
              <a:avLst/>
              <a:gdLst/>
              <a:ahLst/>
              <a:cxnLst/>
              <a:rect l="l" t="t" r="r" b="b"/>
              <a:pathLst>
                <a:path w="66004" h="148177" extrusionOk="0">
                  <a:moveTo>
                    <a:pt x="65783" y="3822"/>
                  </a:moveTo>
                  <a:lnTo>
                    <a:pt x="40942" y="144182"/>
                  </a:lnTo>
                  <a:cubicBezTo>
                    <a:pt x="40594" y="146440"/>
                    <a:pt x="39205" y="148177"/>
                    <a:pt x="36078" y="148177"/>
                  </a:cubicBezTo>
                  <a:lnTo>
                    <a:pt x="3246" y="148177"/>
                  </a:lnTo>
                  <a:cubicBezTo>
                    <a:pt x="814" y="148177"/>
                    <a:pt x="-402" y="146093"/>
                    <a:pt x="119" y="144182"/>
                  </a:cubicBezTo>
                  <a:lnTo>
                    <a:pt x="24960" y="3822"/>
                  </a:lnTo>
                  <a:cubicBezTo>
                    <a:pt x="25308" y="1563"/>
                    <a:pt x="27392" y="0"/>
                    <a:pt x="29651" y="0"/>
                  </a:cubicBezTo>
                  <a:lnTo>
                    <a:pt x="62482" y="0"/>
                  </a:lnTo>
                  <a:cubicBezTo>
                    <a:pt x="64740" y="0"/>
                    <a:pt x="66304" y="1216"/>
                    <a:pt x="65957" y="3822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13"/>
            <p:cNvSpPr/>
            <p:nvPr/>
          </p:nvSpPr>
          <p:spPr>
            <a:xfrm>
              <a:off x="2864362" y="1042765"/>
              <a:ext cx="24917" cy="109561"/>
            </a:xfrm>
            <a:custGeom>
              <a:avLst/>
              <a:gdLst/>
              <a:ahLst/>
              <a:cxnLst/>
              <a:rect l="l" t="t" r="r" b="b"/>
              <a:pathLst>
                <a:path w="33700" h="148177" extrusionOk="0">
                  <a:moveTo>
                    <a:pt x="33700" y="3822"/>
                  </a:moveTo>
                  <a:lnTo>
                    <a:pt x="8686" y="144356"/>
                  </a:lnTo>
                  <a:cubicBezTo>
                    <a:pt x="8338" y="146267"/>
                    <a:pt x="6775" y="148177"/>
                    <a:pt x="4690" y="148177"/>
                  </a:cubicBezTo>
                  <a:lnTo>
                    <a:pt x="2779" y="148177"/>
                  </a:lnTo>
                  <a:cubicBezTo>
                    <a:pt x="1042" y="148177"/>
                    <a:pt x="0" y="146788"/>
                    <a:pt x="0" y="145224"/>
                  </a:cubicBezTo>
                  <a:lnTo>
                    <a:pt x="0" y="144356"/>
                  </a:lnTo>
                  <a:lnTo>
                    <a:pt x="25014" y="3822"/>
                  </a:lnTo>
                  <a:cubicBezTo>
                    <a:pt x="25362" y="1911"/>
                    <a:pt x="27099" y="0"/>
                    <a:pt x="29010" y="0"/>
                  </a:cubicBezTo>
                  <a:lnTo>
                    <a:pt x="30921" y="0"/>
                  </a:lnTo>
                  <a:cubicBezTo>
                    <a:pt x="32832" y="0"/>
                    <a:pt x="33700" y="1390"/>
                    <a:pt x="33700" y="2953"/>
                  </a:cubicBezTo>
                  <a:lnTo>
                    <a:pt x="33700" y="3822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13"/>
            <p:cNvSpPr/>
            <p:nvPr/>
          </p:nvSpPr>
          <p:spPr>
            <a:xfrm>
              <a:off x="2921559" y="1042765"/>
              <a:ext cx="48803" cy="109561"/>
            </a:xfrm>
            <a:custGeom>
              <a:avLst/>
              <a:gdLst/>
              <a:ahLst/>
              <a:cxnLst/>
              <a:rect l="l" t="t" r="r" b="b"/>
              <a:pathLst>
                <a:path w="66004" h="148177" extrusionOk="0">
                  <a:moveTo>
                    <a:pt x="65783" y="3822"/>
                  </a:moveTo>
                  <a:lnTo>
                    <a:pt x="40942" y="144182"/>
                  </a:lnTo>
                  <a:cubicBezTo>
                    <a:pt x="40594" y="146440"/>
                    <a:pt x="39205" y="148177"/>
                    <a:pt x="36078" y="148177"/>
                  </a:cubicBezTo>
                  <a:lnTo>
                    <a:pt x="3246" y="148177"/>
                  </a:lnTo>
                  <a:cubicBezTo>
                    <a:pt x="814" y="148177"/>
                    <a:pt x="-402" y="146093"/>
                    <a:pt x="119" y="144182"/>
                  </a:cubicBezTo>
                  <a:lnTo>
                    <a:pt x="24960" y="3822"/>
                  </a:lnTo>
                  <a:cubicBezTo>
                    <a:pt x="25307" y="1563"/>
                    <a:pt x="27392" y="0"/>
                    <a:pt x="29650" y="0"/>
                  </a:cubicBezTo>
                  <a:lnTo>
                    <a:pt x="62482" y="0"/>
                  </a:lnTo>
                  <a:cubicBezTo>
                    <a:pt x="64740" y="0"/>
                    <a:pt x="66304" y="1216"/>
                    <a:pt x="65957" y="3822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13"/>
            <p:cNvSpPr/>
            <p:nvPr/>
          </p:nvSpPr>
          <p:spPr>
            <a:xfrm>
              <a:off x="2970841" y="1041352"/>
              <a:ext cx="84001" cy="112258"/>
            </a:xfrm>
            <a:custGeom>
              <a:avLst/>
              <a:gdLst/>
              <a:ahLst/>
              <a:cxnLst/>
              <a:rect l="l" t="t" r="r" b="b"/>
              <a:pathLst>
                <a:path w="113608" h="151825" extrusionOk="0">
                  <a:moveTo>
                    <a:pt x="113435" y="6427"/>
                  </a:moveTo>
                  <a:lnTo>
                    <a:pt x="109265" y="30747"/>
                  </a:lnTo>
                  <a:cubicBezTo>
                    <a:pt x="108918" y="33005"/>
                    <a:pt x="106660" y="34743"/>
                    <a:pt x="104402" y="34743"/>
                  </a:cubicBezTo>
                  <a:lnTo>
                    <a:pt x="63926" y="34743"/>
                  </a:lnTo>
                  <a:cubicBezTo>
                    <a:pt x="56804" y="34743"/>
                    <a:pt x="53851" y="37175"/>
                    <a:pt x="52461" y="44644"/>
                  </a:cubicBezTo>
                  <a:lnTo>
                    <a:pt x="49856" y="59236"/>
                  </a:lnTo>
                  <a:lnTo>
                    <a:pt x="99190" y="59236"/>
                  </a:lnTo>
                  <a:cubicBezTo>
                    <a:pt x="101101" y="59236"/>
                    <a:pt x="102665" y="60626"/>
                    <a:pt x="102665" y="62537"/>
                  </a:cubicBezTo>
                  <a:lnTo>
                    <a:pt x="102665" y="63232"/>
                  </a:lnTo>
                  <a:lnTo>
                    <a:pt x="98495" y="86683"/>
                  </a:lnTo>
                  <a:cubicBezTo>
                    <a:pt x="98148" y="88941"/>
                    <a:pt x="96063" y="90678"/>
                    <a:pt x="93805" y="90678"/>
                  </a:cubicBezTo>
                  <a:lnTo>
                    <a:pt x="44471" y="90678"/>
                  </a:lnTo>
                  <a:lnTo>
                    <a:pt x="41517" y="107181"/>
                  </a:lnTo>
                  <a:cubicBezTo>
                    <a:pt x="41344" y="108744"/>
                    <a:pt x="41170" y="109960"/>
                    <a:pt x="41170" y="111176"/>
                  </a:cubicBezTo>
                  <a:cubicBezTo>
                    <a:pt x="41170" y="115693"/>
                    <a:pt x="43602" y="117083"/>
                    <a:pt x="49334" y="117083"/>
                  </a:cubicBezTo>
                  <a:lnTo>
                    <a:pt x="89810" y="117083"/>
                  </a:lnTo>
                  <a:cubicBezTo>
                    <a:pt x="91721" y="117083"/>
                    <a:pt x="93284" y="118472"/>
                    <a:pt x="93284" y="120557"/>
                  </a:cubicBezTo>
                  <a:lnTo>
                    <a:pt x="93284" y="121078"/>
                  </a:lnTo>
                  <a:lnTo>
                    <a:pt x="88941" y="145398"/>
                  </a:lnTo>
                  <a:cubicBezTo>
                    <a:pt x="88594" y="147830"/>
                    <a:pt x="87030" y="149046"/>
                    <a:pt x="84251" y="149393"/>
                  </a:cubicBezTo>
                  <a:cubicBezTo>
                    <a:pt x="76434" y="150436"/>
                    <a:pt x="64274" y="151825"/>
                    <a:pt x="44818" y="151825"/>
                  </a:cubicBezTo>
                  <a:cubicBezTo>
                    <a:pt x="21367" y="151825"/>
                    <a:pt x="0" y="143487"/>
                    <a:pt x="0" y="117256"/>
                  </a:cubicBezTo>
                  <a:cubicBezTo>
                    <a:pt x="0" y="114130"/>
                    <a:pt x="348" y="110655"/>
                    <a:pt x="1042" y="107181"/>
                  </a:cubicBezTo>
                  <a:lnTo>
                    <a:pt x="12160" y="44644"/>
                  </a:lnTo>
                  <a:cubicBezTo>
                    <a:pt x="19109" y="4343"/>
                    <a:pt x="43255" y="0"/>
                    <a:pt x="71396" y="0"/>
                  </a:cubicBezTo>
                  <a:cubicBezTo>
                    <a:pt x="90852" y="0"/>
                    <a:pt x="103012" y="1390"/>
                    <a:pt x="110482" y="2432"/>
                  </a:cubicBezTo>
                  <a:cubicBezTo>
                    <a:pt x="112740" y="2606"/>
                    <a:pt x="113608" y="3648"/>
                    <a:pt x="113608" y="5559"/>
                  </a:cubicBezTo>
                  <a:lnTo>
                    <a:pt x="113608" y="6427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13"/>
            <p:cNvSpPr/>
            <p:nvPr/>
          </p:nvSpPr>
          <p:spPr>
            <a:xfrm>
              <a:off x="3054585" y="1042893"/>
              <a:ext cx="63450" cy="110845"/>
            </a:xfrm>
            <a:custGeom>
              <a:avLst/>
              <a:gdLst/>
              <a:ahLst/>
              <a:cxnLst/>
              <a:rect l="l" t="t" r="r" b="b"/>
              <a:pathLst>
                <a:path w="85814" h="149914" extrusionOk="0">
                  <a:moveTo>
                    <a:pt x="85467" y="119167"/>
                  </a:moveTo>
                  <a:lnTo>
                    <a:pt x="81124" y="143487"/>
                  </a:lnTo>
                  <a:cubicBezTo>
                    <a:pt x="80777" y="145919"/>
                    <a:pt x="79213" y="147135"/>
                    <a:pt x="76434" y="147482"/>
                  </a:cubicBezTo>
                  <a:cubicBezTo>
                    <a:pt x="68790" y="148872"/>
                    <a:pt x="55415" y="149914"/>
                    <a:pt x="44818" y="149914"/>
                  </a:cubicBezTo>
                  <a:cubicBezTo>
                    <a:pt x="22235" y="149914"/>
                    <a:pt x="0" y="142619"/>
                    <a:pt x="0" y="115693"/>
                  </a:cubicBezTo>
                  <a:cubicBezTo>
                    <a:pt x="0" y="112566"/>
                    <a:pt x="347" y="109092"/>
                    <a:pt x="1042" y="105270"/>
                  </a:cubicBezTo>
                  <a:lnTo>
                    <a:pt x="18935" y="3995"/>
                  </a:lnTo>
                  <a:cubicBezTo>
                    <a:pt x="19282" y="1737"/>
                    <a:pt x="21714" y="0"/>
                    <a:pt x="23972" y="0"/>
                  </a:cubicBezTo>
                  <a:lnTo>
                    <a:pt x="56630" y="0"/>
                  </a:lnTo>
                  <a:cubicBezTo>
                    <a:pt x="58715" y="0"/>
                    <a:pt x="59757" y="1390"/>
                    <a:pt x="59757" y="3127"/>
                  </a:cubicBezTo>
                  <a:lnTo>
                    <a:pt x="59757" y="3995"/>
                  </a:lnTo>
                  <a:lnTo>
                    <a:pt x="42039" y="105270"/>
                  </a:lnTo>
                  <a:cubicBezTo>
                    <a:pt x="41865" y="106660"/>
                    <a:pt x="41691" y="107876"/>
                    <a:pt x="41691" y="109092"/>
                  </a:cubicBezTo>
                  <a:cubicBezTo>
                    <a:pt x="41691" y="113608"/>
                    <a:pt x="44123" y="115346"/>
                    <a:pt x="49856" y="115346"/>
                  </a:cubicBezTo>
                  <a:lnTo>
                    <a:pt x="82340" y="115346"/>
                  </a:lnTo>
                  <a:cubicBezTo>
                    <a:pt x="84425" y="115346"/>
                    <a:pt x="85814" y="116735"/>
                    <a:pt x="85814" y="118820"/>
                  </a:cubicBezTo>
                  <a:lnTo>
                    <a:pt x="85814" y="119341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8" name="Google Shape;868;p13"/>
          <p:cNvGrpSpPr/>
          <p:nvPr/>
        </p:nvGrpSpPr>
        <p:grpSpPr>
          <a:xfrm>
            <a:off x="566174" y="1896589"/>
            <a:ext cx="1972473" cy="346766"/>
            <a:chOff x="8942616" y="2596778"/>
            <a:chExt cx="2592449" cy="455759"/>
          </a:xfrm>
        </p:grpSpPr>
        <p:grpSp>
          <p:nvGrpSpPr>
            <p:cNvPr id="869" name="Google Shape;869;p13"/>
            <p:cNvGrpSpPr/>
            <p:nvPr/>
          </p:nvGrpSpPr>
          <p:grpSpPr>
            <a:xfrm>
              <a:off x="8942616" y="2596778"/>
              <a:ext cx="1249533" cy="455759"/>
              <a:chOff x="8942616" y="2596778"/>
              <a:chExt cx="1249533" cy="455759"/>
            </a:xfrm>
          </p:grpSpPr>
          <p:grpSp>
            <p:nvGrpSpPr>
              <p:cNvPr id="870" name="Google Shape;870;p13"/>
              <p:cNvGrpSpPr/>
              <p:nvPr/>
            </p:nvGrpSpPr>
            <p:grpSpPr>
              <a:xfrm>
                <a:off x="8942616" y="2596778"/>
                <a:ext cx="1249533" cy="455759"/>
                <a:chOff x="8942616" y="2596778"/>
                <a:chExt cx="1249533" cy="455759"/>
              </a:xfrm>
            </p:grpSpPr>
            <p:sp>
              <p:nvSpPr>
                <p:cNvPr id="871" name="Google Shape;871;p13"/>
                <p:cNvSpPr/>
                <p:nvPr/>
              </p:nvSpPr>
              <p:spPr>
                <a:xfrm>
                  <a:off x="8942616" y="2596778"/>
                  <a:ext cx="343651" cy="45037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651" h="450373" extrusionOk="0">
                      <a:moveTo>
                        <a:pt x="343652" y="19728"/>
                      </a:moveTo>
                      <a:lnTo>
                        <a:pt x="330938" y="92693"/>
                      </a:lnTo>
                      <a:cubicBezTo>
                        <a:pt x="329810" y="99269"/>
                        <a:pt x="324048" y="104655"/>
                        <a:pt x="317660" y="104655"/>
                      </a:cubicBezTo>
                      <a:lnTo>
                        <a:pt x="201168" y="104655"/>
                      </a:lnTo>
                      <a:cubicBezTo>
                        <a:pt x="180437" y="104655"/>
                        <a:pt x="172358" y="111857"/>
                        <a:pt x="168287" y="134530"/>
                      </a:cubicBezTo>
                      <a:lnTo>
                        <a:pt x="160772" y="177619"/>
                      </a:lnTo>
                      <a:lnTo>
                        <a:pt x="302629" y="177619"/>
                      </a:lnTo>
                      <a:cubicBezTo>
                        <a:pt x="308391" y="177619"/>
                        <a:pt x="312462" y="181815"/>
                        <a:pt x="312462" y="187765"/>
                      </a:cubicBezTo>
                      <a:lnTo>
                        <a:pt x="312462" y="189581"/>
                      </a:lnTo>
                      <a:lnTo>
                        <a:pt x="300374" y="260166"/>
                      </a:lnTo>
                      <a:cubicBezTo>
                        <a:pt x="299247" y="266742"/>
                        <a:pt x="293485" y="272128"/>
                        <a:pt x="287097" y="272128"/>
                      </a:cubicBezTo>
                      <a:lnTo>
                        <a:pt x="145239" y="272128"/>
                      </a:lnTo>
                      <a:lnTo>
                        <a:pt x="116993" y="438411"/>
                      </a:lnTo>
                      <a:cubicBezTo>
                        <a:pt x="115866" y="444987"/>
                        <a:pt x="109477" y="450373"/>
                        <a:pt x="103152" y="450373"/>
                      </a:cubicBezTo>
                      <a:lnTo>
                        <a:pt x="9207" y="450373"/>
                      </a:lnTo>
                      <a:cubicBezTo>
                        <a:pt x="3445" y="450373"/>
                        <a:pt x="0" y="446177"/>
                        <a:pt x="0" y="440791"/>
                      </a:cubicBezTo>
                      <a:lnTo>
                        <a:pt x="0" y="438411"/>
                      </a:lnTo>
                      <a:lnTo>
                        <a:pt x="51294" y="134592"/>
                      </a:lnTo>
                      <a:cubicBezTo>
                        <a:pt x="71524" y="13152"/>
                        <a:pt x="144738" y="0"/>
                        <a:pt x="221961" y="0"/>
                      </a:cubicBezTo>
                      <a:cubicBezTo>
                        <a:pt x="277890" y="0"/>
                        <a:pt x="312462" y="4760"/>
                        <a:pt x="333819" y="7766"/>
                      </a:cubicBezTo>
                      <a:cubicBezTo>
                        <a:pt x="340144" y="8392"/>
                        <a:pt x="343652" y="11962"/>
                        <a:pt x="343652" y="17349"/>
                      </a:cubicBezTo>
                      <a:lnTo>
                        <a:pt x="343652" y="19728"/>
                      </a:lnTo>
                      <a:close/>
                    </a:path>
                  </a:pathLst>
                </a:custGeom>
                <a:solidFill>
                  <a:srgbClr val="034EA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" name="Google Shape;872;p13"/>
                <p:cNvSpPr/>
                <p:nvPr/>
              </p:nvSpPr>
              <p:spPr>
                <a:xfrm>
                  <a:off x="9489251" y="2596778"/>
                  <a:ext cx="326929" cy="4557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929" h="455759" extrusionOk="0">
                      <a:moveTo>
                        <a:pt x="326929" y="19165"/>
                      </a:moveTo>
                      <a:lnTo>
                        <a:pt x="314842" y="92129"/>
                      </a:lnTo>
                      <a:cubicBezTo>
                        <a:pt x="313714" y="98705"/>
                        <a:pt x="307326" y="104091"/>
                        <a:pt x="301000" y="104091"/>
                      </a:cubicBezTo>
                      <a:lnTo>
                        <a:pt x="184508" y="104091"/>
                      </a:lnTo>
                      <a:cubicBezTo>
                        <a:pt x="163778" y="104091"/>
                        <a:pt x="155699" y="111294"/>
                        <a:pt x="151628" y="133966"/>
                      </a:cubicBezTo>
                      <a:lnTo>
                        <a:pt x="144112" y="177619"/>
                      </a:lnTo>
                      <a:lnTo>
                        <a:pt x="285969" y="177619"/>
                      </a:lnTo>
                      <a:cubicBezTo>
                        <a:pt x="291731" y="177619"/>
                        <a:pt x="295802" y="181815"/>
                        <a:pt x="295802" y="187765"/>
                      </a:cubicBezTo>
                      <a:lnTo>
                        <a:pt x="295802" y="189581"/>
                      </a:lnTo>
                      <a:lnTo>
                        <a:pt x="283715" y="260166"/>
                      </a:lnTo>
                      <a:cubicBezTo>
                        <a:pt x="282587" y="266742"/>
                        <a:pt x="276825" y="272128"/>
                        <a:pt x="270437" y="272128"/>
                      </a:cubicBezTo>
                      <a:lnTo>
                        <a:pt x="128580" y="272128"/>
                      </a:lnTo>
                      <a:lnTo>
                        <a:pt x="119937" y="321794"/>
                      </a:lnTo>
                      <a:cubicBezTo>
                        <a:pt x="119373" y="326554"/>
                        <a:pt x="118809" y="330186"/>
                        <a:pt x="118809" y="333756"/>
                      </a:cubicBezTo>
                      <a:cubicBezTo>
                        <a:pt x="118809" y="347535"/>
                        <a:pt x="125699" y="351668"/>
                        <a:pt x="142421" y="351668"/>
                      </a:cubicBezTo>
                      <a:lnTo>
                        <a:pt x="258913" y="351668"/>
                      </a:lnTo>
                      <a:cubicBezTo>
                        <a:pt x="264675" y="351668"/>
                        <a:pt x="268746" y="355864"/>
                        <a:pt x="268746" y="361814"/>
                      </a:cubicBezTo>
                      <a:lnTo>
                        <a:pt x="268746" y="363631"/>
                      </a:lnTo>
                      <a:lnTo>
                        <a:pt x="256032" y="436595"/>
                      </a:lnTo>
                      <a:cubicBezTo>
                        <a:pt x="254905" y="443797"/>
                        <a:pt x="250270" y="447367"/>
                        <a:pt x="242754" y="448557"/>
                      </a:cubicBezTo>
                      <a:cubicBezTo>
                        <a:pt x="220270" y="451563"/>
                        <a:pt x="185072" y="455760"/>
                        <a:pt x="129143" y="455760"/>
                      </a:cubicBezTo>
                      <a:cubicBezTo>
                        <a:pt x="61691" y="455760"/>
                        <a:pt x="0" y="430645"/>
                        <a:pt x="0" y="352295"/>
                      </a:cubicBezTo>
                      <a:cubicBezTo>
                        <a:pt x="0" y="342712"/>
                        <a:pt x="1127" y="332566"/>
                        <a:pt x="2881" y="321794"/>
                      </a:cubicBezTo>
                      <a:lnTo>
                        <a:pt x="34572" y="134028"/>
                      </a:lnTo>
                      <a:cubicBezTo>
                        <a:pt x="54739" y="13152"/>
                        <a:pt x="123945" y="0"/>
                        <a:pt x="205239" y="0"/>
                      </a:cubicBezTo>
                      <a:cubicBezTo>
                        <a:pt x="261168" y="0"/>
                        <a:pt x="296366" y="4196"/>
                        <a:pt x="317660" y="7202"/>
                      </a:cubicBezTo>
                      <a:cubicBezTo>
                        <a:pt x="323986" y="7829"/>
                        <a:pt x="326867" y="10772"/>
                        <a:pt x="326867" y="16785"/>
                      </a:cubicBezTo>
                      <a:lnTo>
                        <a:pt x="326867" y="19165"/>
                      </a:lnTo>
                      <a:close/>
                    </a:path>
                  </a:pathLst>
                </a:custGeom>
                <a:solidFill>
                  <a:srgbClr val="034EA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3" name="Google Shape;873;p13"/>
                <p:cNvSpPr/>
                <p:nvPr/>
              </p:nvSpPr>
              <p:spPr>
                <a:xfrm>
                  <a:off x="9828331" y="2596778"/>
                  <a:ext cx="363818" cy="455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818" h="455634" extrusionOk="0">
                      <a:moveTo>
                        <a:pt x="363192" y="27495"/>
                      </a:moveTo>
                      <a:lnTo>
                        <a:pt x="349915" y="102839"/>
                      </a:lnTo>
                      <a:cubicBezTo>
                        <a:pt x="348787" y="110041"/>
                        <a:pt x="346470" y="112421"/>
                        <a:pt x="340708" y="112421"/>
                      </a:cubicBezTo>
                      <a:lnTo>
                        <a:pt x="338954" y="112421"/>
                      </a:lnTo>
                      <a:cubicBezTo>
                        <a:pt x="317034" y="111231"/>
                        <a:pt x="270938" y="107035"/>
                        <a:pt x="228224" y="107035"/>
                      </a:cubicBezTo>
                      <a:cubicBezTo>
                        <a:pt x="170542" y="107035"/>
                        <a:pt x="146367" y="124947"/>
                        <a:pt x="133653" y="196721"/>
                      </a:cubicBezTo>
                      <a:lnTo>
                        <a:pt x="122692" y="260103"/>
                      </a:lnTo>
                      <a:cubicBezTo>
                        <a:pt x="120375" y="275072"/>
                        <a:pt x="119248" y="287034"/>
                        <a:pt x="119248" y="297806"/>
                      </a:cubicBezTo>
                      <a:cubicBezTo>
                        <a:pt x="119248" y="343839"/>
                        <a:pt x="141168" y="351606"/>
                        <a:pt x="162525" y="351606"/>
                      </a:cubicBezTo>
                      <a:cubicBezTo>
                        <a:pt x="173485" y="351606"/>
                        <a:pt x="185010" y="350979"/>
                        <a:pt x="194842" y="349789"/>
                      </a:cubicBezTo>
                      <a:lnTo>
                        <a:pt x="215573" y="227160"/>
                      </a:lnTo>
                      <a:cubicBezTo>
                        <a:pt x="216700" y="220583"/>
                        <a:pt x="221899" y="215197"/>
                        <a:pt x="228287" y="215197"/>
                      </a:cubicBezTo>
                      <a:lnTo>
                        <a:pt x="319414" y="215197"/>
                      </a:lnTo>
                      <a:cubicBezTo>
                        <a:pt x="325176" y="215197"/>
                        <a:pt x="329247" y="219393"/>
                        <a:pt x="329247" y="225343"/>
                      </a:cubicBezTo>
                      <a:lnTo>
                        <a:pt x="329247" y="227160"/>
                      </a:lnTo>
                      <a:lnTo>
                        <a:pt x="295239" y="427513"/>
                      </a:lnTo>
                      <a:cubicBezTo>
                        <a:pt x="293485" y="436469"/>
                        <a:pt x="290604" y="439476"/>
                        <a:pt x="280834" y="441292"/>
                      </a:cubicBezTo>
                      <a:cubicBezTo>
                        <a:pt x="246262" y="448494"/>
                        <a:pt x="200667" y="455634"/>
                        <a:pt x="144738" y="455634"/>
                      </a:cubicBezTo>
                      <a:cubicBezTo>
                        <a:pt x="80167" y="455634"/>
                        <a:pt x="0" y="416741"/>
                        <a:pt x="0" y="306700"/>
                      </a:cubicBezTo>
                      <a:cubicBezTo>
                        <a:pt x="0" y="292357"/>
                        <a:pt x="1127" y="276199"/>
                        <a:pt x="4008" y="259477"/>
                      </a:cubicBezTo>
                      <a:lnTo>
                        <a:pt x="14969" y="196659"/>
                      </a:lnTo>
                      <a:cubicBezTo>
                        <a:pt x="45532" y="22735"/>
                        <a:pt x="145803" y="0"/>
                        <a:pt x="230604" y="0"/>
                      </a:cubicBezTo>
                      <a:cubicBezTo>
                        <a:pt x="290541" y="0"/>
                        <a:pt x="331501" y="9582"/>
                        <a:pt x="353986" y="16159"/>
                      </a:cubicBezTo>
                      <a:cubicBezTo>
                        <a:pt x="359748" y="17975"/>
                        <a:pt x="363819" y="19165"/>
                        <a:pt x="363819" y="24551"/>
                      </a:cubicBezTo>
                      <a:cubicBezTo>
                        <a:pt x="363819" y="25177"/>
                        <a:pt x="363255" y="26367"/>
                        <a:pt x="363255" y="27557"/>
                      </a:cubicBezTo>
                      <a:close/>
                    </a:path>
                  </a:pathLst>
                </a:custGeom>
                <a:solidFill>
                  <a:srgbClr val="034EA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4" name="Google Shape;874;p13"/>
              <p:cNvSpPr/>
              <p:nvPr/>
            </p:nvSpPr>
            <p:spPr>
              <a:xfrm>
                <a:off x="9283175" y="2693107"/>
                <a:ext cx="175101" cy="351037"/>
              </a:xfrm>
              <a:custGeom>
                <a:avLst/>
                <a:gdLst/>
                <a:ahLst/>
                <a:cxnLst/>
                <a:rect l="l" t="t" r="r" b="b"/>
                <a:pathLst>
                  <a:path w="175101" h="351037" extrusionOk="0">
                    <a:moveTo>
                      <a:pt x="49438" y="62376"/>
                    </a:moveTo>
                    <a:cubicBezTo>
                      <a:pt x="47872" y="63127"/>
                      <a:pt x="46807" y="64568"/>
                      <a:pt x="46557" y="66259"/>
                    </a:cubicBezTo>
                    <a:lnTo>
                      <a:pt x="211" y="339076"/>
                    </a:lnTo>
                    <a:cubicBezTo>
                      <a:pt x="-917" y="345025"/>
                      <a:pt x="2528" y="351038"/>
                      <a:pt x="9417" y="351038"/>
                    </a:cubicBezTo>
                    <a:lnTo>
                      <a:pt x="103989" y="351038"/>
                    </a:lnTo>
                    <a:cubicBezTo>
                      <a:pt x="112632" y="351038"/>
                      <a:pt x="116640" y="345652"/>
                      <a:pt x="117830" y="339076"/>
                    </a:cubicBezTo>
                    <a:lnTo>
                      <a:pt x="175074" y="2000"/>
                    </a:lnTo>
                    <a:cubicBezTo>
                      <a:pt x="175325" y="622"/>
                      <a:pt x="173821" y="-442"/>
                      <a:pt x="172569" y="184"/>
                    </a:cubicBezTo>
                    <a:lnTo>
                      <a:pt x="49438" y="62376"/>
                    </a:lnTo>
                    <a:close/>
                  </a:path>
                </a:pathLst>
              </a:custGeom>
              <a:solidFill>
                <a:srgbClr val="034EA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5" name="Google Shape;875;p13"/>
              <p:cNvSpPr/>
              <p:nvPr/>
            </p:nvSpPr>
            <p:spPr>
              <a:xfrm>
                <a:off x="9338939" y="2599784"/>
                <a:ext cx="133761" cy="105093"/>
              </a:xfrm>
              <a:custGeom>
                <a:avLst/>
                <a:gdLst/>
                <a:ahLst/>
                <a:cxnLst/>
                <a:rect l="l" t="t" r="r" b="b"/>
                <a:pathLst>
                  <a:path w="133761" h="105093" extrusionOk="0">
                    <a:moveTo>
                      <a:pt x="123757" y="0"/>
                    </a:moveTo>
                    <a:lnTo>
                      <a:pt x="29186" y="0"/>
                    </a:lnTo>
                    <a:cubicBezTo>
                      <a:pt x="22860" y="0"/>
                      <a:pt x="17098" y="4760"/>
                      <a:pt x="15908" y="11336"/>
                    </a:cubicBezTo>
                    <a:lnTo>
                      <a:pt x="0" y="105093"/>
                    </a:lnTo>
                    <a:lnTo>
                      <a:pt x="119999" y="46847"/>
                    </a:lnTo>
                    <a:cubicBezTo>
                      <a:pt x="125135" y="44342"/>
                      <a:pt x="128768" y="39582"/>
                      <a:pt x="129707" y="34071"/>
                    </a:cubicBezTo>
                    <a:lnTo>
                      <a:pt x="133590" y="11336"/>
                    </a:lnTo>
                    <a:cubicBezTo>
                      <a:pt x="134717" y="3570"/>
                      <a:pt x="130145" y="0"/>
                      <a:pt x="123757" y="0"/>
                    </a:cubicBezTo>
                    <a:close/>
                  </a:path>
                </a:pathLst>
              </a:custGeom>
              <a:solidFill>
                <a:srgbClr val="008BD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6" name="Google Shape;876;p13"/>
            <p:cNvGrpSpPr/>
            <p:nvPr/>
          </p:nvGrpSpPr>
          <p:grpSpPr>
            <a:xfrm>
              <a:off x="10350235" y="2598531"/>
              <a:ext cx="849236" cy="130647"/>
              <a:chOff x="10350235" y="2598531"/>
              <a:chExt cx="849236" cy="130647"/>
            </a:xfrm>
          </p:grpSpPr>
          <p:sp>
            <p:nvSpPr>
              <p:cNvPr id="877" name="Google Shape;877;p13"/>
              <p:cNvSpPr/>
              <p:nvPr/>
            </p:nvSpPr>
            <p:spPr>
              <a:xfrm>
                <a:off x="10350235" y="2602790"/>
                <a:ext cx="73415" cy="101085"/>
              </a:xfrm>
              <a:custGeom>
                <a:avLst/>
                <a:gdLst/>
                <a:ahLst/>
                <a:cxnLst/>
                <a:rect l="l" t="t" r="r" b="b"/>
                <a:pathLst>
                  <a:path w="73415" h="101085" extrusionOk="0">
                    <a:moveTo>
                      <a:pt x="25296" y="25052"/>
                    </a:moveTo>
                    <a:lnTo>
                      <a:pt x="22039" y="43778"/>
                    </a:lnTo>
                    <a:lnTo>
                      <a:pt x="63437" y="43778"/>
                    </a:lnTo>
                    <a:cubicBezTo>
                      <a:pt x="64941" y="43778"/>
                      <a:pt x="66005" y="44342"/>
                      <a:pt x="65567" y="46472"/>
                    </a:cubicBezTo>
                    <a:lnTo>
                      <a:pt x="64753" y="51607"/>
                    </a:lnTo>
                    <a:cubicBezTo>
                      <a:pt x="64502" y="53110"/>
                      <a:pt x="63939" y="54300"/>
                      <a:pt x="61496" y="54300"/>
                    </a:cubicBezTo>
                    <a:lnTo>
                      <a:pt x="20097" y="54300"/>
                    </a:lnTo>
                    <a:lnTo>
                      <a:pt x="12394" y="98392"/>
                    </a:lnTo>
                    <a:cubicBezTo>
                      <a:pt x="12143" y="99895"/>
                      <a:pt x="11454" y="101085"/>
                      <a:pt x="9262" y="101085"/>
                    </a:cubicBezTo>
                    <a:lnTo>
                      <a:pt x="2373" y="101085"/>
                    </a:lnTo>
                    <a:cubicBezTo>
                      <a:pt x="369" y="101085"/>
                      <a:pt x="-195" y="99895"/>
                      <a:pt x="56" y="98392"/>
                    </a:cubicBezTo>
                    <a:lnTo>
                      <a:pt x="12895" y="25052"/>
                    </a:lnTo>
                    <a:cubicBezTo>
                      <a:pt x="16402" y="4948"/>
                      <a:pt x="27175" y="0"/>
                      <a:pt x="46089" y="0"/>
                    </a:cubicBezTo>
                    <a:cubicBezTo>
                      <a:pt x="60494" y="0"/>
                      <a:pt x="66882" y="251"/>
                      <a:pt x="71579" y="1065"/>
                    </a:cubicBezTo>
                    <a:cubicBezTo>
                      <a:pt x="73333" y="1315"/>
                      <a:pt x="73584" y="1879"/>
                      <a:pt x="73333" y="3069"/>
                    </a:cubicBezTo>
                    <a:lnTo>
                      <a:pt x="72143" y="9395"/>
                    </a:lnTo>
                    <a:cubicBezTo>
                      <a:pt x="72018" y="10334"/>
                      <a:pt x="71579" y="11023"/>
                      <a:pt x="70389" y="11023"/>
                    </a:cubicBezTo>
                    <a:lnTo>
                      <a:pt x="44335" y="11023"/>
                    </a:lnTo>
                    <a:cubicBezTo>
                      <a:pt x="30056" y="11023"/>
                      <a:pt x="26924" y="14781"/>
                      <a:pt x="25170" y="25052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13"/>
              <p:cNvSpPr/>
              <p:nvPr/>
            </p:nvSpPr>
            <p:spPr>
              <a:xfrm>
                <a:off x="10425509" y="2628719"/>
                <a:ext cx="63005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3005" h="76032" extrusionOk="0">
                    <a:moveTo>
                      <a:pt x="62192" y="33194"/>
                    </a:moveTo>
                    <a:lnTo>
                      <a:pt x="61127" y="38831"/>
                    </a:lnTo>
                    <a:cubicBezTo>
                      <a:pt x="60751" y="40584"/>
                      <a:pt x="60188" y="41774"/>
                      <a:pt x="58183" y="41774"/>
                    </a:cubicBezTo>
                    <a:lnTo>
                      <a:pt x="12714" y="41774"/>
                    </a:lnTo>
                    <a:lnTo>
                      <a:pt x="12463" y="43403"/>
                    </a:lnTo>
                    <a:cubicBezTo>
                      <a:pt x="11900" y="46534"/>
                      <a:pt x="11649" y="49227"/>
                      <a:pt x="11649" y="51607"/>
                    </a:cubicBezTo>
                    <a:cubicBezTo>
                      <a:pt x="11649" y="61691"/>
                      <a:pt x="17975" y="66012"/>
                      <a:pt x="28371" y="66012"/>
                    </a:cubicBezTo>
                    <a:cubicBezTo>
                      <a:pt x="36200" y="66012"/>
                      <a:pt x="45344" y="65073"/>
                      <a:pt x="51670" y="64133"/>
                    </a:cubicBezTo>
                    <a:cubicBezTo>
                      <a:pt x="53674" y="63883"/>
                      <a:pt x="54488" y="64259"/>
                      <a:pt x="54238" y="66012"/>
                    </a:cubicBezTo>
                    <a:lnTo>
                      <a:pt x="53424" y="70584"/>
                    </a:lnTo>
                    <a:cubicBezTo>
                      <a:pt x="53173" y="72463"/>
                      <a:pt x="52484" y="73277"/>
                      <a:pt x="50167" y="73716"/>
                    </a:cubicBezTo>
                    <a:cubicBezTo>
                      <a:pt x="42213" y="75219"/>
                      <a:pt x="35574" y="76033"/>
                      <a:pt x="26555" y="76033"/>
                    </a:cubicBezTo>
                    <a:cubicBezTo>
                      <a:pt x="13215" y="76033"/>
                      <a:pt x="0" y="69269"/>
                      <a:pt x="0" y="51106"/>
                    </a:cubicBezTo>
                    <a:cubicBezTo>
                      <a:pt x="0" y="48538"/>
                      <a:pt x="250" y="45720"/>
                      <a:pt x="814" y="42776"/>
                    </a:cubicBezTo>
                    <a:lnTo>
                      <a:pt x="2568" y="33319"/>
                    </a:lnTo>
                    <a:cubicBezTo>
                      <a:pt x="6639" y="11900"/>
                      <a:pt x="19165" y="0"/>
                      <a:pt x="38330" y="0"/>
                    </a:cubicBezTo>
                    <a:cubicBezTo>
                      <a:pt x="55052" y="0"/>
                      <a:pt x="63006" y="10898"/>
                      <a:pt x="63006" y="25052"/>
                    </a:cubicBezTo>
                    <a:cubicBezTo>
                      <a:pt x="63006" y="27620"/>
                      <a:pt x="62755" y="30313"/>
                      <a:pt x="62192" y="33131"/>
                    </a:cubicBezTo>
                    <a:close/>
                    <a:moveTo>
                      <a:pt x="36576" y="10397"/>
                    </a:moveTo>
                    <a:cubicBezTo>
                      <a:pt x="24864" y="10397"/>
                      <a:pt x="17035" y="19728"/>
                      <a:pt x="14593" y="32129"/>
                    </a:cubicBezTo>
                    <a:lnTo>
                      <a:pt x="14468" y="32818"/>
                    </a:lnTo>
                    <a:lnTo>
                      <a:pt x="50229" y="32818"/>
                    </a:lnTo>
                    <a:lnTo>
                      <a:pt x="50355" y="32129"/>
                    </a:lnTo>
                    <a:cubicBezTo>
                      <a:pt x="50918" y="29436"/>
                      <a:pt x="51169" y="26868"/>
                      <a:pt x="51169" y="24739"/>
                    </a:cubicBezTo>
                    <a:cubicBezTo>
                      <a:pt x="51169" y="15156"/>
                      <a:pt x="46158" y="10459"/>
                      <a:pt x="36576" y="1045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13"/>
              <p:cNvSpPr/>
              <p:nvPr/>
            </p:nvSpPr>
            <p:spPr>
              <a:xfrm>
                <a:off x="10498599" y="2602477"/>
                <a:ext cx="69698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69698" h="102400" extrusionOk="0">
                    <a:moveTo>
                      <a:pt x="60877" y="0"/>
                    </a:moveTo>
                    <a:lnTo>
                      <a:pt x="67766" y="0"/>
                    </a:lnTo>
                    <a:cubicBezTo>
                      <a:pt x="69269" y="0"/>
                      <a:pt x="69895" y="689"/>
                      <a:pt x="69645" y="2568"/>
                    </a:cubicBezTo>
                    <a:lnTo>
                      <a:pt x="53048" y="96951"/>
                    </a:lnTo>
                    <a:cubicBezTo>
                      <a:pt x="52797" y="98705"/>
                      <a:pt x="52108" y="99645"/>
                      <a:pt x="49666" y="100083"/>
                    </a:cubicBezTo>
                    <a:cubicBezTo>
                      <a:pt x="41023" y="101711"/>
                      <a:pt x="32693" y="102400"/>
                      <a:pt x="24426" y="102400"/>
                    </a:cubicBezTo>
                    <a:cubicBezTo>
                      <a:pt x="7954" y="102400"/>
                      <a:pt x="0" y="92317"/>
                      <a:pt x="0" y="77599"/>
                    </a:cubicBezTo>
                    <a:cubicBezTo>
                      <a:pt x="0" y="74906"/>
                      <a:pt x="250" y="72087"/>
                      <a:pt x="814" y="69081"/>
                    </a:cubicBezTo>
                    <a:lnTo>
                      <a:pt x="2568" y="59373"/>
                    </a:lnTo>
                    <a:cubicBezTo>
                      <a:pt x="6764" y="36200"/>
                      <a:pt x="18100" y="26367"/>
                      <a:pt x="37766" y="26367"/>
                    </a:cubicBezTo>
                    <a:cubicBezTo>
                      <a:pt x="41962" y="26367"/>
                      <a:pt x="48288" y="26743"/>
                      <a:pt x="53298" y="27683"/>
                    </a:cubicBezTo>
                    <a:lnTo>
                      <a:pt x="57745" y="2630"/>
                    </a:lnTo>
                    <a:cubicBezTo>
                      <a:pt x="58121" y="752"/>
                      <a:pt x="59373" y="63"/>
                      <a:pt x="60877" y="63"/>
                    </a:cubicBezTo>
                    <a:close/>
                    <a:moveTo>
                      <a:pt x="36012" y="36639"/>
                    </a:moveTo>
                    <a:cubicBezTo>
                      <a:pt x="22797" y="36639"/>
                      <a:pt x="16848" y="46221"/>
                      <a:pt x="14468" y="59311"/>
                    </a:cubicBezTo>
                    <a:lnTo>
                      <a:pt x="12714" y="69018"/>
                    </a:lnTo>
                    <a:cubicBezTo>
                      <a:pt x="12150" y="72275"/>
                      <a:pt x="11774" y="75219"/>
                      <a:pt x="11774" y="77787"/>
                    </a:cubicBezTo>
                    <a:cubicBezTo>
                      <a:pt x="11774" y="86931"/>
                      <a:pt x="15845" y="91941"/>
                      <a:pt x="26179" y="91941"/>
                    </a:cubicBezTo>
                    <a:cubicBezTo>
                      <a:pt x="30751" y="91941"/>
                      <a:pt x="37390" y="91565"/>
                      <a:pt x="42087" y="91127"/>
                    </a:cubicBezTo>
                    <a:lnTo>
                      <a:pt x="51545" y="37578"/>
                    </a:lnTo>
                    <a:cubicBezTo>
                      <a:pt x="47223" y="36764"/>
                      <a:pt x="40334" y="36639"/>
                      <a:pt x="36012" y="3663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13"/>
              <p:cNvSpPr/>
              <p:nvPr/>
            </p:nvSpPr>
            <p:spPr>
              <a:xfrm>
                <a:off x="10571813" y="2628719"/>
                <a:ext cx="63005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3005" h="76032" extrusionOk="0">
                    <a:moveTo>
                      <a:pt x="62192" y="33194"/>
                    </a:moveTo>
                    <a:lnTo>
                      <a:pt x="61127" y="38831"/>
                    </a:lnTo>
                    <a:cubicBezTo>
                      <a:pt x="60751" y="40584"/>
                      <a:pt x="60187" y="41774"/>
                      <a:pt x="58183" y="41774"/>
                    </a:cubicBezTo>
                    <a:lnTo>
                      <a:pt x="12714" y="41774"/>
                    </a:lnTo>
                    <a:lnTo>
                      <a:pt x="12463" y="43403"/>
                    </a:lnTo>
                    <a:cubicBezTo>
                      <a:pt x="11900" y="46534"/>
                      <a:pt x="11649" y="49227"/>
                      <a:pt x="11649" y="51607"/>
                    </a:cubicBezTo>
                    <a:cubicBezTo>
                      <a:pt x="11649" y="61691"/>
                      <a:pt x="17975" y="66012"/>
                      <a:pt x="28371" y="66012"/>
                    </a:cubicBezTo>
                    <a:cubicBezTo>
                      <a:pt x="36200" y="66012"/>
                      <a:pt x="45344" y="65073"/>
                      <a:pt x="51670" y="64133"/>
                    </a:cubicBezTo>
                    <a:cubicBezTo>
                      <a:pt x="53674" y="63883"/>
                      <a:pt x="54488" y="64259"/>
                      <a:pt x="54238" y="66012"/>
                    </a:cubicBezTo>
                    <a:lnTo>
                      <a:pt x="53424" y="70584"/>
                    </a:lnTo>
                    <a:cubicBezTo>
                      <a:pt x="53173" y="72463"/>
                      <a:pt x="52484" y="73277"/>
                      <a:pt x="50167" y="73716"/>
                    </a:cubicBezTo>
                    <a:cubicBezTo>
                      <a:pt x="42213" y="75219"/>
                      <a:pt x="35574" y="76033"/>
                      <a:pt x="26555" y="76033"/>
                    </a:cubicBezTo>
                    <a:cubicBezTo>
                      <a:pt x="13215" y="76033"/>
                      <a:pt x="0" y="69269"/>
                      <a:pt x="0" y="51106"/>
                    </a:cubicBezTo>
                    <a:cubicBezTo>
                      <a:pt x="0" y="48538"/>
                      <a:pt x="251" y="45720"/>
                      <a:pt x="814" y="42776"/>
                    </a:cubicBezTo>
                    <a:lnTo>
                      <a:pt x="2568" y="33319"/>
                    </a:lnTo>
                    <a:cubicBezTo>
                      <a:pt x="6639" y="11900"/>
                      <a:pt x="19165" y="0"/>
                      <a:pt x="38330" y="0"/>
                    </a:cubicBezTo>
                    <a:cubicBezTo>
                      <a:pt x="55052" y="0"/>
                      <a:pt x="63006" y="10898"/>
                      <a:pt x="63006" y="25052"/>
                    </a:cubicBezTo>
                    <a:cubicBezTo>
                      <a:pt x="63006" y="27620"/>
                      <a:pt x="62755" y="30313"/>
                      <a:pt x="62192" y="33131"/>
                    </a:cubicBezTo>
                    <a:close/>
                    <a:moveTo>
                      <a:pt x="36576" y="10397"/>
                    </a:moveTo>
                    <a:cubicBezTo>
                      <a:pt x="24864" y="10397"/>
                      <a:pt x="17035" y="19728"/>
                      <a:pt x="14593" y="32129"/>
                    </a:cubicBezTo>
                    <a:lnTo>
                      <a:pt x="14468" y="32818"/>
                    </a:lnTo>
                    <a:lnTo>
                      <a:pt x="50229" y="32818"/>
                    </a:lnTo>
                    <a:lnTo>
                      <a:pt x="50355" y="32129"/>
                    </a:lnTo>
                    <a:cubicBezTo>
                      <a:pt x="50918" y="29436"/>
                      <a:pt x="51169" y="26868"/>
                      <a:pt x="51169" y="24739"/>
                    </a:cubicBezTo>
                    <a:cubicBezTo>
                      <a:pt x="51169" y="15156"/>
                      <a:pt x="46158" y="10459"/>
                      <a:pt x="36576" y="1045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1" name="Google Shape;881;p13"/>
              <p:cNvSpPr/>
              <p:nvPr/>
            </p:nvSpPr>
            <p:spPr>
              <a:xfrm>
                <a:off x="10642957" y="2628782"/>
                <a:ext cx="45728" cy="75093"/>
              </a:xfrm>
              <a:custGeom>
                <a:avLst/>
                <a:gdLst/>
                <a:ahLst/>
                <a:cxnLst/>
                <a:rect l="l" t="t" r="r" b="b"/>
                <a:pathLst>
                  <a:path w="45728" h="75093" extrusionOk="0">
                    <a:moveTo>
                      <a:pt x="11966" y="72400"/>
                    </a:moveTo>
                    <a:cubicBezTo>
                      <a:pt x="11716" y="73904"/>
                      <a:pt x="10212" y="75094"/>
                      <a:pt x="8709" y="75094"/>
                    </a:cubicBezTo>
                    <a:lnTo>
                      <a:pt x="2071" y="75094"/>
                    </a:lnTo>
                    <a:cubicBezTo>
                      <a:pt x="567" y="75094"/>
                      <a:pt x="-247" y="73778"/>
                      <a:pt x="66" y="72400"/>
                    </a:cubicBezTo>
                    <a:lnTo>
                      <a:pt x="12092" y="3633"/>
                    </a:lnTo>
                    <a:cubicBezTo>
                      <a:pt x="12342" y="2129"/>
                      <a:pt x="13720" y="939"/>
                      <a:pt x="15223" y="939"/>
                    </a:cubicBezTo>
                    <a:lnTo>
                      <a:pt x="21549" y="939"/>
                    </a:lnTo>
                    <a:cubicBezTo>
                      <a:pt x="23177" y="939"/>
                      <a:pt x="23866" y="2317"/>
                      <a:pt x="23553" y="3633"/>
                    </a:cubicBezTo>
                    <a:lnTo>
                      <a:pt x="22989" y="6764"/>
                    </a:lnTo>
                    <a:cubicBezTo>
                      <a:pt x="30254" y="1127"/>
                      <a:pt x="36768" y="0"/>
                      <a:pt x="42968" y="0"/>
                    </a:cubicBezTo>
                    <a:lnTo>
                      <a:pt x="43219" y="0"/>
                    </a:lnTo>
                    <a:cubicBezTo>
                      <a:pt x="45536" y="0"/>
                      <a:pt x="45912" y="939"/>
                      <a:pt x="45661" y="2443"/>
                    </a:cubicBezTo>
                    <a:lnTo>
                      <a:pt x="44722" y="8079"/>
                    </a:lnTo>
                    <a:cubicBezTo>
                      <a:pt x="44471" y="9582"/>
                      <a:pt x="43344" y="10397"/>
                      <a:pt x="41465" y="10397"/>
                    </a:cubicBezTo>
                    <a:lnTo>
                      <a:pt x="41089" y="10397"/>
                    </a:lnTo>
                    <a:cubicBezTo>
                      <a:pt x="33386" y="10397"/>
                      <a:pt x="28438" y="11774"/>
                      <a:pt x="21799" y="15908"/>
                    </a:cubicBezTo>
                    <a:lnTo>
                      <a:pt x="11966" y="72400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2" name="Google Shape;882;p13"/>
              <p:cNvSpPr/>
              <p:nvPr/>
            </p:nvSpPr>
            <p:spPr>
              <a:xfrm>
                <a:off x="10685800" y="2628782"/>
                <a:ext cx="64286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4286" h="76032" extrusionOk="0">
                    <a:moveTo>
                      <a:pt x="61879" y="3069"/>
                    </a:moveTo>
                    <a:cubicBezTo>
                      <a:pt x="64321" y="3633"/>
                      <a:pt x="64446" y="4384"/>
                      <a:pt x="64196" y="6200"/>
                    </a:cubicBezTo>
                    <a:lnTo>
                      <a:pt x="52609" y="72400"/>
                    </a:lnTo>
                    <a:cubicBezTo>
                      <a:pt x="52359" y="73904"/>
                      <a:pt x="51670" y="75094"/>
                      <a:pt x="49478" y="75094"/>
                    </a:cubicBezTo>
                    <a:lnTo>
                      <a:pt x="44092" y="75094"/>
                    </a:lnTo>
                    <a:cubicBezTo>
                      <a:pt x="42087" y="75094"/>
                      <a:pt x="41774" y="74029"/>
                      <a:pt x="42087" y="72150"/>
                    </a:cubicBezTo>
                    <a:lnTo>
                      <a:pt x="42776" y="67954"/>
                    </a:lnTo>
                    <a:cubicBezTo>
                      <a:pt x="34823" y="73590"/>
                      <a:pt x="30125" y="76033"/>
                      <a:pt x="21044" y="76033"/>
                    </a:cubicBezTo>
                    <a:cubicBezTo>
                      <a:pt x="9582" y="76033"/>
                      <a:pt x="0" y="68768"/>
                      <a:pt x="0" y="52171"/>
                    </a:cubicBezTo>
                    <a:cubicBezTo>
                      <a:pt x="0" y="49603"/>
                      <a:pt x="251" y="46910"/>
                      <a:pt x="814" y="44092"/>
                    </a:cubicBezTo>
                    <a:lnTo>
                      <a:pt x="3257" y="30751"/>
                    </a:lnTo>
                    <a:cubicBezTo>
                      <a:pt x="7453" y="7390"/>
                      <a:pt x="22108" y="0"/>
                      <a:pt x="38330" y="0"/>
                    </a:cubicBezTo>
                    <a:cubicBezTo>
                      <a:pt x="46409" y="0"/>
                      <a:pt x="55052" y="1315"/>
                      <a:pt x="61941" y="3132"/>
                    </a:cubicBezTo>
                    <a:close/>
                    <a:moveTo>
                      <a:pt x="38267" y="9958"/>
                    </a:moveTo>
                    <a:cubicBezTo>
                      <a:pt x="24363" y="9958"/>
                      <a:pt x="17349" y="17662"/>
                      <a:pt x="14781" y="31941"/>
                    </a:cubicBezTo>
                    <a:lnTo>
                      <a:pt x="12338" y="45845"/>
                    </a:lnTo>
                    <a:cubicBezTo>
                      <a:pt x="11962" y="47849"/>
                      <a:pt x="11774" y="50041"/>
                      <a:pt x="11774" y="52046"/>
                    </a:cubicBezTo>
                    <a:cubicBezTo>
                      <a:pt x="11774" y="62442"/>
                      <a:pt x="17035" y="66075"/>
                      <a:pt x="23486" y="66075"/>
                    </a:cubicBezTo>
                    <a:cubicBezTo>
                      <a:pt x="29937" y="66075"/>
                      <a:pt x="35637" y="63256"/>
                      <a:pt x="43027" y="58246"/>
                    </a:cubicBezTo>
                    <a:lnTo>
                      <a:pt x="51232" y="11336"/>
                    </a:lnTo>
                    <a:cubicBezTo>
                      <a:pt x="47599" y="10647"/>
                      <a:pt x="43841" y="9958"/>
                      <a:pt x="38142" y="9958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3" name="Google Shape;883;p13"/>
              <p:cNvSpPr/>
              <p:nvPr/>
            </p:nvSpPr>
            <p:spPr>
              <a:xfrm>
                <a:off x="10758075" y="2628782"/>
                <a:ext cx="55866" cy="100396"/>
              </a:xfrm>
              <a:custGeom>
                <a:avLst/>
                <a:gdLst/>
                <a:ahLst/>
                <a:cxnLst/>
                <a:rect l="l" t="t" r="r" b="b"/>
                <a:pathLst>
                  <a:path w="55866" h="100396" extrusionOk="0">
                    <a:moveTo>
                      <a:pt x="55803" y="4447"/>
                    </a:moveTo>
                    <a:lnTo>
                      <a:pt x="54989" y="9332"/>
                    </a:lnTo>
                    <a:cubicBezTo>
                      <a:pt x="54739" y="10710"/>
                      <a:pt x="53361" y="11336"/>
                      <a:pt x="52171" y="11336"/>
                    </a:cubicBezTo>
                    <a:lnTo>
                      <a:pt x="51795" y="11336"/>
                    </a:lnTo>
                    <a:cubicBezTo>
                      <a:pt x="45971" y="10647"/>
                      <a:pt x="41962" y="10397"/>
                      <a:pt x="35323" y="10397"/>
                    </a:cubicBezTo>
                    <a:cubicBezTo>
                      <a:pt x="24551" y="10397"/>
                      <a:pt x="16722" y="18914"/>
                      <a:pt x="14405" y="32756"/>
                    </a:cubicBezTo>
                    <a:lnTo>
                      <a:pt x="12651" y="43277"/>
                    </a:lnTo>
                    <a:cubicBezTo>
                      <a:pt x="12088" y="46409"/>
                      <a:pt x="11837" y="48914"/>
                      <a:pt x="11837" y="51357"/>
                    </a:cubicBezTo>
                    <a:cubicBezTo>
                      <a:pt x="11837" y="61628"/>
                      <a:pt x="16660" y="65636"/>
                      <a:pt x="25428" y="65636"/>
                    </a:cubicBezTo>
                    <a:cubicBezTo>
                      <a:pt x="32004" y="65636"/>
                      <a:pt x="36513" y="65386"/>
                      <a:pt x="42401" y="64697"/>
                    </a:cubicBezTo>
                    <a:lnTo>
                      <a:pt x="42776" y="64697"/>
                    </a:lnTo>
                    <a:cubicBezTo>
                      <a:pt x="43841" y="64697"/>
                      <a:pt x="44781" y="65261"/>
                      <a:pt x="44781" y="66325"/>
                    </a:cubicBezTo>
                    <a:lnTo>
                      <a:pt x="44781" y="66701"/>
                    </a:lnTo>
                    <a:lnTo>
                      <a:pt x="43966" y="71586"/>
                    </a:lnTo>
                    <a:cubicBezTo>
                      <a:pt x="43716" y="73465"/>
                      <a:pt x="42902" y="74154"/>
                      <a:pt x="40710" y="74530"/>
                    </a:cubicBezTo>
                    <a:cubicBezTo>
                      <a:pt x="36138" y="75344"/>
                      <a:pt x="29937" y="76033"/>
                      <a:pt x="23612" y="76033"/>
                    </a:cubicBezTo>
                    <a:cubicBezTo>
                      <a:pt x="7829" y="76033"/>
                      <a:pt x="0" y="65135"/>
                      <a:pt x="0" y="50668"/>
                    </a:cubicBezTo>
                    <a:cubicBezTo>
                      <a:pt x="0" y="48225"/>
                      <a:pt x="251" y="45783"/>
                      <a:pt x="689" y="43277"/>
                    </a:cubicBezTo>
                    <a:lnTo>
                      <a:pt x="2443" y="32756"/>
                    </a:lnTo>
                    <a:cubicBezTo>
                      <a:pt x="6075" y="10898"/>
                      <a:pt x="18601" y="0"/>
                      <a:pt x="36952" y="0"/>
                    </a:cubicBezTo>
                    <a:cubicBezTo>
                      <a:pt x="43277" y="0"/>
                      <a:pt x="49227" y="689"/>
                      <a:pt x="53549" y="1503"/>
                    </a:cubicBezTo>
                    <a:cubicBezTo>
                      <a:pt x="55177" y="1754"/>
                      <a:pt x="55866" y="2317"/>
                      <a:pt x="55866" y="3507"/>
                    </a:cubicBezTo>
                    <a:cubicBezTo>
                      <a:pt x="55866" y="3758"/>
                      <a:pt x="55741" y="4071"/>
                      <a:pt x="55741" y="4447"/>
                    </a:cubicBezTo>
                    <a:close/>
                    <a:moveTo>
                      <a:pt x="30188" y="81419"/>
                    </a:moveTo>
                    <a:lnTo>
                      <a:pt x="11837" y="98392"/>
                    </a:lnTo>
                    <a:cubicBezTo>
                      <a:pt x="10334" y="99770"/>
                      <a:pt x="9958" y="100396"/>
                      <a:pt x="8455" y="100396"/>
                    </a:cubicBezTo>
                    <a:lnTo>
                      <a:pt x="1190" y="100396"/>
                    </a:lnTo>
                    <a:cubicBezTo>
                      <a:pt x="501" y="100396"/>
                      <a:pt x="125" y="100146"/>
                      <a:pt x="125" y="99582"/>
                    </a:cubicBezTo>
                    <a:cubicBezTo>
                      <a:pt x="125" y="99144"/>
                      <a:pt x="376" y="98642"/>
                      <a:pt x="939" y="98079"/>
                    </a:cubicBezTo>
                    <a:lnTo>
                      <a:pt x="16973" y="81357"/>
                    </a:lnTo>
                    <a:cubicBezTo>
                      <a:pt x="18476" y="79853"/>
                      <a:pt x="18977" y="79352"/>
                      <a:pt x="20605" y="79352"/>
                    </a:cubicBezTo>
                    <a:lnTo>
                      <a:pt x="29499" y="79352"/>
                    </a:lnTo>
                    <a:cubicBezTo>
                      <a:pt x="30313" y="79352"/>
                      <a:pt x="30877" y="79603"/>
                      <a:pt x="30877" y="80167"/>
                    </a:cubicBezTo>
                    <a:cubicBezTo>
                      <a:pt x="30877" y="80417"/>
                      <a:pt x="30751" y="80856"/>
                      <a:pt x="30188" y="81357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4" name="Google Shape;884;p13"/>
              <p:cNvSpPr/>
              <p:nvPr/>
            </p:nvSpPr>
            <p:spPr>
              <a:xfrm>
                <a:off x="10817762" y="2598531"/>
                <a:ext cx="68141" cy="106283"/>
              </a:xfrm>
              <a:custGeom>
                <a:avLst/>
                <a:gdLst/>
                <a:ahLst/>
                <a:cxnLst/>
                <a:rect l="l" t="t" r="r" b="b"/>
                <a:pathLst>
                  <a:path w="68141" h="106283" extrusionOk="0">
                    <a:moveTo>
                      <a:pt x="64196" y="36451"/>
                    </a:moveTo>
                    <a:lnTo>
                      <a:pt x="52609" y="102651"/>
                    </a:lnTo>
                    <a:cubicBezTo>
                      <a:pt x="52359" y="104154"/>
                      <a:pt x="50981" y="105344"/>
                      <a:pt x="49478" y="105344"/>
                    </a:cubicBezTo>
                    <a:lnTo>
                      <a:pt x="44092" y="105344"/>
                    </a:lnTo>
                    <a:cubicBezTo>
                      <a:pt x="42463" y="105344"/>
                      <a:pt x="42087" y="104404"/>
                      <a:pt x="42087" y="103214"/>
                    </a:cubicBezTo>
                    <a:lnTo>
                      <a:pt x="42087" y="102400"/>
                    </a:lnTo>
                    <a:lnTo>
                      <a:pt x="42776" y="98204"/>
                    </a:lnTo>
                    <a:cubicBezTo>
                      <a:pt x="34822" y="103841"/>
                      <a:pt x="30125" y="106283"/>
                      <a:pt x="21044" y="106283"/>
                    </a:cubicBezTo>
                    <a:cubicBezTo>
                      <a:pt x="9582" y="106283"/>
                      <a:pt x="0" y="99018"/>
                      <a:pt x="0" y="82421"/>
                    </a:cubicBezTo>
                    <a:cubicBezTo>
                      <a:pt x="0" y="79853"/>
                      <a:pt x="251" y="77160"/>
                      <a:pt x="814" y="74342"/>
                    </a:cubicBezTo>
                    <a:lnTo>
                      <a:pt x="3257" y="61002"/>
                    </a:lnTo>
                    <a:cubicBezTo>
                      <a:pt x="7453" y="37641"/>
                      <a:pt x="22108" y="30250"/>
                      <a:pt x="38330" y="30250"/>
                    </a:cubicBezTo>
                    <a:cubicBezTo>
                      <a:pt x="46409" y="30250"/>
                      <a:pt x="55052" y="31566"/>
                      <a:pt x="61941" y="33382"/>
                    </a:cubicBezTo>
                    <a:cubicBezTo>
                      <a:pt x="63695" y="33758"/>
                      <a:pt x="64384" y="34196"/>
                      <a:pt x="64384" y="35386"/>
                    </a:cubicBezTo>
                    <a:cubicBezTo>
                      <a:pt x="64384" y="35637"/>
                      <a:pt x="64384" y="36075"/>
                      <a:pt x="64259" y="36451"/>
                    </a:cubicBezTo>
                    <a:close/>
                    <a:moveTo>
                      <a:pt x="38330" y="40209"/>
                    </a:moveTo>
                    <a:cubicBezTo>
                      <a:pt x="24426" y="40209"/>
                      <a:pt x="17411" y="47912"/>
                      <a:pt x="14843" y="62192"/>
                    </a:cubicBezTo>
                    <a:lnTo>
                      <a:pt x="12401" y="76096"/>
                    </a:lnTo>
                    <a:cubicBezTo>
                      <a:pt x="12025" y="78100"/>
                      <a:pt x="11837" y="80292"/>
                      <a:pt x="11837" y="82296"/>
                    </a:cubicBezTo>
                    <a:cubicBezTo>
                      <a:pt x="11837" y="92693"/>
                      <a:pt x="17098" y="96325"/>
                      <a:pt x="23549" y="96325"/>
                    </a:cubicBezTo>
                    <a:cubicBezTo>
                      <a:pt x="30000" y="96325"/>
                      <a:pt x="35699" y="93507"/>
                      <a:pt x="43090" y="88496"/>
                    </a:cubicBezTo>
                    <a:lnTo>
                      <a:pt x="51294" y="41586"/>
                    </a:lnTo>
                    <a:cubicBezTo>
                      <a:pt x="47662" y="40897"/>
                      <a:pt x="43904" y="40209"/>
                      <a:pt x="38204" y="40209"/>
                    </a:cubicBezTo>
                    <a:close/>
                    <a:moveTo>
                      <a:pt x="68142" y="3633"/>
                    </a:moveTo>
                    <a:lnTo>
                      <a:pt x="67578" y="6764"/>
                    </a:lnTo>
                    <a:cubicBezTo>
                      <a:pt x="65950" y="16096"/>
                      <a:pt x="62317" y="20918"/>
                      <a:pt x="53799" y="20918"/>
                    </a:cubicBezTo>
                    <a:cubicBezTo>
                      <a:pt x="50856" y="20918"/>
                      <a:pt x="46660" y="20355"/>
                      <a:pt x="43528" y="17411"/>
                    </a:cubicBezTo>
                    <a:lnTo>
                      <a:pt x="37202" y="11461"/>
                    </a:lnTo>
                    <a:cubicBezTo>
                      <a:pt x="34509" y="8893"/>
                      <a:pt x="33820" y="8518"/>
                      <a:pt x="32192" y="8518"/>
                    </a:cubicBezTo>
                    <a:cubicBezTo>
                      <a:pt x="28935" y="8518"/>
                      <a:pt x="27369" y="10647"/>
                      <a:pt x="26806" y="14718"/>
                    </a:cubicBezTo>
                    <a:lnTo>
                      <a:pt x="26430" y="17536"/>
                    </a:lnTo>
                    <a:cubicBezTo>
                      <a:pt x="26305" y="18726"/>
                      <a:pt x="25365" y="19854"/>
                      <a:pt x="24113" y="19854"/>
                    </a:cubicBezTo>
                    <a:lnTo>
                      <a:pt x="19541" y="19854"/>
                    </a:lnTo>
                    <a:cubicBezTo>
                      <a:pt x="18476" y="19854"/>
                      <a:pt x="17787" y="19040"/>
                      <a:pt x="17787" y="17975"/>
                    </a:cubicBezTo>
                    <a:lnTo>
                      <a:pt x="17787" y="17536"/>
                    </a:lnTo>
                    <a:lnTo>
                      <a:pt x="18163" y="14718"/>
                    </a:lnTo>
                    <a:cubicBezTo>
                      <a:pt x="19666" y="3946"/>
                      <a:pt x="24927" y="0"/>
                      <a:pt x="32192" y="0"/>
                    </a:cubicBezTo>
                    <a:cubicBezTo>
                      <a:pt x="36263" y="0"/>
                      <a:pt x="38643" y="1065"/>
                      <a:pt x="42150" y="4196"/>
                    </a:cubicBezTo>
                    <a:lnTo>
                      <a:pt x="49415" y="10772"/>
                    </a:lnTo>
                    <a:cubicBezTo>
                      <a:pt x="50605" y="11837"/>
                      <a:pt x="52547" y="12651"/>
                      <a:pt x="53737" y="12651"/>
                    </a:cubicBezTo>
                    <a:cubicBezTo>
                      <a:pt x="56430" y="12651"/>
                      <a:pt x="58058" y="11273"/>
                      <a:pt x="58872" y="6701"/>
                    </a:cubicBezTo>
                    <a:lnTo>
                      <a:pt x="59436" y="3570"/>
                    </a:lnTo>
                    <a:cubicBezTo>
                      <a:pt x="59687" y="2380"/>
                      <a:pt x="60501" y="1253"/>
                      <a:pt x="61753" y="1253"/>
                    </a:cubicBezTo>
                    <a:lnTo>
                      <a:pt x="66325" y="1253"/>
                    </a:lnTo>
                    <a:cubicBezTo>
                      <a:pt x="67390" y="1253"/>
                      <a:pt x="68079" y="2067"/>
                      <a:pt x="68079" y="3132"/>
                    </a:cubicBezTo>
                    <a:lnTo>
                      <a:pt x="68079" y="3507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5" name="Google Shape;885;p13"/>
              <p:cNvSpPr/>
              <p:nvPr/>
            </p:nvSpPr>
            <p:spPr>
              <a:xfrm>
                <a:off x="10890601" y="2628782"/>
                <a:ext cx="63131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3131" h="76032" extrusionOk="0">
                    <a:moveTo>
                      <a:pt x="62442" y="32881"/>
                    </a:moveTo>
                    <a:lnTo>
                      <a:pt x="60689" y="43152"/>
                    </a:lnTo>
                    <a:cubicBezTo>
                      <a:pt x="57181" y="63632"/>
                      <a:pt x="46096" y="76033"/>
                      <a:pt x="24801" y="76033"/>
                    </a:cubicBezTo>
                    <a:cubicBezTo>
                      <a:pt x="8643" y="76033"/>
                      <a:pt x="0" y="65511"/>
                      <a:pt x="0" y="50543"/>
                    </a:cubicBezTo>
                    <a:cubicBezTo>
                      <a:pt x="0" y="48100"/>
                      <a:pt x="251" y="45720"/>
                      <a:pt x="689" y="43152"/>
                    </a:cubicBezTo>
                    <a:lnTo>
                      <a:pt x="2443" y="32881"/>
                    </a:lnTo>
                    <a:cubicBezTo>
                      <a:pt x="6200" y="11023"/>
                      <a:pt x="18100" y="0"/>
                      <a:pt x="38204" y="0"/>
                    </a:cubicBezTo>
                    <a:cubicBezTo>
                      <a:pt x="54801" y="0"/>
                      <a:pt x="63131" y="10522"/>
                      <a:pt x="63131" y="25365"/>
                    </a:cubicBezTo>
                    <a:cubicBezTo>
                      <a:pt x="63131" y="27808"/>
                      <a:pt x="62881" y="30376"/>
                      <a:pt x="62442" y="32943"/>
                    </a:cubicBezTo>
                    <a:close/>
                    <a:moveTo>
                      <a:pt x="36388" y="10334"/>
                    </a:moveTo>
                    <a:cubicBezTo>
                      <a:pt x="24676" y="10334"/>
                      <a:pt x="16597" y="19102"/>
                      <a:pt x="14280" y="32881"/>
                    </a:cubicBezTo>
                    <a:lnTo>
                      <a:pt x="12526" y="43152"/>
                    </a:lnTo>
                    <a:cubicBezTo>
                      <a:pt x="11962" y="46096"/>
                      <a:pt x="11712" y="48664"/>
                      <a:pt x="11712" y="51106"/>
                    </a:cubicBezTo>
                    <a:cubicBezTo>
                      <a:pt x="11712" y="60689"/>
                      <a:pt x="16033" y="65699"/>
                      <a:pt x="26555" y="65699"/>
                    </a:cubicBezTo>
                    <a:cubicBezTo>
                      <a:pt x="38392" y="65699"/>
                      <a:pt x="46534" y="56367"/>
                      <a:pt x="48789" y="43152"/>
                    </a:cubicBezTo>
                    <a:lnTo>
                      <a:pt x="50543" y="32881"/>
                    </a:lnTo>
                    <a:cubicBezTo>
                      <a:pt x="51106" y="30062"/>
                      <a:pt x="51231" y="27495"/>
                      <a:pt x="51231" y="25177"/>
                    </a:cubicBezTo>
                    <a:cubicBezTo>
                      <a:pt x="51231" y="15470"/>
                      <a:pt x="46910" y="10334"/>
                      <a:pt x="36388" y="1033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6" name="Google Shape;886;p13"/>
              <p:cNvSpPr/>
              <p:nvPr/>
            </p:nvSpPr>
            <p:spPr>
              <a:xfrm>
                <a:off x="11000705" y="2602477"/>
                <a:ext cx="69698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69698" h="102400" extrusionOk="0">
                    <a:moveTo>
                      <a:pt x="60877" y="0"/>
                    </a:moveTo>
                    <a:lnTo>
                      <a:pt x="67766" y="0"/>
                    </a:lnTo>
                    <a:cubicBezTo>
                      <a:pt x="69269" y="0"/>
                      <a:pt x="69895" y="689"/>
                      <a:pt x="69645" y="2568"/>
                    </a:cubicBezTo>
                    <a:lnTo>
                      <a:pt x="53048" y="96951"/>
                    </a:lnTo>
                    <a:cubicBezTo>
                      <a:pt x="52797" y="98705"/>
                      <a:pt x="52108" y="99645"/>
                      <a:pt x="49666" y="100083"/>
                    </a:cubicBezTo>
                    <a:cubicBezTo>
                      <a:pt x="41023" y="101711"/>
                      <a:pt x="32693" y="102400"/>
                      <a:pt x="24426" y="102400"/>
                    </a:cubicBezTo>
                    <a:cubicBezTo>
                      <a:pt x="7954" y="102400"/>
                      <a:pt x="0" y="92317"/>
                      <a:pt x="0" y="77599"/>
                    </a:cubicBezTo>
                    <a:cubicBezTo>
                      <a:pt x="0" y="74906"/>
                      <a:pt x="251" y="72087"/>
                      <a:pt x="814" y="69081"/>
                    </a:cubicBezTo>
                    <a:lnTo>
                      <a:pt x="2568" y="59373"/>
                    </a:lnTo>
                    <a:cubicBezTo>
                      <a:pt x="6764" y="36200"/>
                      <a:pt x="18100" y="26367"/>
                      <a:pt x="37766" y="26367"/>
                    </a:cubicBezTo>
                    <a:cubicBezTo>
                      <a:pt x="41962" y="26367"/>
                      <a:pt x="48288" y="26743"/>
                      <a:pt x="53298" y="27683"/>
                    </a:cubicBezTo>
                    <a:lnTo>
                      <a:pt x="57745" y="2630"/>
                    </a:lnTo>
                    <a:cubicBezTo>
                      <a:pt x="58121" y="752"/>
                      <a:pt x="59373" y="63"/>
                      <a:pt x="60877" y="63"/>
                    </a:cubicBezTo>
                    <a:close/>
                    <a:moveTo>
                      <a:pt x="36075" y="36639"/>
                    </a:moveTo>
                    <a:cubicBezTo>
                      <a:pt x="22860" y="36639"/>
                      <a:pt x="16910" y="46221"/>
                      <a:pt x="14530" y="59311"/>
                    </a:cubicBezTo>
                    <a:lnTo>
                      <a:pt x="12777" y="69018"/>
                    </a:lnTo>
                    <a:cubicBezTo>
                      <a:pt x="12213" y="72275"/>
                      <a:pt x="11837" y="75219"/>
                      <a:pt x="11837" y="77787"/>
                    </a:cubicBezTo>
                    <a:cubicBezTo>
                      <a:pt x="11837" y="86931"/>
                      <a:pt x="15908" y="91941"/>
                      <a:pt x="26242" y="91941"/>
                    </a:cubicBezTo>
                    <a:cubicBezTo>
                      <a:pt x="30814" y="91941"/>
                      <a:pt x="37453" y="91565"/>
                      <a:pt x="42150" y="91127"/>
                    </a:cubicBezTo>
                    <a:lnTo>
                      <a:pt x="51607" y="37578"/>
                    </a:lnTo>
                    <a:cubicBezTo>
                      <a:pt x="47286" y="36764"/>
                      <a:pt x="40397" y="36639"/>
                      <a:pt x="36075" y="3663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13"/>
              <p:cNvSpPr/>
              <p:nvPr/>
            </p:nvSpPr>
            <p:spPr>
              <a:xfrm>
                <a:off x="11072103" y="2628782"/>
                <a:ext cx="64286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4286" h="76032" extrusionOk="0">
                    <a:moveTo>
                      <a:pt x="61879" y="3069"/>
                    </a:moveTo>
                    <a:cubicBezTo>
                      <a:pt x="64321" y="3633"/>
                      <a:pt x="64446" y="4384"/>
                      <a:pt x="64196" y="6200"/>
                    </a:cubicBezTo>
                    <a:lnTo>
                      <a:pt x="52609" y="72400"/>
                    </a:lnTo>
                    <a:cubicBezTo>
                      <a:pt x="52359" y="73904"/>
                      <a:pt x="51670" y="75094"/>
                      <a:pt x="49478" y="75094"/>
                    </a:cubicBezTo>
                    <a:lnTo>
                      <a:pt x="44091" y="75094"/>
                    </a:lnTo>
                    <a:cubicBezTo>
                      <a:pt x="42087" y="75094"/>
                      <a:pt x="41774" y="74029"/>
                      <a:pt x="42087" y="72150"/>
                    </a:cubicBezTo>
                    <a:lnTo>
                      <a:pt x="42776" y="67954"/>
                    </a:lnTo>
                    <a:cubicBezTo>
                      <a:pt x="34822" y="73590"/>
                      <a:pt x="30125" y="76033"/>
                      <a:pt x="21044" y="76033"/>
                    </a:cubicBezTo>
                    <a:cubicBezTo>
                      <a:pt x="9582" y="76033"/>
                      <a:pt x="0" y="68768"/>
                      <a:pt x="0" y="52171"/>
                    </a:cubicBezTo>
                    <a:cubicBezTo>
                      <a:pt x="0" y="49603"/>
                      <a:pt x="250" y="46910"/>
                      <a:pt x="814" y="44092"/>
                    </a:cubicBezTo>
                    <a:lnTo>
                      <a:pt x="3257" y="30751"/>
                    </a:lnTo>
                    <a:cubicBezTo>
                      <a:pt x="7453" y="7390"/>
                      <a:pt x="22108" y="0"/>
                      <a:pt x="38330" y="0"/>
                    </a:cubicBezTo>
                    <a:cubicBezTo>
                      <a:pt x="46409" y="0"/>
                      <a:pt x="55052" y="1315"/>
                      <a:pt x="61941" y="3132"/>
                    </a:cubicBezTo>
                    <a:close/>
                    <a:moveTo>
                      <a:pt x="38267" y="9958"/>
                    </a:moveTo>
                    <a:cubicBezTo>
                      <a:pt x="24363" y="9958"/>
                      <a:pt x="17348" y="17662"/>
                      <a:pt x="14781" y="31941"/>
                    </a:cubicBezTo>
                    <a:lnTo>
                      <a:pt x="12338" y="45845"/>
                    </a:lnTo>
                    <a:cubicBezTo>
                      <a:pt x="11962" y="47849"/>
                      <a:pt x="11774" y="50041"/>
                      <a:pt x="11774" y="52046"/>
                    </a:cubicBezTo>
                    <a:cubicBezTo>
                      <a:pt x="11774" y="62442"/>
                      <a:pt x="17035" y="66075"/>
                      <a:pt x="23486" y="66075"/>
                    </a:cubicBezTo>
                    <a:cubicBezTo>
                      <a:pt x="29937" y="66075"/>
                      <a:pt x="35637" y="63256"/>
                      <a:pt x="43027" y="58246"/>
                    </a:cubicBezTo>
                    <a:lnTo>
                      <a:pt x="51231" y="11336"/>
                    </a:lnTo>
                    <a:cubicBezTo>
                      <a:pt x="47599" y="10647"/>
                      <a:pt x="43841" y="9958"/>
                      <a:pt x="38142" y="9958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13"/>
              <p:cNvSpPr/>
              <p:nvPr/>
            </p:nvSpPr>
            <p:spPr>
              <a:xfrm>
                <a:off x="11140524" y="2628844"/>
                <a:ext cx="58947" cy="75970"/>
              </a:xfrm>
              <a:custGeom>
                <a:avLst/>
                <a:gdLst/>
                <a:ahLst/>
                <a:cxnLst/>
                <a:rect l="l" t="t" r="r" b="b"/>
                <a:pathLst>
                  <a:path w="58947" h="75970" extrusionOk="0">
                    <a:moveTo>
                      <a:pt x="56839" y="1691"/>
                    </a:moveTo>
                    <a:cubicBezTo>
                      <a:pt x="58843" y="2067"/>
                      <a:pt x="59156" y="2505"/>
                      <a:pt x="58843" y="4384"/>
                    </a:cubicBezTo>
                    <a:lnTo>
                      <a:pt x="58154" y="8831"/>
                    </a:lnTo>
                    <a:cubicBezTo>
                      <a:pt x="57904" y="10459"/>
                      <a:pt x="57090" y="11399"/>
                      <a:pt x="55023" y="11148"/>
                    </a:cubicBezTo>
                    <a:cubicBezTo>
                      <a:pt x="50451" y="10584"/>
                      <a:pt x="42747" y="10083"/>
                      <a:pt x="35232" y="10083"/>
                    </a:cubicBezTo>
                    <a:cubicBezTo>
                      <a:pt x="29031" y="10083"/>
                      <a:pt x="21077" y="11837"/>
                      <a:pt x="21077" y="19666"/>
                    </a:cubicBezTo>
                    <a:cubicBezTo>
                      <a:pt x="21077" y="23048"/>
                      <a:pt x="23770" y="25616"/>
                      <a:pt x="28342" y="28559"/>
                    </a:cubicBezTo>
                    <a:lnTo>
                      <a:pt x="40367" y="36513"/>
                    </a:lnTo>
                    <a:cubicBezTo>
                      <a:pt x="49699" y="42714"/>
                      <a:pt x="52392" y="47411"/>
                      <a:pt x="52392" y="54551"/>
                    </a:cubicBezTo>
                    <a:cubicBezTo>
                      <a:pt x="52392" y="70459"/>
                      <a:pt x="38238" y="75970"/>
                      <a:pt x="23395" y="75970"/>
                    </a:cubicBezTo>
                    <a:cubicBezTo>
                      <a:pt x="17758" y="75970"/>
                      <a:pt x="8301" y="75407"/>
                      <a:pt x="2351" y="73966"/>
                    </a:cubicBezTo>
                    <a:cubicBezTo>
                      <a:pt x="973" y="73716"/>
                      <a:pt x="-217" y="72776"/>
                      <a:pt x="34" y="71273"/>
                    </a:cubicBezTo>
                    <a:lnTo>
                      <a:pt x="848" y="66576"/>
                    </a:lnTo>
                    <a:cubicBezTo>
                      <a:pt x="1224" y="64822"/>
                      <a:pt x="1912" y="64259"/>
                      <a:pt x="4230" y="64572"/>
                    </a:cubicBezTo>
                    <a:cubicBezTo>
                      <a:pt x="10555" y="65386"/>
                      <a:pt x="20263" y="66075"/>
                      <a:pt x="25148" y="66075"/>
                    </a:cubicBezTo>
                    <a:cubicBezTo>
                      <a:pt x="33102" y="66075"/>
                      <a:pt x="40367" y="63256"/>
                      <a:pt x="40367" y="54613"/>
                    </a:cubicBezTo>
                    <a:cubicBezTo>
                      <a:pt x="40367" y="51482"/>
                      <a:pt x="38739" y="49102"/>
                      <a:pt x="32539" y="45031"/>
                    </a:cubicBezTo>
                    <a:lnTo>
                      <a:pt x="20388" y="37077"/>
                    </a:lnTo>
                    <a:cubicBezTo>
                      <a:pt x="12998" y="32192"/>
                      <a:pt x="9052" y="26806"/>
                      <a:pt x="9052" y="19541"/>
                    </a:cubicBezTo>
                    <a:cubicBezTo>
                      <a:pt x="9052" y="4572"/>
                      <a:pt x="23457" y="0"/>
                      <a:pt x="36985" y="0"/>
                    </a:cubicBezTo>
                    <a:cubicBezTo>
                      <a:pt x="47382" y="0"/>
                      <a:pt x="51014" y="564"/>
                      <a:pt x="56839" y="175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89" name="Google Shape;889;p13"/>
            <p:cNvGrpSpPr/>
            <p:nvPr/>
          </p:nvGrpSpPr>
          <p:grpSpPr>
            <a:xfrm>
              <a:off x="10338446" y="2771390"/>
              <a:ext cx="1196619" cy="106095"/>
              <a:chOff x="10338446" y="2771390"/>
              <a:chExt cx="1196619" cy="106095"/>
            </a:xfrm>
          </p:grpSpPr>
          <p:sp>
            <p:nvSpPr>
              <p:cNvPr id="890" name="Google Shape;890;p13"/>
              <p:cNvSpPr/>
              <p:nvPr/>
            </p:nvSpPr>
            <p:spPr>
              <a:xfrm>
                <a:off x="10338446" y="2776275"/>
                <a:ext cx="29087" cy="100208"/>
              </a:xfrm>
              <a:custGeom>
                <a:avLst/>
                <a:gdLst/>
                <a:ahLst/>
                <a:cxnLst/>
                <a:rect l="l" t="t" r="r" b="b"/>
                <a:pathLst>
                  <a:path w="29087" h="100208" extrusionOk="0">
                    <a:moveTo>
                      <a:pt x="27001" y="0"/>
                    </a:moveTo>
                    <a:cubicBezTo>
                      <a:pt x="28755" y="0"/>
                      <a:pt x="29318" y="814"/>
                      <a:pt x="29005" y="2568"/>
                    </a:cubicBezTo>
                    <a:lnTo>
                      <a:pt x="12283" y="97515"/>
                    </a:lnTo>
                    <a:cubicBezTo>
                      <a:pt x="12032" y="99394"/>
                      <a:pt x="11218" y="100208"/>
                      <a:pt x="9339" y="100208"/>
                    </a:cubicBezTo>
                    <a:lnTo>
                      <a:pt x="1949" y="100208"/>
                    </a:lnTo>
                    <a:cubicBezTo>
                      <a:pt x="195" y="100208"/>
                      <a:pt x="-181" y="98893"/>
                      <a:pt x="70" y="97515"/>
                    </a:cubicBezTo>
                    <a:lnTo>
                      <a:pt x="16792" y="2568"/>
                    </a:lnTo>
                    <a:cubicBezTo>
                      <a:pt x="17043" y="1253"/>
                      <a:pt x="17606" y="0"/>
                      <a:pt x="19611" y="0"/>
                    </a:cubicBezTo>
                    <a:lnTo>
                      <a:pt x="27001" y="0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13"/>
              <p:cNvSpPr/>
              <p:nvPr/>
            </p:nvSpPr>
            <p:spPr>
              <a:xfrm>
                <a:off x="10371699" y="2801390"/>
                <a:ext cx="65396" cy="75093"/>
              </a:xfrm>
              <a:custGeom>
                <a:avLst/>
                <a:gdLst/>
                <a:ahLst/>
                <a:cxnLst/>
                <a:rect l="l" t="t" r="r" b="b"/>
                <a:pathLst>
                  <a:path w="65396" h="75093" extrusionOk="0">
                    <a:moveTo>
                      <a:pt x="64645" y="27996"/>
                    </a:moveTo>
                    <a:lnTo>
                      <a:pt x="56817" y="72338"/>
                    </a:lnTo>
                    <a:cubicBezTo>
                      <a:pt x="56566" y="73841"/>
                      <a:pt x="55063" y="75031"/>
                      <a:pt x="53560" y="75031"/>
                    </a:cubicBezTo>
                    <a:lnTo>
                      <a:pt x="47109" y="75031"/>
                    </a:lnTo>
                    <a:cubicBezTo>
                      <a:pt x="45480" y="75031"/>
                      <a:pt x="44666" y="73716"/>
                      <a:pt x="44979" y="72338"/>
                    </a:cubicBezTo>
                    <a:lnTo>
                      <a:pt x="52808" y="27996"/>
                    </a:lnTo>
                    <a:cubicBezTo>
                      <a:pt x="53184" y="25428"/>
                      <a:pt x="53497" y="22735"/>
                      <a:pt x="53497" y="20605"/>
                    </a:cubicBezTo>
                    <a:cubicBezTo>
                      <a:pt x="53497" y="14154"/>
                      <a:pt x="50804" y="10334"/>
                      <a:pt x="40971" y="10334"/>
                    </a:cubicBezTo>
                    <a:cubicBezTo>
                      <a:pt x="35835" y="10334"/>
                      <a:pt x="30574" y="11399"/>
                      <a:pt x="21932" y="15470"/>
                    </a:cubicBezTo>
                    <a:lnTo>
                      <a:pt x="11973" y="72400"/>
                    </a:lnTo>
                    <a:cubicBezTo>
                      <a:pt x="11723" y="73778"/>
                      <a:pt x="10220" y="75094"/>
                      <a:pt x="8717" y="75094"/>
                    </a:cubicBezTo>
                    <a:lnTo>
                      <a:pt x="2078" y="75094"/>
                    </a:lnTo>
                    <a:cubicBezTo>
                      <a:pt x="449" y="75094"/>
                      <a:pt x="-240" y="73590"/>
                      <a:pt x="74" y="72400"/>
                    </a:cubicBezTo>
                    <a:lnTo>
                      <a:pt x="12099" y="3633"/>
                    </a:lnTo>
                    <a:cubicBezTo>
                      <a:pt x="12349" y="2129"/>
                      <a:pt x="13163" y="939"/>
                      <a:pt x="15606" y="939"/>
                    </a:cubicBezTo>
                    <a:lnTo>
                      <a:pt x="21243" y="939"/>
                    </a:lnTo>
                    <a:cubicBezTo>
                      <a:pt x="23372" y="939"/>
                      <a:pt x="24061" y="1754"/>
                      <a:pt x="23810" y="3633"/>
                    </a:cubicBezTo>
                    <a:lnTo>
                      <a:pt x="23435" y="6451"/>
                    </a:lnTo>
                    <a:cubicBezTo>
                      <a:pt x="29886" y="2818"/>
                      <a:pt x="35961" y="0"/>
                      <a:pt x="45167" y="0"/>
                    </a:cubicBezTo>
                    <a:cubicBezTo>
                      <a:pt x="59572" y="0"/>
                      <a:pt x="65397" y="9144"/>
                      <a:pt x="65397" y="20793"/>
                    </a:cubicBezTo>
                    <a:cubicBezTo>
                      <a:pt x="65397" y="23111"/>
                      <a:pt x="65146" y="25804"/>
                      <a:pt x="64708" y="28058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2" name="Google Shape;892;p13"/>
              <p:cNvSpPr/>
              <p:nvPr/>
            </p:nvSpPr>
            <p:spPr>
              <a:xfrm>
                <a:off x="10448683" y="2775085"/>
                <a:ext cx="69698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69698" h="102400" extrusionOk="0">
                    <a:moveTo>
                      <a:pt x="60877" y="0"/>
                    </a:moveTo>
                    <a:lnTo>
                      <a:pt x="67766" y="0"/>
                    </a:lnTo>
                    <a:cubicBezTo>
                      <a:pt x="69269" y="0"/>
                      <a:pt x="69895" y="689"/>
                      <a:pt x="69645" y="2568"/>
                    </a:cubicBezTo>
                    <a:lnTo>
                      <a:pt x="53048" y="96951"/>
                    </a:lnTo>
                    <a:cubicBezTo>
                      <a:pt x="52797" y="98705"/>
                      <a:pt x="52108" y="99645"/>
                      <a:pt x="49666" y="100083"/>
                    </a:cubicBezTo>
                    <a:cubicBezTo>
                      <a:pt x="41023" y="101711"/>
                      <a:pt x="32693" y="102400"/>
                      <a:pt x="24426" y="102400"/>
                    </a:cubicBezTo>
                    <a:cubicBezTo>
                      <a:pt x="7954" y="102400"/>
                      <a:pt x="0" y="92317"/>
                      <a:pt x="0" y="77599"/>
                    </a:cubicBezTo>
                    <a:cubicBezTo>
                      <a:pt x="0" y="74906"/>
                      <a:pt x="250" y="72087"/>
                      <a:pt x="814" y="69081"/>
                    </a:cubicBezTo>
                    <a:lnTo>
                      <a:pt x="2568" y="59373"/>
                    </a:lnTo>
                    <a:cubicBezTo>
                      <a:pt x="6764" y="36200"/>
                      <a:pt x="18100" y="26367"/>
                      <a:pt x="37766" y="26367"/>
                    </a:cubicBezTo>
                    <a:cubicBezTo>
                      <a:pt x="41962" y="26367"/>
                      <a:pt x="48288" y="26743"/>
                      <a:pt x="53298" y="27683"/>
                    </a:cubicBezTo>
                    <a:lnTo>
                      <a:pt x="57745" y="2630"/>
                    </a:lnTo>
                    <a:cubicBezTo>
                      <a:pt x="58121" y="752"/>
                      <a:pt x="59373" y="63"/>
                      <a:pt x="60877" y="63"/>
                    </a:cubicBezTo>
                    <a:close/>
                    <a:moveTo>
                      <a:pt x="36075" y="36639"/>
                    </a:moveTo>
                    <a:cubicBezTo>
                      <a:pt x="22860" y="36639"/>
                      <a:pt x="16910" y="46221"/>
                      <a:pt x="14530" y="59311"/>
                    </a:cubicBezTo>
                    <a:lnTo>
                      <a:pt x="12777" y="69018"/>
                    </a:lnTo>
                    <a:cubicBezTo>
                      <a:pt x="12213" y="72275"/>
                      <a:pt x="11837" y="75219"/>
                      <a:pt x="11837" y="77787"/>
                    </a:cubicBezTo>
                    <a:cubicBezTo>
                      <a:pt x="11837" y="86931"/>
                      <a:pt x="15908" y="91941"/>
                      <a:pt x="26242" y="91941"/>
                    </a:cubicBezTo>
                    <a:cubicBezTo>
                      <a:pt x="30814" y="91941"/>
                      <a:pt x="37453" y="91565"/>
                      <a:pt x="42150" y="91127"/>
                    </a:cubicBezTo>
                    <a:lnTo>
                      <a:pt x="51607" y="37578"/>
                    </a:lnTo>
                    <a:cubicBezTo>
                      <a:pt x="47286" y="36764"/>
                      <a:pt x="40396" y="36639"/>
                      <a:pt x="36075" y="3663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3" name="Google Shape;893;p13"/>
              <p:cNvSpPr/>
              <p:nvPr/>
            </p:nvSpPr>
            <p:spPr>
              <a:xfrm>
                <a:off x="10523463" y="2771390"/>
                <a:ext cx="65135" cy="106032"/>
              </a:xfrm>
              <a:custGeom>
                <a:avLst/>
                <a:gdLst/>
                <a:ahLst/>
                <a:cxnLst/>
                <a:rect l="l" t="t" r="r" b="b"/>
                <a:pathLst>
                  <a:path w="65135" h="106032" extrusionOk="0">
                    <a:moveTo>
                      <a:pt x="65135" y="33632"/>
                    </a:moveTo>
                    <a:lnTo>
                      <a:pt x="53110" y="102400"/>
                    </a:lnTo>
                    <a:cubicBezTo>
                      <a:pt x="52860" y="103903"/>
                      <a:pt x="51482" y="105093"/>
                      <a:pt x="49979" y="105093"/>
                    </a:cubicBezTo>
                    <a:lnTo>
                      <a:pt x="43653" y="105093"/>
                    </a:lnTo>
                    <a:cubicBezTo>
                      <a:pt x="42275" y="105093"/>
                      <a:pt x="41649" y="104154"/>
                      <a:pt x="41649" y="102964"/>
                    </a:cubicBezTo>
                    <a:lnTo>
                      <a:pt x="41649" y="102400"/>
                    </a:lnTo>
                    <a:lnTo>
                      <a:pt x="42025" y="99958"/>
                    </a:lnTo>
                    <a:cubicBezTo>
                      <a:pt x="33945" y="104154"/>
                      <a:pt x="27620" y="106033"/>
                      <a:pt x="19666" y="106033"/>
                    </a:cubicBezTo>
                    <a:cubicBezTo>
                      <a:pt x="8079" y="106033"/>
                      <a:pt x="0" y="98893"/>
                      <a:pt x="0" y="84739"/>
                    </a:cubicBezTo>
                    <a:cubicBezTo>
                      <a:pt x="0" y="82171"/>
                      <a:pt x="250" y="79478"/>
                      <a:pt x="814" y="76534"/>
                    </a:cubicBezTo>
                    <a:lnTo>
                      <a:pt x="8392" y="33632"/>
                    </a:lnTo>
                    <a:cubicBezTo>
                      <a:pt x="8643" y="32129"/>
                      <a:pt x="10146" y="30939"/>
                      <a:pt x="11649" y="30939"/>
                    </a:cubicBezTo>
                    <a:lnTo>
                      <a:pt x="18100" y="30939"/>
                    </a:lnTo>
                    <a:cubicBezTo>
                      <a:pt x="19478" y="30939"/>
                      <a:pt x="20230" y="31879"/>
                      <a:pt x="20230" y="33069"/>
                    </a:cubicBezTo>
                    <a:lnTo>
                      <a:pt x="20230" y="33632"/>
                    </a:lnTo>
                    <a:lnTo>
                      <a:pt x="12401" y="77975"/>
                    </a:lnTo>
                    <a:cubicBezTo>
                      <a:pt x="11837" y="80918"/>
                      <a:pt x="11587" y="83486"/>
                      <a:pt x="11587" y="85678"/>
                    </a:cubicBezTo>
                    <a:cubicBezTo>
                      <a:pt x="11587" y="93256"/>
                      <a:pt x="15219" y="95636"/>
                      <a:pt x="24113" y="95636"/>
                    </a:cubicBezTo>
                    <a:cubicBezTo>
                      <a:pt x="29749" y="95636"/>
                      <a:pt x="36513" y="93757"/>
                      <a:pt x="43277" y="90626"/>
                    </a:cubicBezTo>
                    <a:lnTo>
                      <a:pt x="53236" y="33570"/>
                    </a:lnTo>
                    <a:cubicBezTo>
                      <a:pt x="53486" y="32067"/>
                      <a:pt x="54989" y="30877"/>
                      <a:pt x="56492" y="30877"/>
                    </a:cubicBezTo>
                    <a:lnTo>
                      <a:pt x="63069" y="30877"/>
                    </a:lnTo>
                    <a:cubicBezTo>
                      <a:pt x="64446" y="30877"/>
                      <a:pt x="65073" y="31941"/>
                      <a:pt x="65073" y="33006"/>
                    </a:cubicBezTo>
                    <a:lnTo>
                      <a:pt x="65073" y="33570"/>
                    </a:lnTo>
                    <a:close/>
                    <a:moveTo>
                      <a:pt x="62818" y="2067"/>
                    </a:moveTo>
                    <a:lnTo>
                      <a:pt x="44467" y="19040"/>
                    </a:lnTo>
                    <a:cubicBezTo>
                      <a:pt x="42964" y="20417"/>
                      <a:pt x="42588" y="21044"/>
                      <a:pt x="41085" y="21044"/>
                    </a:cubicBezTo>
                    <a:lnTo>
                      <a:pt x="33820" y="21044"/>
                    </a:lnTo>
                    <a:cubicBezTo>
                      <a:pt x="33131" y="21044"/>
                      <a:pt x="32756" y="20793"/>
                      <a:pt x="32756" y="20230"/>
                    </a:cubicBezTo>
                    <a:cubicBezTo>
                      <a:pt x="32756" y="19791"/>
                      <a:pt x="33006" y="19290"/>
                      <a:pt x="33570" y="18726"/>
                    </a:cubicBezTo>
                    <a:lnTo>
                      <a:pt x="49728" y="2004"/>
                    </a:lnTo>
                    <a:cubicBezTo>
                      <a:pt x="51231" y="501"/>
                      <a:pt x="51607" y="0"/>
                      <a:pt x="53236" y="0"/>
                    </a:cubicBezTo>
                    <a:lnTo>
                      <a:pt x="62129" y="0"/>
                    </a:lnTo>
                    <a:cubicBezTo>
                      <a:pt x="62943" y="0"/>
                      <a:pt x="63507" y="251"/>
                      <a:pt x="63507" y="814"/>
                    </a:cubicBezTo>
                    <a:cubicBezTo>
                      <a:pt x="63507" y="1065"/>
                      <a:pt x="63382" y="1503"/>
                      <a:pt x="62818" y="200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13"/>
              <p:cNvSpPr/>
              <p:nvPr/>
            </p:nvSpPr>
            <p:spPr>
              <a:xfrm>
                <a:off x="10592573" y="2801453"/>
                <a:ext cx="58947" cy="75970"/>
              </a:xfrm>
              <a:custGeom>
                <a:avLst/>
                <a:gdLst/>
                <a:ahLst/>
                <a:cxnLst/>
                <a:rect l="l" t="t" r="r" b="b"/>
                <a:pathLst>
                  <a:path w="58947" h="75970" extrusionOk="0">
                    <a:moveTo>
                      <a:pt x="56839" y="1691"/>
                    </a:moveTo>
                    <a:cubicBezTo>
                      <a:pt x="58843" y="2067"/>
                      <a:pt x="59156" y="2505"/>
                      <a:pt x="58843" y="4384"/>
                    </a:cubicBezTo>
                    <a:lnTo>
                      <a:pt x="58154" y="8831"/>
                    </a:lnTo>
                    <a:cubicBezTo>
                      <a:pt x="57904" y="10459"/>
                      <a:pt x="57090" y="11399"/>
                      <a:pt x="55023" y="11148"/>
                    </a:cubicBezTo>
                    <a:cubicBezTo>
                      <a:pt x="50451" y="10584"/>
                      <a:pt x="42747" y="10083"/>
                      <a:pt x="35232" y="10083"/>
                    </a:cubicBezTo>
                    <a:cubicBezTo>
                      <a:pt x="29031" y="10083"/>
                      <a:pt x="21077" y="11837"/>
                      <a:pt x="21077" y="19666"/>
                    </a:cubicBezTo>
                    <a:cubicBezTo>
                      <a:pt x="21077" y="23048"/>
                      <a:pt x="23770" y="25616"/>
                      <a:pt x="28342" y="28559"/>
                    </a:cubicBezTo>
                    <a:lnTo>
                      <a:pt x="40367" y="36513"/>
                    </a:lnTo>
                    <a:cubicBezTo>
                      <a:pt x="49699" y="42714"/>
                      <a:pt x="52392" y="47411"/>
                      <a:pt x="52392" y="54551"/>
                    </a:cubicBezTo>
                    <a:cubicBezTo>
                      <a:pt x="52392" y="70459"/>
                      <a:pt x="38238" y="75970"/>
                      <a:pt x="23394" y="75970"/>
                    </a:cubicBezTo>
                    <a:cubicBezTo>
                      <a:pt x="17758" y="75970"/>
                      <a:pt x="8301" y="75407"/>
                      <a:pt x="2351" y="73966"/>
                    </a:cubicBezTo>
                    <a:cubicBezTo>
                      <a:pt x="973" y="73716"/>
                      <a:pt x="-217" y="72776"/>
                      <a:pt x="34" y="71273"/>
                    </a:cubicBezTo>
                    <a:lnTo>
                      <a:pt x="848" y="66576"/>
                    </a:lnTo>
                    <a:cubicBezTo>
                      <a:pt x="1224" y="64822"/>
                      <a:pt x="1912" y="64259"/>
                      <a:pt x="4230" y="64572"/>
                    </a:cubicBezTo>
                    <a:cubicBezTo>
                      <a:pt x="10555" y="65386"/>
                      <a:pt x="20263" y="66075"/>
                      <a:pt x="25148" y="66075"/>
                    </a:cubicBezTo>
                    <a:cubicBezTo>
                      <a:pt x="33102" y="66075"/>
                      <a:pt x="40367" y="63256"/>
                      <a:pt x="40367" y="54613"/>
                    </a:cubicBezTo>
                    <a:cubicBezTo>
                      <a:pt x="40367" y="51482"/>
                      <a:pt x="38739" y="49102"/>
                      <a:pt x="32539" y="45031"/>
                    </a:cubicBezTo>
                    <a:lnTo>
                      <a:pt x="20388" y="37077"/>
                    </a:lnTo>
                    <a:cubicBezTo>
                      <a:pt x="12998" y="32192"/>
                      <a:pt x="9052" y="26806"/>
                      <a:pt x="9052" y="19541"/>
                    </a:cubicBezTo>
                    <a:cubicBezTo>
                      <a:pt x="9052" y="4572"/>
                      <a:pt x="23457" y="0"/>
                      <a:pt x="36985" y="0"/>
                    </a:cubicBezTo>
                    <a:cubicBezTo>
                      <a:pt x="47382" y="0"/>
                      <a:pt x="51014" y="564"/>
                      <a:pt x="56839" y="175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13"/>
              <p:cNvSpPr/>
              <p:nvPr/>
            </p:nvSpPr>
            <p:spPr>
              <a:xfrm>
                <a:off x="10660192" y="2785323"/>
                <a:ext cx="45465" cy="92099"/>
              </a:xfrm>
              <a:custGeom>
                <a:avLst/>
                <a:gdLst/>
                <a:ahLst/>
                <a:cxnLst/>
                <a:rect l="l" t="t" r="r" b="b"/>
                <a:pathLst>
                  <a:path w="45465" h="92099" extrusionOk="0">
                    <a:moveTo>
                      <a:pt x="43270" y="17006"/>
                    </a:moveTo>
                    <a:cubicBezTo>
                      <a:pt x="44898" y="17006"/>
                      <a:pt x="45712" y="17821"/>
                      <a:pt x="45399" y="19699"/>
                    </a:cubicBezTo>
                    <a:lnTo>
                      <a:pt x="44585" y="24271"/>
                    </a:lnTo>
                    <a:cubicBezTo>
                      <a:pt x="44209" y="26714"/>
                      <a:pt x="42957" y="26965"/>
                      <a:pt x="41453" y="26965"/>
                    </a:cubicBezTo>
                    <a:lnTo>
                      <a:pt x="26861" y="26965"/>
                    </a:lnTo>
                    <a:lnTo>
                      <a:pt x="18531" y="74313"/>
                    </a:lnTo>
                    <a:cubicBezTo>
                      <a:pt x="18280" y="75941"/>
                      <a:pt x="18155" y="77131"/>
                      <a:pt x="18155" y="78196"/>
                    </a:cubicBezTo>
                    <a:cubicBezTo>
                      <a:pt x="18155" y="82079"/>
                      <a:pt x="20034" y="82517"/>
                      <a:pt x="24356" y="82517"/>
                    </a:cubicBezTo>
                    <a:lnTo>
                      <a:pt x="32560" y="82517"/>
                    </a:lnTo>
                    <a:cubicBezTo>
                      <a:pt x="34063" y="82517"/>
                      <a:pt x="34689" y="82893"/>
                      <a:pt x="34439" y="84396"/>
                    </a:cubicBezTo>
                    <a:lnTo>
                      <a:pt x="33625" y="89094"/>
                    </a:lnTo>
                    <a:cubicBezTo>
                      <a:pt x="33374" y="90284"/>
                      <a:pt x="32685" y="91098"/>
                      <a:pt x="30806" y="91411"/>
                    </a:cubicBezTo>
                    <a:cubicBezTo>
                      <a:pt x="28113" y="91787"/>
                      <a:pt x="24857" y="92100"/>
                      <a:pt x="22289" y="92100"/>
                    </a:cubicBezTo>
                    <a:cubicBezTo>
                      <a:pt x="13145" y="92100"/>
                      <a:pt x="6130" y="88593"/>
                      <a:pt x="6130" y="79323"/>
                    </a:cubicBezTo>
                    <a:cubicBezTo>
                      <a:pt x="6130" y="77570"/>
                      <a:pt x="6255" y="76192"/>
                      <a:pt x="6694" y="74062"/>
                    </a:cubicBezTo>
                    <a:lnTo>
                      <a:pt x="15024" y="27027"/>
                    </a:lnTo>
                    <a:lnTo>
                      <a:pt x="2184" y="25524"/>
                    </a:lnTo>
                    <a:cubicBezTo>
                      <a:pt x="807" y="25399"/>
                      <a:pt x="-258" y="24459"/>
                      <a:pt x="55" y="23081"/>
                    </a:cubicBezTo>
                    <a:lnTo>
                      <a:pt x="744" y="19449"/>
                    </a:lnTo>
                    <a:cubicBezTo>
                      <a:pt x="1120" y="17570"/>
                      <a:pt x="2247" y="17006"/>
                      <a:pt x="3687" y="17006"/>
                    </a:cubicBezTo>
                    <a:lnTo>
                      <a:pt x="16777" y="17006"/>
                    </a:lnTo>
                    <a:lnTo>
                      <a:pt x="18907" y="3791"/>
                    </a:lnTo>
                    <a:cubicBezTo>
                      <a:pt x="19157" y="2413"/>
                      <a:pt x="20410" y="1349"/>
                      <a:pt x="21850" y="1098"/>
                    </a:cubicBezTo>
                    <a:lnTo>
                      <a:pt x="28990" y="34"/>
                    </a:lnTo>
                    <a:cubicBezTo>
                      <a:pt x="30869" y="-217"/>
                      <a:pt x="31307" y="973"/>
                      <a:pt x="30994" y="2351"/>
                    </a:cubicBezTo>
                    <a:lnTo>
                      <a:pt x="28552" y="17069"/>
                    </a:lnTo>
                    <a:lnTo>
                      <a:pt x="43145" y="17069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13"/>
              <p:cNvSpPr/>
              <p:nvPr/>
            </p:nvSpPr>
            <p:spPr>
              <a:xfrm>
                <a:off x="10706464" y="2801390"/>
                <a:ext cx="45728" cy="75093"/>
              </a:xfrm>
              <a:custGeom>
                <a:avLst/>
                <a:gdLst/>
                <a:ahLst/>
                <a:cxnLst/>
                <a:rect l="l" t="t" r="r" b="b"/>
                <a:pathLst>
                  <a:path w="45728" h="75093" extrusionOk="0">
                    <a:moveTo>
                      <a:pt x="11966" y="72400"/>
                    </a:moveTo>
                    <a:cubicBezTo>
                      <a:pt x="11716" y="73904"/>
                      <a:pt x="10213" y="75094"/>
                      <a:pt x="8709" y="75094"/>
                    </a:cubicBezTo>
                    <a:lnTo>
                      <a:pt x="2071" y="75094"/>
                    </a:lnTo>
                    <a:cubicBezTo>
                      <a:pt x="567" y="75094"/>
                      <a:pt x="-247" y="73778"/>
                      <a:pt x="67" y="72400"/>
                    </a:cubicBezTo>
                    <a:lnTo>
                      <a:pt x="12091" y="3633"/>
                    </a:lnTo>
                    <a:cubicBezTo>
                      <a:pt x="12342" y="2129"/>
                      <a:pt x="13720" y="939"/>
                      <a:pt x="15223" y="939"/>
                    </a:cubicBezTo>
                    <a:lnTo>
                      <a:pt x="21549" y="939"/>
                    </a:lnTo>
                    <a:cubicBezTo>
                      <a:pt x="23177" y="939"/>
                      <a:pt x="23866" y="2317"/>
                      <a:pt x="23553" y="3633"/>
                    </a:cubicBezTo>
                    <a:lnTo>
                      <a:pt x="22989" y="6764"/>
                    </a:lnTo>
                    <a:cubicBezTo>
                      <a:pt x="30254" y="1127"/>
                      <a:pt x="36768" y="0"/>
                      <a:pt x="42968" y="0"/>
                    </a:cubicBezTo>
                    <a:lnTo>
                      <a:pt x="43219" y="0"/>
                    </a:lnTo>
                    <a:cubicBezTo>
                      <a:pt x="45536" y="0"/>
                      <a:pt x="45912" y="939"/>
                      <a:pt x="45661" y="2443"/>
                    </a:cubicBezTo>
                    <a:lnTo>
                      <a:pt x="44722" y="8079"/>
                    </a:lnTo>
                    <a:cubicBezTo>
                      <a:pt x="44471" y="9582"/>
                      <a:pt x="43344" y="10397"/>
                      <a:pt x="41465" y="10397"/>
                    </a:cubicBezTo>
                    <a:lnTo>
                      <a:pt x="41089" y="10397"/>
                    </a:lnTo>
                    <a:cubicBezTo>
                      <a:pt x="33386" y="10397"/>
                      <a:pt x="28438" y="11774"/>
                      <a:pt x="21799" y="15908"/>
                    </a:cubicBezTo>
                    <a:lnTo>
                      <a:pt x="11966" y="72400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13"/>
              <p:cNvSpPr/>
              <p:nvPr/>
            </p:nvSpPr>
            <p:spPr>
              <a:xfrm>
                <a:off x="10754048" y="2774271"/>
                <a:ext cx="29286" cy="102212"/>
              </a:xfrm>
              <a:custGeom>
                <a:avLst/>
                <a:gdLst/>
                <a:ahLst/>
                <a:cxnLst/>
                <a:rect l="l" t="t" r="r" b="b"/>
                <a:pathLst>
                  <a:path w="29286" h="102212" extrusionOk="0">
                    <a:moveTo>
                      <a:pt x="21814" y="28058"/>
                    </a:moveTo>
                    <a:cubicBezTo>
                      <a:pt x="23443" y="28058"/>
                      <a:pt x="24382" y="28622"/>
                      <a:pt x="23944" y="30751"/>
                    </a:cubicBezTo>
                    <a:lnTo>
                      <a:pt x="11919" y="99519"/>
                    </a:lnTo>
                    <a:cubicBezTo>
                      <a:pt x="11668" y="101022"/>
                      <a:pt x="10979" y="102212"/>
                      <a:pt x="8662" y="102212"/>
                    </a:cubicBezTo>
                    <a:lnTo>
                      <a:pt x="2211" y="102212"/>
                    </a:lnTo>
                    <a:cubicBezTo>
                      <a:pt x="332" y="102212"/>
                      <a:pt x="-232" y="100897"/>
                      <a:pt x="82" y="99519"/>
                    </a:cubicBezTo>
                    <a:lnTo>
                      <a:pt x="12107" y="30751"/>
                    </a:lnTo>
                    <a:cubicBezTo>
                      <a:pt x="12482" y="28309"/>
                      <a:pt x="13860" y="28058"/>
                      <a:pt x="15363" y="28058"/>
                    </a:cubicBezTo>
                    <a:lnTo>
                      <a:pt x="21814" y="28058"/>
                    </a:lnTo>
                    <a:close/>
                    <a:moveTo>
                      <a:pt x="27075" y="0"/>
                    </a:moveTo>
                    <a:cubicBezTo>
                      <a:pt x="28954" y="0"/>
                      <a:pt x="29518" y="814"/>
                      <a:pt x="29205" y="2693"/>
                    </a:cubicBezTo>
                    <a:lnTo>
                      <a:pt x="27326" y="13465"/>
                    </a:lnTo>
                    <a:cubicBezTo>
                      <a:pt x="26950" y="15344"/>
                      <a:pt x="26261" y="16159"/>
                      <a:pt x="24069" y="16159"/>
                    </a:cubicBezTo>
                    <a:lnTo>
                      <a:pt x="17180" y="16159"/>
                    </a:lnTo>
                    <a:cubicBezTo>
                      <a:pt x="15175" y="16159"/>
                      <a:pt x="14737" y="14843"/>
                      <a:pt x="15050" y="13465"/>
                    </a:cubicBezTo>
                    <a:lnTo>
                      <a:pt x="16929" y="2693"/>
                    </a:lnTo>
                    <a:cubicBezTo>
                      <a:pt x="17180" y="1190"/>
                      <a:pt x="18119" y="0"/>
                      <a:pt x="20186" y="0"/>
                    </a:cubicBezTo>
                    <a:lnTo>
                      <a:pt x="27075" y="0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13"/>
              <p:cNvSpPr/>
              <p:nvPr/>
            </p:nvSpPr>
            <p:spPr>
              <a:xfrm>
                <a:off x="10786259" y="2801390"/>
                <a:ext cx="64286" cy="76033"/>
              </a:xfrm>
              <a:custGeom>
                <a:avLst/>
                <a:gdLst/>
                <a:ahLst/>
                <a:cxnLst/>
                <a:rect l="l" t="t" r="r" b="b"/>
                <a:pathLst>
                  <a:path w="64286" h="76033" extrusionOk="0">
                    <a:moveTo>
                      <a:pt x="61879" y="3069"/>
                    </a:moveTo>
                    <a:cubicBezTo>
                      <a:pt x="64321" y="3633"/>
                      <a:pt x="64446" y="4384"/>
                      <a:pt x="64196" y="6200"/>
                    </a:cubicBezTo>
                    <a:lnTo>
                      <a:pt x="52609" y="72400"/>
                    </a:lnTo>
                    <a:cubicBezTo>
                      <a:pt x="52359" y="73904"/>
                      <a:pt x="51670" y="75094"/>
                      <a:pt x="49478" y="75094"/>
                    </a:cubicBezTo>
                    <a:lnTo>
                      <a:pt x="44092" y="75094"/>
                    </a:lnTo>
                    <a:cubicBezTo>
                      <a:pt x="42087" y="75094"/>
                      <a:pt x="41774" y="74029"/>
                      <a:pt x="42087" y="72150"/>
                    </a:cubicBezTo>
                    <a:lnTo>
                      <a:pt x="42776" y="67954"/>
                    </a:lnTo>
                    <a:cubicBezTo>
                      <a:pt x="34822" y="73590"/>
                      <a:pt x="30125" y="76033"/>
                      <a:pt x="21044" y="76033"/>
                    </a:cubicBezTo>
                    <a:cubicBezTo>
                      <a:pt x="9582" y="76033"/>
                      <a:pt x="0" y="68768"/>
                      <a:pt x="0" y="52171"/>
                    </a:cubicBezTo>
                    <a:cubicBezTo>
                      <a:pt x="0" y="49603"/>
                      <a:pt x="251" y="46910"/>
                      <a:pt x="814" y="44092"/>
                    </a:cubicBezTo>
                    <a:lnTo>
                      <a:pt x="3257" y="30751"/>
                    </a:lnTo>
                    <a:cubicBezTo>
                      <a:pt x="7453" y="7390"/>
                      <a:pt x="22108" y="0"/>
                      <a:pt x="38330" y="0"/>
                    </a:cubicBezTo>
                    <a:cubicBezTo>
                      <a:pt x="46409" y="0"/>
                      <a:pt x="55052" y="1315"/>
                      <a:pt x="61941" y="3132"/>
                    </a:cubicBezTo>
                    <a:close/>
                    <a:moveTo>
                      <a:pt x="38330" y="9958"/>
                    </a:moveTo>
                    <a:cubicBezTo>
                      <a:pt x="24426" y="9958"/>
                      <a:pt x="17411" y="17662"/>
                      <a:pt x="14843" y="31941"/>
                    </a:cubicBezTo>
                    <a:lnTo>
                      <a:pt x="12401" y="45845"/>
                    </a:lnTo>
                    <a:cubicBezTo>
                      <a:pt x="12025" y="47849"/>
                      <a:pt x="11837" y="50041"/>
                      <a:pt x="11837" y="52046"/>
                    </a:cubicBezTo>
                    <a:cubicBezTo>
                      <a:pt x="11837" y="62442"/>
                      <a:pt x="17098" y="66075"/>
                      <a:pt x="23549" y="66075"/>
                    </a:cubicBezTo>
                    <a:cubicBezTo>
                      <a:pt x="30000" y="66075"/>
                      <a:pt x="35699" y="63256"/>
                      <a:pt x="43090" y="58246"/>
                    </a:cubicBezTo>
                    <a:lnTo>
                      <a:pt x="51294" y="11336"/>
                    </a:lnTo>
                    <a:cubicBezTo>
                      <a:pt x="47662" y="10647"/>
                      <a:pt x="43904" y="9958"/>
                      <a:pt x="38204" y="9958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13"/>
              <p:cNvSpPr/>
              <p:nvPr/>
            </p:nvSpPr>
            <p:spPr>
              <a:xfrm>
                <a:off x="10854680" y="2801453"/>
                <a:ext cx="58947" cy="75970"/>
              </a:xfrm>
              <a:custGeom>
                <a:avLst/>
                <a:gdLst/>
                <a:ahLst/>
                <a:cxnLst/>
                <a:rect l="l" t="t" r="r" b="b"/>
                <a:pathLst>
                  <a:path w="58947" h="75970" extrusionOk="0">
                    <a:moveTo>
                      <a:pt x="56839" y="1691"/>
                    </a:moveTo>
                    <a:cubicBezTo>
                      <a:pt x="58843" y="2067"/>
                      <a:pt x="59156" y="2505"/>
                      <a:pt x="58843" y="4384"/>
                    </a:cubicBezTo>
                    <a:lnTo>
                      <a:pt x="58154" y="8831"/>
                    </a:lnTo>
                    <a:cubicBezTo>
                      <a:pt x="57904" y="10459"/>
                      <a:pt x="57090" y="11399"/>
                      <a:pt x="55023" y="11148"/>
                    </a:cubicBezTo>
                    <a:cubicBezTo>
                      <a:pt x="50451" y="10584"/>
                      <a:pt x="42747" y="10083"/>
                      <a:pt x="35232" y="10083"/>
                    </a:cubicBezTo>
                    <a:cubicBezTo>
                      <a:pt x="29031" y="10083"/>
                      <a:pt x="21077" y="11837"/>
                      <a:pt x="21077" y="19666"/>
                    </a:cubicBezTo>
                    <a:cubicBezTo>
                      <a:pt x="21077" y="23048"/>
                      <a:pt x="23770" y="25616"/>
                      <a:pt x="28342" y="28559"/>
                    </a:cubicBezTo>
                    <a:lnTo>
                      <a:pt x="40367" y="36513"/>
                    </a:lnTo>
                    <a:cubicBezTo>
                      <a:pt x="49699" y="42714"/>
                      <a:pt x="52392" y="47411"/>
                      <a:pt x="52392" y="54551"/>
                    </a:cubicBezTo>
                    <a:cubicBezTo>
                      <a:pt x="52392" y="70459"/>
                      <a:pt x="38238" y="75970"/>
                      <a:pt x="23395" y="75970"/>
                    </a:cubicBezTo>
                    <a:cubicBezTo>
                      <a:pt x="17758" y="75970"/>
                      <a:pt x="8301" y="75407"/>
                      <a:pt x="2351" y="73966"/>
                    </a:cubicBezTo>
                    <a:cubicBezTo>
                      <a:pt x="973" y="73716"/>
                      <a:pt x="-217" y="72776"/>
                      <a:pt x="34" y="71273"/>
                    </a:cubicBezTo>
                    <a:lnTo>
                      <a:pt x="848" y="66576"/>
                    </a:lnTo>
                    <a:cubicBezTo>
                      <a:pt x="1224" y="64822"/>
                      <a:pt x="1913" y="64259"/>
                      <a:pt x="4230" y="64572"/>
                    </a:cubicBezTo>
                    <a:cubicBezTo>
                      <a:pt x="10556" y="65386"/>
                      <a:pt x="20263" y="66075"/>
                      <a:pt x="25148" y="66075"/>
                    </a:cubicBezTo>
                    <a:cubicBezTo>
                      <a:pt x="33102" y="66075"/>
                      <a:pt x="40367" y="63256"/>
                      <a:pt x="40367" y="54613"/>
                    </a:cubicBezTo>
                    <a:cubicBezTo>
                      <a:pt x="40367" y="51482"/>
                      <a:pt x="38739" y="49102"/>
                      <a:pt x="32539" y="45031"/>
                    </a:cubicBezTo>
                    <a:lnTo>
                      <a:pt x="20388" y="37077"/>
                    </a:lnTo>
                    <a:cubicBezTo>
                      <a:pt x="12998" y="32192"/>
                      <a:pt x="9052" y="26806"/>
                      <a:pt x="9052" y="19541"/>
                    </a:cubicBezTo>
                    <a:cubicBezTo>
                      <a:pt x="9052" y="4572"/>
                      <a:pt x="23457" y="0"/>
                      <a:pt x="36985" y="0"/>
                    </a:cubicBezTo>
                    <a:cubicBezTo>
                      <a:pt x="47382" y="0"/>
                      <a:pt x="51015" y="564"/>
                      <a:pt x="56839" y="175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13"/>
              <p:cNvSpPr/>
              <p:nvPr/>
            </p:nvSpPr>
            <p:spPr>
              <a:xfrm>
                <a:off x="10958555" y="2775085"/>
                <a:ext cx="69698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69698" h="102400" extrusionOk="0">
                    <a:moveTo>
                      <a:pt x="60877" y="0"/>
                    </a:moveTo>
                    <a:lnTo>
                      <a:pt x="67766" y="0"/>
                    </a:lnTo>
                    <a:cubicBezTo>
                      <a:pt x="69269" y="0"/>
                      <a:pt x="69895" y="689"/>
                      <a:pt x="69645" y="2568"/>
                    </a:cubicBezTo>
                    <a:lnTo>
                      <a:pt x="53048" y="96951"/>
                    </a:lnTo>
                    <a:cubicBezTo>
                      <a:pt x="52797" y="98705"/>
                      <a:pt x="52108" y="99645"/>
                      <a:pt x="49666" y="100083"/>
                    </a:cubicBezTo>
                    <a:cubicBezTo>
                      <a:pt x="41023" y="101711"/>
                      <a:pt x="32693" y="102400"/>
                      <a:pt x="24426" y="102400"/>
                    </a:cubicBezTo>
                    <a:cubicBezTo>
                      <a:pt x="7954" y="102400"/>
                      <a:pt x="0" y="92317"/>
                      <a:pt x="0" y="77599"/>
                    </a:cubicBezTo>
                    <a:cubicBezTo>
                      <a:pt x="0" y="74906"/>
                      <a:pt x="251" y="72087"/>
                      <a:pt x="814" y="69081"/>
                    </a:cubicBezTo>
                    <a:lnTo>
                      <a:pt x="2568" y="59373"/>
                    </a:lnTo>
                    <a:cubicBezTo>
                      <a:pt x="6764" y="36200"/>
                      <a:pt x="18100" y="26367"/>
                      <a:pt x="37766" y="26367"/>
                    </a:cubicBezTo>
                    <a:cubicBezTo>
                      <a:pt x="41962" y="26367"/>
                      <a:pt x="48288" y="26743"/>
                      <a:pt x="53298" y="27683"/>
                    </a:cubicBezTo>
                    <a:lnTo>
                      <a:pt x="57745" y="2630"/>
                    </a:lnTo>
                    <a:cubicBezTo>
                      <a:pt x="58121" y="752"/>
                      <a:pt x="59373" y="63"/>
                      <a:pt x="60877" y="63"/>
                    </a:cubicBezTo>
                    <a:close/>
                    <a:moveTo>
                      <a:pt x="36012" y="36639"/>
                    </a:moveTo>
                    <a:cubicBezTo>
                      <a:pt x="22797" y="36639"/>
                      <a:pt x="16848" y="46221"/>
                      <a:pt x="14468" y="59311"/>
                    </a:cubicBezTo>
                    <a:lnTo>
                      <a:pt x="12714" y="69018"/>
                    </a:lnTo>
                    <a:cubicBezTo>
                      <a:pt x="12150" y="72275"/>
                      <a:pt x="11774" y="75219"/>
                      <a:pt x="11774" y="77787"/>
                    </a:cubicBezTo>
                    <a:cubicBezTo>
                      <a:pt x="11774" y="86931"/>
                      <a:pt x="15845" y="91941"/>
                      <a:pt x="26179" y="91941"/>
                    </a:cubicBezTo>
                    <a:cubicBezTo>
                      <a:pt x="30751" y="91941"/>
                      <a:pt x="37390" y="91565"/>
                      <a:pt x="42087" y="91127"/>
                    </a:cubicBezTo>
                    <a:lnTo>
                      <a:pt x="51544" y="37578"/>
                    </a:lnTo>
                    <a:cubicBezTo>
                      <a:pt x="47223" y="36764"/>
                      <a:pt x="40334" y="36639"/>
                      <a:pt x="36012" y="3663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13"/>
              <p:cNvSpPr/>
              <p:nvPr/>
            </p:nvSpPr>
            <p:spPr>
              <a:xfrm>
                <a:off x="11031644" y="2801390"/>
                <a:ext cx="63131" cy="76033"/>
              </a:xfrm>
              <a:custGeom>
                <a:avLst/>
                <a:gdLst/>
                <a:ahLst/>
                <a:cxnLst/>
                <a:rect l="l" t="t" r="r" b="b"/>
                <a:pathLst>
                  <a:path w="63131" h="76033" extrusionOk="0">
                    <a:moveTo>
                      <a:pt x="62442" y="32881"/>
                    </a:moveTo>
                    <a:lnTo>
                      <a:pt x="60689" y="43152"/>
                    </a:lnTo>
                    <a:cubicBezTo>
                      <a:pt x="57181" y="63632"/>
                      <a:pt x="46096" y="76033"/>
                      <a:pt x="24802" y="76033"/>
                    </a:cubicBezTo>
                    <a:cubicBezTo>
                      <a:pt x="8643" y="76033"/>
                      <a:pt x="0" y="65511"/>
                      <a:pt x="0" y="50543"/>
                    </a:cubicBezTo>
                    <a:cubicBezTo>
                      <a:pt x="0" y="48100"/>
                      <a:pt x="251" y="45720"/>
                      <a:pt x="689" y="43152"/>
                    </a:cubicBezTo>
                    <a:lnTo>
                      <a:pt x="2443" y="32881"/>
                    </a:lnTo>
                    <a:cubicBezTo>
                      <a:pt x="6201" y="11023"/>
                      <a:pt x="18100" y="0"/>
                      <a:pt x="38204" y="0"/>
                    </a:cubicBezTo>
                    <a:cubicBezTo>
                      <a:pt x="54801" y="0"/>
                      <a:pt x="63131" y="10522"/>
                      <a:pt x="63131" y="25365"/>
                    </a:cubicBezTo>
                    <a:cubicBezTo>
                      <a:pt x="63131" y="27808"/>
                      <a:pt x="62881" y="30376"/>
                      <a:pt x="62442" y="32943"/>
                    </a:cubicBezTo>
                    <a:close/>
                    <a:moveTo>
                      <a:pt x="36451" y="10334"/>
                    </a:moveTo>
                    <a:cubicBezTo>
                      <a:pt x="24739" y="10334"/>
                      <a:pt x="16660" y="19102"/>
                      <a:pt x="14342" y="32881"/>
                    </a:cubicBezTo>
                    <a:lnTo>
                      <a:pt x="12589" y="43152"/>
                    </a:lnTo>
                    <a:cubicBezTo>
                      <a:pt x="12025" y="46096"/>
                      <a:pt x="11774" y="48664"/>
                      <a:pt x="11774" y="51106"/>
                    </a:cubicBezTo>
                    <a:cubicBezTo>
                      <a:pt x="11774" y="60689"/>
                      <a:pt x="16096" y="65699"/>
                      <a:pt x="26618" y="65699"/>
                    </a:cubicBezTo>
                    <a:cubicBezTo>
                      <a:pt x="38455" y="65699"/>
                      <a:pt x="46597" y="56367"/>
                      <a:pt x="48852" y="43152"/>
                    </a:cubicBezTo>
                    <a:lnTo>
                      <a:pt x="50605" y="32881"/>
                    </a:lnTo>
                    <a:cubicBezTo>
                      <a:pt x="51169" y="30062"/>
                      <a:pt x="51294" y="27495"/>
                      <a:pt x="51294" y="25177"/>
                    </a:cubicBezTo>
                    <a:cubicBezTo>
                      <a:pt x="51294" y="15470"/>
                      <a:pt x="46973" y="10334"/>
                      <a:pt x="36451" y="1033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13"/>
              <p:cNvSpPr/>
              <p:nvPr/>
            </p:nvSpPr>
            <p:spPr>
              <a:xfrm>
                <a:off x="11144504" y="2775399"/>
                <a:ext cx="70120" cy="102024"/>
              </a:xfrm>
              <a:custGeom>
                <a:avLst/>
                <a:gdLst/>
                <a:ahLst/>
                <a:cxnLst/>
                <a:rect l="l" t="t" r="r" b="b"/>
                <a:pathLst>
                  <a:path w="70120" h="102024" extrusionOk="0">
                    <a:moveTo>
                      <a:pt x="21858" y="25052"/>
                    </a:moveTo>
                    <a:lnTo>
                      <a:pt x="18601" y="43778"/>
                    </a:lnTo>
                    <a:lnTo>
                      <a:pt x="60000" y="43778"/>
                    </a:lnTo>
                    <a:cubicBezTo>
                      <a:pt x="61503" y="43778"/>
                      <a:pt x="62442" y="44467"/>
                      <a:pt x="62129" y="46472"/>
                    </a:cubicBezTo>
                    <a:lnTo>
                      <a:pt x="61315" y="51607"/>
                    </a:lnTo>
                    <a:cubicBezTo>
                      <a:pt x="61064" y="53110"/>
                      <a:pt x="60375" y="54300"/>
                      <a:pt x="58058" y="54300"/>
                    </a:cubicBezTo>
                    <a:lnTo>
                      <a:pt x="16660" y="54300"/>
                    </a:lnTo>
                    <a:lnTo>
                      <a:pt x="12776" y="76972"/>
                    </a:lnTo>
                    <a:cubicBezTo>
                      <a:pt x="12401" y="79102"/>
                      <a:pt x="12088" y="80856"/>
                      <a:pt x="12088" y="82484"/>
                    </a:cubicBezTo>
                    <a:cubicBezTo>
                      <a:pt x="12088" y="88559"/>
                      <a:pt x="15470" y="91002"/>
                      <a:pt x="26806" y="91002"/>
                    </a:cubicBezTo>
                    <a:lnTo>
                      <a:pt x="52421" y="91002"/>
                    </a:lnTo>
                    <a:cubicBezTo>
                      <a:pt x="53799" y="91002"/>
                      <a:pt x="54300" y="91252"/>
                      <a:pt x="54050" y="92630"/>
                    </a:cubicBezTo>
                    <a:lnTo>
                      <a:pt x="52860" y="99206"/>
                    </a:lnTo>
                    <a:cubicBezTo>
                      <a:pt x="52734" y="100020"/>
                      <a:pt x="52609" y="100835"/>
                      <a:pt x="51231" y="101085"/>
                    </a:cubicBezTo>
                    <a:cubicBezTo>
                      <a:pt x="47348" y="101461"/>
                      <a:pt x="32755" y="102025"/>
                      <a:pt x="24801" y="102025"/>
                    </a:cubicBezTo>
                    <a:cubicBezTo>
                      <a:pt x="9457" y="102025"/>
                      <a:pt x="0" y="95699"/>
                      <a:pt x="0" y="82609"/>
                    </a:cubicBezTo>
                    <a:cubicBezTo>
                      <a:pt x="0" y="80856"/>
                      <a:pt x="125" y="78977"/>
                      <a:pt x="564" y="76972"/>
                    </a:cubicBezTo>
                    <a:lnTo>
                      <a:pt x="9582" y="25052"/>
                    </a:lnTo>
                    <a:cubicBezTo>
                      <a:pt x="13090" y="5198"/>
                      <a:pt x="23862" y="0"/>
                      <a:pt x="42776" y="0"/>
                    </a:cubicBezTo>
                    <a:cubicBezTo>
                      <a:pt x="57995" y="0"/>
                      <a:pt x="65323" y="564"/>
                      <a:pt x="68956" y="1190"/>
                    </a:cubicBezTo>
                    <a:cubicBezTo>
                      <a:pt x="69895" y="1315"/>
                      <a:pt x="70334" y="1754"/>
                      <a:pt x="70020" y="3069"/>
                    </a:cubicBezTo>
                    <a:lnTo>
                      <a:pt x="68830" y="9395"/>
                    </a:lnTo>
                    <a:cubicBezTo>
                      <a:pt x="68705" y="10772"/>
                      <a:pt x="68016" y="11023"/>
                      <a:pt x="67077" y="11023"/>
                    </a:cubicBezTo>
                    <a:lnTo>
                      <a:pt x="41023" y="11023"/>
                    </a:lnTo>
                    <a:cubicBezTo>
                      <a:pt x="26743" y="11023"/>
                      <a:pt x="23611" y="14781"/>
                      <a:pt x="21858" y="25052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13"/>
              <p:cNvSpPr/>
              <p:nvPr/>
            </p:nvSpPr>
            <p:spPr>
              <a:xfrm>
                <a:off x="11211860" y="2801453"/>
                <a:ext cx="58947" cy="75970"/>
              </a:xfrm>
              <a:custGeom>
                <a:avLst/>
                <a:gdLst/>
                <a:ahLst/>
                <a:cxnLst/>
                <a:rect l="l" t="t" r="r" b="b"/>
                <a:pathLst>
                  <a:path w="58947" h="75970" extrusionOk="0">
                    <a:moveTo>
                      <a:pt x="56839" y="1691"/>
                    </a:moveTo>
                    <a:cubicBezTo>
                      <a:pt x="58843" y="2067"/>
                      <a:pt x="59156" y="2505"/>
                      <a:pt x="58843" y="4384"/>
                    </a:cubicBezTo>
                    <a:lnTo>
                      <a:pt x="58154" y="8831"/>
                    </a:lnTo>
                    <a:cubicBezTo>
                      <a:pt x="57904" y="10459"/>
                      <a:pt x="57090" y="11399"/>
                      <a:pt x="55023" y="11148"/>
                    </a:cubicBezTo>
                    <a:cubicBezTo>
                      <a:pt x="50451" y="10584"/>
                      <a:pt x="42747" y="10083"/>
                      <a:pt x="35232" y="10083"/>
                    </a:cubicBezTo>
                    <a:cubicBezTo>
                      <a:pt x="29031" y="10083"/>
                      <a:pt x="21077" y="11837"/>
                      <a:pt x="21077" y="19666"/>
                    </a:cubicBezTo>
                    <a:cubicBezTo>
                      <a:pt x="21077" y="23048"/>
                      <a:pt x="23770" y="25616"/>
                      <a:pt x="28342" y="28559"/>
                    </a:cubicBezTo>
                    <a:lnTo>
                      <a:pt x="40367" y="36513"/>
                    </a:lnTo>
                    <a:cubicBezTo>
                      <a:pt x="49699" y="42714"/>
                      <a:pt x="52392" y="47411"/>
                      <a:pt x="52392" y="54551"/>
                    </a:cubicBezTo>
                    <a:cubicBezTo>
                      <a:pt x="52392" y="70459"/>
                      <a:pt x="38238" y="75970"/>
                      <a:pt x="23395" y="75970"/>
                    </a:cubicBezTo>
                    <a:cubicBezTo>
                      <a:pt x="17758" y="75970"/>
                      <a:pt x="8301" y="75407"/>
                      <a:pt x="2351" y="73966"/>
                    </a:cubicBezTo>
                    <a:cubicBezTo>
                      <a:pt x="973" y="73716"/>
                      <a:pt x="-217" y="72776"/>
                      <a:pt x="34" y="71273"/>
                    </a:cubicBezTo>
                    <a:lnTo>
                      <a:pt x="848" y="66576"/>
                    </a:lnTo>
                    <a:cubicBezTo>
                      <a:pt x="1224" y="64822"/>
                      <a:pt x="1913" y="64259"/>
                      <a:pt x="4230" y="64572"/>
                    </a:cubicBezTo>
                    <a:cubicBezTo>
                      <a:pt x="10556" y="65386"/>
                      <a:pt x="20263" y="66075"/>
                      <a:pt x="25148" y="66075"/>
                    </a:cubicBezTo>
                    <a:cubicBezTo>
                      <a:pt x="33102" y="66075"/>
                      <a:pt x="40367" y="63256"/>
                      <a:pt x="40367" y="54613"/>
                    </a:cubicBezTo>
                    <a:cubicBezTo>
                      <a:pt x="40367" y="51482"/>
                      <a:pt x="38739" y="49102"/>
                      <a:pt x="32539" y="45031"/>
                    </a:cubicBezTo>
                    <a:lnTo>
                      <a:pt x="20388" y="37077"/>
                    </a:lnTo>
                    <a:cubicBezTo>
                      <a:pt x="12998" y="32192"/>
                      <a:pt x="9052" y="26806"/>
                      <a:pt x="9052" y="19541"/>
                    </a:cubicBezTo>
                    <a:cubicBezTo>
                      <a:pt x="9052" y="4572"/>
                      <a:pt x="23457" y="0"/>
                      <a:pt x="36985" y="0"/>
                    </a:cubicBezTo>
                    <a:cubicBezTo>
                      <a:pt x="47382" y="0"/>
                      <a:pt x="51015" y="564"/>
                      <a:pt x="56839" y="175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13"/>
              <p:cNvSpPr/>
              <p:nvPr/>
            </p:nvSpPr>
            <p:spPr>
              <a:xfrm>
                <a:off x="11279542" y="2785323"/>
                <a:ext cx="45465" cy="92099"/>
              </a:xfrm>
              <a:custGeom>
                <a:avLst/>
                <a:gdLst/>
                <a:ahLst/>
                <a:cxnLst/>
                <a:rect l="l" t="t" r="r" b="b"/>
                <a:pathLst>
                  <a:path w="45465" h="92099" extrusionOk="0">
                    <a:moveTo>
                      <a:pt x="43270" y="17006"/>
                    </a:moveTo>
                    <a:cubicBezTo>
                      <a:pt x="44898" y="17006"/>
                      <a:pt x="45712" y="17821"/>
                      <a:pt x="45399" y="19699"/>
                    </a:cubicBezTo>
                    <a:lnTo>
                      <a:pt x="44585" y="24271"/>
                    </a:lnTo>
                    <a:cubicBezTo>
                      <a:pt x="44209" y="26714"/>
                      <a:pt x="42957" y="26965"/>
                      <a:pt x="41454" y="26965"/>
                    </a:cubicBezTo>
                    <a:lnTo>
                      <a:pt x="26861" y="26965"/>
                    </a:lnTo>
                    <a:lnTo>
                      <a:pt x="18531" y="74313"/>
                    </a:lnTo>
                    <a:cubicBezTo>
                      <a:pt x="18280" y="75941"/>
                      <a:pt x="18155" y="77131"/>
                      <a:pt x="18155" y="78196"/>
                    </a:cubicBezTo>
                    <a:cubicBezTo>
                      <a:pt x="18155" y="82079"/>
                      <a:pt x="20034" y="82517"/>
                      <a:pt x="24355" y="82517"/>
                    </a:cubicBezTo>
                    <a:lnTo>
                      <a:pt x="32560" y="82517"/>
                    </a:lnTo>
                    <a:cubicBezTo>
                      <a:pt x="34063" y="82517"/>
                      <a:pt x="34690" y="82893"/>
                      <a:pt x="34439" y="84396"/>
                    </a:cubicBezTo>
                    <a:lnTo>
                      <a:pt x="33625" y="89094"/>
                    </a:lnTo>
                    <a:cubicBezTo>
                      <a:pt x="33374" y="90284"/>
                      <a:pt x="32685" y="91098"/>
                      <a:pt x="30806" y="91411"/>
                    </a:cubicBezTo>
                    <a:cubicBezTo>
                      <a:pt x="28113" y="91787"/>
                      <a:pt x="24857" y="92100"/>
                      <a:pt x="22289" y="92100"/>
                    </a:cubicBezTo>
                    <a:cubicBezTo>
                      <a:pt x="13145" y="92100"/>
                      <a:pt x="6130" y="88593"/>
                      <a:pt x="6130" y="79323"/>
                    </a:cubicBezTo>
                    <a:cubicBezTo>
                      <a:pt x="6130" y="77570"/>
                      <a:pt x="6255" y="76192"/>
                      <a:pt x="6694" y="74062"/>
                    </a:cubicBezTo>
                    <a:lnTo>
                      <a:pt x="15024" y="27027"/>
                    </a:lnTo>
                    <a:lnTo>
                      <a:pt x="2184" y="25524"/>
                    </a:lnTo>
                    <a:cubicBezTo>
                      <a:pt x="807" y="25399"/>
                      <a:pt x="-258" y="24459"/>
                      <a:pt x="55" y="23081"/>
                    </a:cubicBezTo>
                    <a:lnTo>
                      <a:pt x="744" y="19449"/>
                    </a:lnTo>
                    <a:cubicBezTo>
                      <a:pt x="1120" y="17570"/>
                      <a:pt x="2247" y="17006"/>
                      <a:pt x="3688" y="17006"/>
                    </a:cubicBezTo>
                    <a:lnTo>
                      <a:pt x="16777" y="17006"/>
                    </a:lnTo>
                    <a:lnTo>
                      <a:pt x="18907" y="3791"/>
                    </a:lnTo>
                    <a:cubicBezTo>
                      <a:pt x="19157" y="2413"/>
                      <a:pt x="20410" y="1349"/>
                      <a:pt x="21850" y="1098"/>
                    </a:cubicBezTo>
                    <a:lnTo>
                      <a:pt x="28990" y="34"/>
                    </a:lnTo>
                    <a:cubicBezTo>
                      <a:pt x="30869" y="-217"/>
                      <a:pt x="31307" y="973"/>
                      <a:pt x="30994" y="2351"/>
                    </a:cubicBezTo>
                    <a:lnTo>
                      <a:pt x="28552" y="17069"/>
                    </a:lnTo>
                    <a:lnTo>
                      <a:pt x="43144" y="17069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5" name="Google Shape;905;p13"/>
              <p:cNvSpPr/>
              <p:nvPr/>
            </p:nvSpPr>
            <p:spPr>
              <a:xfrm>
                <a:off x="11326193" y="2801390"/>
                <a:ext cx="64286" cy="76033"/>
              </a:xfrm>
              <a:custGeom>
                <a:avLst/>
                <a:gdLst/>
                <a:ahLst/>
                <a:cxnLst/>
                <a:rect l="l" t="t" r="r" b="b"/>
                <a:pathLst>
                  <a:path w="64286" h="76033" extrusionOk="0">
                    <a:moveTo>
                      <a:pt x="61879" y="3069"/>
                    </a:moveTo>
                    <a:cubicBezTo>
                      <a:pt x="64321" y="3633"/>
                      <a:pt x="64446" y="4384"/>
                      <a:pt x="64196" y="6200"/>
                    </a:cubicBezTo>
                    <a:lnTo>
                      <a:pt x="52609" y="72400"/>
                    </a:lnTo>
                    <a:cubicBezTo>
                      <a:pt x="52359" y="73904"/>
                      <a:pt x="51670" y="75094"/>
                      <a:pt x="49478" y="75094"/>
                    </a:cubicBezTo>
                    <a:lnTo>
                      <a:pt x="44092" y="75094"/>
                    </a:lnTo>
                    <a:cubicBezTo>
                      <a:pt x="42087" y="75094"/>
                      <a:pt x="41774" y="74029"/>
                      <a:pt x="42087" y="72150"/>
                    </a:cubicBezTo>
                    <a:lnTo>
                      <a:pt x="42776" y="67954"/>
                    </a:lnTo>
                    <a:cubicBezTo>
                      <a:pt x="34823" y="73590"/>
                      <a:pt x="30125" y="76033"/>
                      <a:pt x="21044" y="76033"/>
                    </a:cubicBezTo>
                    <a:cubicBezTo>
                      <a:pt x="9582" y="76033"/>
                      <a:pt x="0" y="68768"/>
                      <a:pt x="0" y="52171"/>
                    </a:cubicBezTo>
                    <a:cubicBezTo>
                      <a:pt x="0" y="49603"/>
                      <a:pt x="251" y="46910"/>
                      <a:pt x="814" y="44092"/>
                    </a:cubicBezTo>
                    <a:lnTo>
                      <a:pt x="3257" y="30751"/>
                    </a:lnTo>
                    <a:cubicBezTo>
                      <a:pt x="7453" y="7390"/>
                      <a:pt x="22108" y="0"/>
                      <a:pt x="38330" y="0"/>
                    </a:cubicBezTo>
                    <a:cubicBezTo>
                      <a:pt x="46409" y="0"/>
                      <a:pt x="55052" y="1315"/>
                      <a:pt x="61941" y="3132"/>
                    </a:cubicBezTo>
                    <a:close/>
                    <a:moveTo>
                      <a:pt x="38267" y="9958"/>
                    </a:moveTo>
                    <a:cubicBezTo>
                      <a:pt x="24363" y="9958"/>
                      <a:pt x="17349" y="17662"/>
                      <a:pt x="14781" y="31941"/>
                    </a:cubicBezTo>
                    <a:lnTo>
                      <a:pt x="12338" y="45845"/>
                    </a:lnTo>
                    <a:cubicBezTo>
                      <a:pt x="11962" y="47849"/>
                      <a:pt x="11774" y="50041"/>
                      <a:pt x="11774" y="52046"/>
                    </a:cubicBezTo>
                    <a:cubicBezTo>
                      <a:pt x="11774" y="62442"/>
                      <a:pt x="17035" y="66075"/>
                      <a:pt x="23486" y="66075"/>
                    </a:cubicBezTo>
                    <a:cubicBezTo>
                      <a:pt x="29937" y="66075"/>
                      <a:pt x="35637" y="63256"/>
                      <a:pt x="43027" y="58246"/>
                    </a:cubicBezTo>
                    <a:lnTo>
                      <a:pt x="51232" y="11336"/>
                    </a:lnTo>
                    <a:cubicBezTo>
                      <a:pt x="47599" y="10647"/>
                      <a:pt x="43841" y="9958"/>
                      <a:pt x="38142" y="9958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6" name="Google Shape;906;p13"/>
              <p:cNvSpPr/>
              <p:nvPr/>
            </p:nvSpPr>
            <p:spPr>
              <a:xfrm>
                <a:off x="11398782" y="2775085"/>
                <a:ext cx="69698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69698" h="102400" extrusionOk="0">
                    <a:moveTo>
                      <a:pt x="60877" y="0"/>
                    </a:moveTo>
                    <a:lnTo>
                      <a:pt x="67766" y="0"/>
                    </a:lnTo>
                    <a:cubicBezTo>
                      <a:pt x="69269" y="0"/>
                      <a:pt x="69895" y="689"/>
                      <a:pt x="69645" y="2568"/>
                    </a:cubicBezTo>
                    <a:lnTo>
                      <a:pt x="53048" y="96951"/>
                    </a:lnTo>
                    <a:cubicBezTo>
                      <a:pt x="52797" y="98705"/>
                      <a:pt x="52108" y="99645"/>
                      <a:pt x="49666" y="100083"/>
                    </a:cubicBezTo>
                    <a:cubicBezTo>
                      <a:pt x="41023" y="101711"/>
                      <a:pt x="32693" y="102400"/>
                      <a:pt x="24426" y="102400"/>
                    </a:cubicBezTo>
                    <a:cubicBezTo>
                      <a:pt x="7954" y="102400"/>
                      <a:pt x="0" y="92317"/>
                      <a:pt x="0" y="77599"/>
                    </a:cubicBezTo>
                    <a:cubicBezTo>
                      <a:pt x="0" y="74906"/>
                      <a:pt x="250" y="72087"/>
                      <a:pt x="814" y="69081"/>
                    </a:cubicBezTo>
                    <a:lnTo>
                      <a:pt x="2568" y="59373"/>
                    </a:lnTo>
                    <a:cubicBezTo>
                      <a:pt x="6764" y="36200"/>
                      <a:pt x="18100" y="26367"/>
                      <a:pt x="37766" y="26367"/>
                    </a:cubicBezTo>
                    <a:cubicBezTo>
                      <a:pt x="41962" y="26367"/>
                      <a:pt x="48288" y="26743"/>
                      <a:pt x="53298" y="27683"/>
                    </a:cubicBezTo>
                    <a:lnTo>
                      <a:pt x="57745" y="2630"/>
                    </a:lnTo>
                    <a:cubicBezTo>
                      <a:pt x="58121" y="752"/>
                      <a:pt x="59373" y="63"/>
                      <a:pt x="60877" y="63"/>
                    </a:cubicBezTo>
                    <a:close/>
                    <a:moveTo>
                      <a:pt x="36075" y="36639"/>
                    </a:moveTo>
                    <a:cubicBezTo>
                      <a:pt x="22860" y="36639"/>
                      <a:pt x="16910" y="46221"/>
                      <a:pt x="14530" y="59311"/>
                    </a:cubicBezTo>
                    <a:lnTo>
                      <a:pt x="12776" y="69018"/>
                    </a:lnTo>
                    <a:cubicBezTo>
                      <a:pt x="12213" y="72275"/>
                      <a:pt x="11837" y="75219"/>
                      <a:pt x="11837" y="77787"/>
                    </a:cubicBezTo>
                    <a:cubicBezTo>
                      <a:pt x="11837" y="86931"/>
                      <a:pt x="15908" y="91941"/>
                      <a:pt x="26242" y="91941"/>
                    </a:cubicBezTo>
                    <a:cubicBezTo>
                      <a:pt x="30814" y="91941"/>
                      <a:pt x="37453" y="91565"/>
                      <a:pt x="42150" y="91127"/>
                    </a:cubicBezTo>
                    <a:lnTo>
                      <a:pt x="51607" y="37578"/>
                    </a:lnTo>
                    <a:cubicBezTo>
                      <a:pt x="47286" y="36764"/>
                      <a:pt x="40396" y="36639"/>
                      <a:pt x="36075" y="3663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13"/>
              <p:cNvSpPr/>
              <p:nvPr/>
            </p:nvSpPr>
            <p:spPr>
              <a:xfrm>
                <a:off x="11471934" y="2801390"/>
                <a:ext cx="63131" cy="76033"/>
              </a:xfrm>
              <a:custGeom>
                <a:avLst/>
                <a:gdLst/>
                <a:ahLst/>
                <a:cxnLst/>
                <a:rect l="l" t="t" r="r" b="b"/>
                <a:pathLst>
                  <a:path w="63131" h="76033" extrusionOk="0">
                    <a:moveTo>
                      <a:pt x="62442" y="32881"/>
                    </a:moveTo>
                    <a:lnTo>
                      <a:pt x="60689" y="43152"/>
                    </a:lnTo>
                    <a:cubicBezTo>
                      <a:pt x="57181" y="63632"/>
                      <a:pt x="46096" y="76033"/>
                      <a:pt x="24801" y="76033"/>
                    </a:cubicBezTo>
                    <a:cubicBezTo>
                      <a:pt x="8643" y="76033"/>
                      <a:pt x="0" y="65511"/>
                      <a:pt x="0" y="50543"/>
                    </a:cubicBezTo>
                    <a:cubicBezTo>
                      <a:pt x="0" y="48100"/>
                      <a:pt x="251" y="45720"/>
                      <a:pt x="689" y="43152"/>
                    </a:cubicBezTo>
                    <a:lnTo>
                      <a:pt x="2442" y="32881"/>
                    </a:lnTo>
                    <a:cubicBezTo>
                      <a:pt x="6200" y="11023"/>
                      <a:pt x="18100" y="0"/>
                      <a:pt x="38204" y="0"/>
                    </a:cubicBezTo>
                    <a:cubicBezTo>
                      <a:pt x="54801" y="0"/>
                      <a:pt x="63131" y="10522"/>
                      <a:pt x="63131" y="25365"/>
                    </a:cubicBezTo>
                    <a:cubicBezTo>
                      <a:pt x="63131" y="27808"/>
                      <a:pt x="62881" y="30376"/>
                      <a:pt x="62442" y="32943"/>
                    </a:cubicBezTo>
                    <a:close/>
                    <a:moveTo>
                      <a:pt x="36388" y="10334"/>
                    </a:moveTo>
                    <a:cubicBezTo>
                      <a:pt x="24676" y="10334"/>
                      <a:pt x="16597" y="19102"/>
                      <a:pt x="14280" y="32881"/>
                    </a:cubicBezTo>
                    <a:lnTo>
                      <a:pt x="12526" y="43152"/>
                    </a:lnTo>
                    <a:cubicBezTo>
                      <a:pt x="11962" y="46096"/>
                      <a:pt x="11712" y="48664"/>
                      <a:pt x="11712" y="51106"/>
                    </a:cubicBezTo>
                    <a:cubicBezTo>
                      <a:pt x="11712" y="60689"/>
                      <a:pt x="16033" y="65699"/>
                      <a:pt x="26555" y="65699"/>
                    </a:cubicBezTo>
                    <a:cubicBezTo>
                      <a:pt x="38392" y="65699"/>
                      <a:pt x="46534" y="56367"/>
                      <a:pt x="48789" y="43152"/>
                    </a:cubicBezTo>
                    <a:lnTo>
                      <a:pt x="50543" y="32881"/>
                    </a:lnTo>
                    <a:cubicBezTo>
                      <a:pt x="51106" y="30062"/>
                      <a:pt x="51231" y="27495"/>
                      <a:pt x="51231" y="25177"/>
                    </a:cubicBezTo>
                    <a:cubicBezTo>
                      <a:pt x="51231" y="15470"/>
                      <a:pt x="46910" y="10334"/>
                      <a:pt x="36388" y="1033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8" name="Google Shape;908;p13"/>
            <p:cNvGrpSpPr/>
            <p:nvPr/>
          </p:nvGrpSpPr>
          <p:grpSpPr>
            <a:xfrm>
              <a:off x="10315719" y="2945502"/>
              <a:ext cx="498264" cy="106095"/>
              <a:chOff x="10315719" y="2945502"/>
              <a:chExt cx="498264" cy="106095"/>
            </a:xfrm>
          </p:grpSpPr>
          <p:sp>
            <p:nvSpPr>
              <p:cNvPr id="909" name="Google Shape;909;p13"/>
              <p:cNvSpPr/>
              <p:nvPr/>
            </p:nvSpPr>
            <p:spPr>
              <a:xfrm>
                <a:off x="10315719" y="2949197"/>
                <a:ext cx="69698" cy="102400"/>
              </a:xfrm>
              <a:custGeom>
                <a:avLst/>
                <a:gdLst/>
                <a:ahLst/>
                <a:cxnLst/>
                <a:rect l="l" t="t" r="r" b="b"/>
                <a:pathLst>
                  <a:path w="69698" h="102400" extrusionOk="0">
                    <a:moveTo>
                      <a:pt x="60877" y="0"/>
                    </a:moveTo>
                    <a:lnTo>
                      <a:pt x="67766" y="0"/>
                    </a:lnTo>
                    <a:cubicBezTo>
                      <a:pt x="69269" y="0"/>
                      <a:pt x="69895" y="689"/>
                      <a:pt x="69645" y="2568"/>
                    </a:cubicBezTo>
                    <a:lnTo>
                      <a:pt x="53048" y="96951"/>
                    </a:lnTo>
                    <a:cubicBezTo>
                      <a:pt x="52797" y="98705"/>
                      <a:pt x="52108" y="99645"/>
                      <a:pt x="49666" y="100083"/>
                    </a:cubicBezTo>
                    <a:cubicBezTo>
                      <a:pt x="41023" y="101711"/>
                      <a:pt x="32693" y="102400"/>
                      <a:pt x="24426" y="102400"/>
                    </a:cubicBezTo>
                    <a:cubicBezTo>
                      <a:pt x="7954" y="102400"/>
                      <a:pt x="0" y="92317"/>
                      <a:pt x="0" y="77599"/>
                    </a:cubicBezTo>
                    <a:cubicBezTo>
                      <a:pt x="0" y="74906"/>
                      <a:pt x="250" y="72087"/>
                      <a:pt x="814" y="69081"/>
                    </a:cubicBezTo>
                    <a:lnTo>
                      <a:pt x="2568" y="59373"/>
                    </a:lnTo>
                    <a:cubicBezTo>
                      <a:pt x="6764" y="36200"/>
                      <a:pt x="18100" y="26367"/>
                      <a:pt x="37766" y="26367"/>
                    </a:cubicBezTo>
                    <a:cubicBezTo>
                      <a:pt x="41962" y="26367"/>
                      <a:pt x="48288" y="26743"/>
                      <a:pt x="53298" y="27683"/>
                    </a:cubicBezTo>
                    <a:lnTo>
                      <a:pt x="57745" y="2630"/>
                    </a:lnTo>
                    <a:cubicBezTo>
                      <a:pt x="58121" y="752"/>
                      <a:pt x="59373" y="63"/>
                      <a:pt x="60877" y="63"/>
                    </a:cubicBezTo>
                    <a:close/>
                    <a:moveTo>
                      <a:pt x="36075" y="36639"/>
                    </a:moveTo>
                    <a:cubicBezTo>
                      <a:pt x="22860" y="36639"/>
                      <a:pt x="16910" y="46221"/>
                      <a:pt x="14530" y="59311"/>
                    </a:cubicBezTo>
                    <a:lnTo>
                      <a:pt x="12777" y="69018"/>
                    </a:lnTo>
                    <a:cubicBezTo>
                      <a:pt x="12213" y="72275"/>
                      <a:pt x="11837" y="75219"/>
                      <a:pt x="11837" y="77787"/>
                    </a:cubicBezTo>
                    <a:cubicBezTo>
                      <a:pt x="11837" y="86931"/>
                      <a:pt x="15908" y="91941"/>
                      <a:pt x="26242" y="91941"/>
                    </a:cubicBezTo>
                    <a:cubicBezTo>
                      <a:pt x="30814" y="91941"/>
                      <a:pt x="37453" y="91565"/>
                      <a:pt x="42150" y="91127"/>
                    </a:cubicBezTo>
                    <a:lnTo>
                      <a:pt x="51607" y="37578"/>
                    </a:lnTo>
                    <a:cubicBezTo>
                      <a:pt x="47286" y="36764"/>
                      <a:pt x="40396" y="36639"/>
                      <a:pt x="36075" y="3663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0" name="Google Shape;910;p13"/>
              <p:cNvSpPr/>
              <p:nvPr/>
            </p:nvSpPr>
            <p:spPr>
              <a:xfrm>
                <a:off x="10388996" y="2975439"/>
                <a:ext cx="63005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3005" h="76032" extrusionOk="0">
                    <a:moveTo>
                      <a:pt x="62192" y="33194"/>
                    </a:moveTo>
                    <a:lnTo>
                      <a:pt x="61127" y="38831"/>
                    </a:lnTo>
                    <a:cubicBezTo>
                      <a:pt x="60751" y="40584"/>
                      <a:pt x="60188" y="41774"/>
                      <a:pt x="58183" y="41774"/>
                    </a:cubicBezTo>
                    <a:lnTo>
                      <a:pt x="12714" y="41774"/>
                    </a:lnTo>
                    <a:lnTo>
                      <a:pt x="12463" y="43403"/>
                    </a:lnTo>
                    <a:cubicBezTo>
                      <a:pt x="11900" y="46534"/>
                      <a:pt x="11649" y="49227"/>
                      <a:pt x="11649" y="51607"/>
                    </a:cubicBezTo>
                    <a:cubicBezTo>
                      <a:pt x="11649" y="61691"/>
                      <a:pt x="17975" y="66012"/>
                      <a:pt x="28371" y="66012"/>
                    </a:cubicBezTo>
                    <a:cubicBezTo>
                      <a:pt x="36200" y="66012"/>
                      <a:pt x="45344" y="65073"/>
                      <a:pt x="51670" y="64133"/>
                    </a:cubicBezTo>
                    <a:cubicBezTo>
                      <a:pt x="53674" y="63883"/>
                      <a:pt x="54488" y="64259"/>
                      <a:pt x="54238" y="66012"/>
                    </a:cubicBezTo>
                    <a:lnTo>
                      <a:pt x="53424" y="70584"/>
                    </a:lnTo>
                    <a:cubicBezTo>
                      <a:pt x="53173" y="72463"/>
                      <a:pt x="52484" y="73277"/>
                      <a:pt x="50167" y="73716"/>
                    </a:cubicBezTo>
                    <a:cubicBezTo>
                      <a:pt x="42213" y="75219"/>
                      <a:pt x="35574" y="76033"/>
                      <a:pt x="26555" y="76033"/>
                    </a:cubicBezTo>
                    <a:cubicBezTo>
                      <a:pt x="13215" y="76033"/>
                      <a:pt x="0" y="69269"/>
                      <a:pt x="0" y="51106"/>
                    </a:cubicBezTo>
                    <a:cubicBezTo>
                      <a:pt x="0" y="48538"/>
                      <a:pt x="250" y="45720"/>
                      <a:pt x="814" y="42776"/>
                    </a:cubicBezTo>
                    <a:lnTo>
                      <a:pt x="2568" y="33319"/>
                    </a:lnTo>
                    <a:cubicBezTo>
                      <a:pt x="6639" y="11900"/>
                      <a:pt x="19165" y="0"/>
                      <a:pt x="38330" y="0"/>
                    </a:cubicBezTo>
                    <a:cubicBezTo>
                      <a:pt x="55052" y="0"/>
                      <a:pt x="63006" y="10898"/>
                      <a:pt x="63006" y="25052"/>
                    </a:cubicBezTo>
                    <a:cubicBezTo>
                      <a:pt x="63006" y="27620"/>
                      <a:pt x="62755" y="30313"/>
                      <a:pt x="62192" y="33131"/>
                    </a:cubicBezTo>
                    <a:close/>
                    <a:moveTo>
                      <a:pt x="36576" y="10397"/>
                    </a:moveTo>
                    <a:cubicBezTo>
                      <a:pt x="24864" y="10397"/>
                      <a:pt x="17035" y="19729"/>
                      <a:pt x="14593" y="32129"/>
                    </a:cubicBezTo>
                    <a:lnTo>
                      <a:pt x="14468" y="32818"/>
                    </a:lnTo>
                    <a:lnTo>
                      <a:pt x="50229" y="32818"/>
                    </a:lnTo>
                    <a:lnTo>
                      <a:pt x="50355" y="32129"/>
                    </a:lnTo>
                    <a:cubicBezTo>
                      <a:pt x="50918" y="29436"/>
                      <a:pt x="51169" y="26868"/>
                      <a:pt x="51169" y="24739"/>
                    </a:cubicBezTo>
                    <a:cubicBezTo>
                      <a:pt x="51169" y="15157"/>
                      <a:pt x="46158" y="10459"/>
                      <a:pt x="36576" y="1045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1" name="Google Shape;911;p13"/>
              <p:cNvSpPr/>
              <p:nvPr/>
            </p:nvSpPr>
            <p:spPr>
              <a:xfrm>
                <a:off x="10501417" y="2949260"/>
                <a:ext cx="74883" cy="102149"/>
              </a:xfrm>
              <a:custGeom>
                <a:avLst/>
                <a:gdLst/>
                <a:ahLst/>
                <a:cxnLst/>
                <a:rect l="l" t="t" r="r" b="b"/>
                <a:pathLst>
                  <a:path w="74883" h="102149" extrusionOk="0">
                    <a:moveTo>
                      <a:pt x="72964" y="2067"/>
                    </a:moveTo>
                    <a:cubicBezTo>
                      <a:pt x="74154" y="2192"/>
                      <a:pt x="75094" y="2756"/>
                      <a:pt x="74843" y="4071"/>
                    </a:cubicBezTo>
                    <a:lnTo>
                      <a:pt x="73653" y="10835"/>
                    </a:lnTo>
                    <a:cubicBezTo>
                      <a:pt x="73528" y="12150"/>
                      <a:pt x="72714" y="12338"/>
                      <a:pt x="71211" y="12150"/>
                    </a:cubicBezTo>
                    <a:cubicBezTo>
                      <a:pt x="63382" y="11461"/>
                      <a:pt x="57181" y="11211"/>
                      <a:pt x="45720" y="11211"/>
                    </a:cubicBezTo>
                    <a:cubicBezTo>
                      <a:pt x="34259" y="11211"/>
                      <a:pt x="20480" y="17662"/>
                      <a:pt x="16346" y="42213"/>
                    </a:cubicBezTo>
                    <a:lnTo>
                      <a:pt x="13215" y="60313"/>
                    </a:lnTo>
                    <a:cubicBezTo>
                      <a:pt x="12526" y="64384"/>
                      <a:pt x="12150" y="67891"/>
                      <a:pt x="12150" y="70960"/>
                    </a:cubicBezTo>
                    <a:cubicBezTo>
                      <a:pt x="12150" y="86054"/>
                      <a:pt x="19979" y="91315"/>
                      <a:pt x="30376" y="91315"/>
                    </a:cubicBezTo>
                    <a:cubicBezTo>
                      <a:pt x="38580" y="91315"/>
                      <a:pt x="44280" y="90751"/>
                      <a:pt x="47474" y="90501"/>
                    </a:cubicBezTo>
                    <a:lnTo>
                      <a:pt x="54363" y="51920"/>
                    </a:lnTo>
                    <a:cubicBezTo>
                      <a:pt x="54613" y="50417"/>
                      <a:pt x="55741" y="49227"/>
                      <a:pt x="57181" y="49227"/>
                    </a:cubicBezTo>
                    <a:lnTo>
                      <a:pt x="64446" y="49227"/>
                    </a:lnTo>
                    <a:cubicBezTo>
                      <a:pt x="65824" y="49227"/>
                      <a:pt x="66576" y="50292"/>
                      <a:pt x="66576" y="51545"/>
                    </a:cubicBezTo>
                    <a:lnTo>
                      <a:pt x="66576" y="51920"/>
                    </a:lnTo>
                    <a:lnTo>
                      <a:pt x="58497" y="97202"/>
                    </a:lnTo>
                    <a:cubicBezTo>
                      <a:pt x="58246" y="98705"/>
                      <a:pt x="56993" y="99895"/>
                      <a:pt x="55553" y="100146"/>
                    </a:cubicBezTo>
                    <a:cubicBezTo>
                      <a:pt x="48789" y="101210"/>
                      <a:pt x="41148" y="102150"/>
                      <a:pt x="28434" y="102150"/>
                    </a:cubicBezTo>
                    <a:cubicBezTo>
                      <a:pt x="14154" y="102150"/>
                      <a:pt x="0" y="93006"/>
                      <a:pt x="0" y="70459"/>
                    </a:cubicBezTo>
                    <a:cubicBezTo>
                      <a:pt x="0" y="67327"/>
                      <a:pt x="250" y="63883"/>
                      <a:pt x="939" y="60188"/>
                    </a:cubicBezTo>
                    <a:lnTo>
                      <a:pt x="4071" y="42087"/>
                    </a:lnTo>
                    <a:cubicBezTo>
                      <a:pt x="10021" y="7704"/>
                      <a:pt x="29561" y="0"/>
                      <a:pt x="47599" y="0"/>
                    </a:cubicBezTo>
                    <a:cubicBezTo>
                      <a:pt x="60125" y="0"/>
                      <a:pt x="67954" y="1065"/>
                      <a:pt x="72964" y="1879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2" name="Google Shape;912;p13"/>
              <p:cNvSpPr/>
              <p:nvPr/>
            </p:nvSpPr>
            <p:spPr>
              <a:xfrm>
                <a:off x="10581521" y="2975502"/>
                <a:ext cx="63131" cy="76032"/>
              </a:xfrm>
              <a:custGeom>
                <a:avLst/>
                <a:gdLst/>
                <a:ahLst/>
                <a:cxnLst/>
                <a:rect l="l" t="t" r="r" b="b"/>
                <a:pathLst>
                  <a:path w="63131" h="76032" extrusionOk="0">
                    <a:moveTo>
                      <a:pt x="62442" y="32881"/>
                    </a:moveTo>
                    <a:lnTo>
                      <a:pt x="60689" y="43152"/>
                    </a:lnTo>
                    <a:cubicBezTo>
                      <a:pt x="57181" y="63632"/>
                      <a:pt x="46096" y="76033"/>
                      <a:pt x="24802" y="76033"/>
                    </a:cubicBezTo>
                    <a:cubicBezTo>
                      <a:pt x="8643" y="76033"/>
                      <a:pt x="0" y="65511"/>
                      <a:pt x="0" y="50543"/>
                    </a:cubicBezTo>
                    <a:cubicBezTo>
                      <a:pt x="0" y="48100"/>
                      <a:pt x="251" y="45720"/>
                      <a:pt x="689" y="43152"/>
                    </a:cubicBezTo>
                    <a:lnTo>
                      <a:pt x="2443" y="32881"/>
                    </a:lnTo>
                    <a:cubicBezTo>
                      <a:pt x="6201" y="11023"/>
                      <a:pt x="18100" y="0"/>
                      <a:pt x="38204" y="0"/>
                    </a:cubicBezTo>
                    <a:cubicBezTo>
                      <a:pt x="54801" y="0"/>
                      <a:pt x="63131" y="10522"/>
                      <a:pt x="63131" y="25365"/>
                    </a:cubicBezTo>
                    <a:cubicBezTo>
                      <a:pt x="63131" y="27808"/>
                      <a:pt x="62881" y="30376"/>
                      <a:pt x="62442" y="32943"/>
                    </a:cubicBezTo>
                    <a:close/>
                    <a:moveTo>
                      <a:pt x="36451" y="10334"/>
                    </a:moveTo>
                    <a:cubicBezTo>
                      <a:pt x="24739" y="10334"/>
                      <a:pt x="16660" y="19102"/>
                      <a:pt x="14342" y="32881"/>
                    </a:cubicBezTo>
                    <a:lnTo>
                      <a:pt x="12589" y="43152"/>
                    </a:lnTo>
                    <a:cubicBezTo>
                      <a:pt x="12025" y="46096"/>
                      <a:pt x="11774" y="48664"/>
                      <a:pt x="11774" y="51106"/>
                    </a:cubicBezTo>
                    <a:cubicBezTo>
                      <a:pt x="11774" y="60689"/>
                      <a:pt x="16096" y="65699"/>
                      <a:pt x="26618" y="65699"/>
                    </a:cubicBezTo>
                    <a:cubicBezTo>
                      <a:pt x="38455" y="65699"/>
                      <a:pt x="46597" y="56367"/>
                      <a:pt x="48852" y="43152"/>
                    </a:cubicBezTo>
                    <a:lnTo>
                      <a:pt x="50605" y="32881"/>
                    </a:lnTo>
                    <a:cubicBezTo>
                      <a:pt x="51169" y="30062"/>
                      <a:pt x="51294" y="27495"/>
                      <a:pt x="51294" y="25177"/>
                    </a:cubicBezTo>
                    <a:cubicBezTo>
                      <a:pt x="51294" y="15470"/>
                      <a:pt x="46973" y="10334"/>
                      <a:pt x="36451" y="1033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3" name="Google Shape;913;p13"/>
              <p:cNvSpPr/>
              <p:nvPr/>
            </p:nvSpPr>
            <p:spPr>
              <a:xfrm>
                <a:off x="10654404" y="2948383"/>
                <a:ext cx="29286" cy="102212"/>
              </a:xfrm>
              <a:custGeom>
                <a:avLst/>
                <a:gdLst/>
                <a:ahLst/>
                <a:cxnLst/>
                <a:rect l="l" t="t" r="r" b="b"/>
                <a:pathLst>
                  <a:path w="29286" h="102212" extrusionOk="0">
                    <a:moveTo>
                      <a:pt x="21814" y="28058"/>
                    </a:moveTo>
                    <a:cubicBezTo>
                      <a:pt x="23443" y="28058"/>
                      <a:pt x="24382" y="28622"/>
                      <a:pt x="23944" y="30751"/>
                    </a:cubicBezTo>
                    <a:lnTo>
                      <a:pt x="11919" y="99519"/>
                    </a:lnTo>
                    <a:cubicBezTo>
                      <a:pt x="11668" y="101022"/>
                      <a:pt x="10979" y="102212"/>
                      <a:pt x="8662" y="102212"/>
                    </a:cubicBezTo>
                    <a:lnTo>
                      <a:pt x="2211" y="102212"/>
                    </a:lnTo>
                    <a:cubicBezTo>
                      <a:pt x="332" y="102212"/>
                      <a:pt x="-232" y="100897"/>
                      <a:pt x="82" y="99519"/>
                    </a:cubicBezTo>
                    <a:lnTo>
                      <a:pt x="12107" y="30751"/>
                    </a:lnTo>
                    <a:cubicBezTo>
                      <a:pt x="12482" y="28309"/>
                      <a:pt x="13860" y="28058"/>
                      <a:pt x="15363" y="28058"/>
                    </a:cubicBezTo>
                    <a:lnTo>
                      <a:pt x="21814" y="28058"/>
                    </a:lnTo>
                    <a:close/>
                    <a:moveTo>
                      <a:pt x="27075" y="0"/>
                    </a:moveTo>
                    <a:cubicBezTo>
                      <a:pt x="28954" y="0"/>
                      <a:pt x="29518" y="814"/>
                      <a:pt x="29205" y="2693"/>
                    </a:cubicBezTo>
                    <a:lnTo>
                      <a:pt x="27326" y="13465"/>
                    </a:lnTo>
                    <a:cubicBezTo>
                      <a:pt x="26950" y="15344"/>
                      <a:pt x="26261" y="16159"/>
                      <a:pt x="24069" y="16159"/>
                    </a:cubicBezTo>
                    <a:lnTo>
                      <a:pt x="17180" y="16159"/>
                    </a:lnTo>
                    <a:cubicBezTo>
                      <a:pt x="15175" y="16159"/>
                      <a:pt x="14737" y="14843"/>
                      <a:pt x="15050" y="13465"/>
                    </a:cubicBezTo>
                    <a:lnTo>
                      <a:pt x="16929" y="2693"/>
                    </a:lnTo>
                    <a:cubicBezTo>
                      <a:pt x="17180" y="1190"/>
                      <a:pt x="18119" y="0"/>
                      <a:pt x="20186" y="0"/>
                    </a:cubicBezTo>
                    <a:lnTo>
                      <a:pt x="27075" y="0"/>
                    </a:ln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4" name="Google Shape;914;p13"/>
              <p:cNvSpPr/>
              <p:nvPr/>
            </p:nvSpPr>
            <p:spPr>
              <a:xfrm>
                <a:off x="10686552" y="2945502"/>
                <a:ext cx="65323" cy="106032"/>
              </a:xfrm>
              <a:custGeom>
                <a:avLst/>
                <a:gdLst/>
                <a:ahLst/>
                <a:cxnLst/>
                <a:rect l="l" t="t" r="r" b="b"/>
                <a:pathLst>
                  <a:path w="65323" h="106032" extrusionOk="0">
                    <a:moveTo>
                      <a:pt x="64196" y="36200"/>
                    </a:moveTo>
                    <a:lnTo>
                      <a:pt x="52609" y="102400"/>
                    </a:lnTo>
                    <a:cubicBezTo>
                      <a:pt x="52359" y="103903"/>
                      <a:pt x="50981" y="105093"/>
                      <a:pt x="49478" y="105093"/>
                    </a:cubicBezTo>
                    <a:lnTo>
                      <a:pt x="44091" y="105093"/>
                    </a:lnTo>
                    <a:cubicBezTo>
                      <a:pt x="42463" y="105093"/>
                      <a:pt x="42087" y="104154"/>
                      <a:pt x="42087" y="102964"/>
                    </a:cubicBezTo>
                    <a:lnTo>
                      <a:pt x="42087" y="102150"/>
                    </a:lnTo>
                    <a:lnTo>
                      <a:pt x="42776" y="97954"/>
                    </a:lnTo>
                    <a:cubicBezTo>
                      <a:pt x="34822" y="103590"/>
                      <a:pt x="30125" y="106033"/>
                      <a:pt x="21044" y="106033"/>
                    </a:cubicBezTo>
                    <a:cubicBezTo>
                      <a:pt x="9582" y="106033"/>
                      <a:pt x="0" y="98768"/>
                      <a:pt x="0" y="82171"/>
                    </a:cubicBezTo>
                    <a:cubicBezTo>
                      <a:pt x="0" y="79603"/>
                      <a:pt x="250" y="76910"/>
                      <a:pt x="814" y="74091"/>
                    </a:cubicBezTo>
                    <a:lnTo>
                      <a:pt x="3257" y="60751"/>
                    </a:lnTo>
                    <a:cubicBezTo>
                      <a:pt x="7453" y="37390"/>
                      <a:pt x="22108" y="30000"/>
                      <a:pt x="38330" y="30000"/>
                    </a:cubicBezTo>
                    <a:cubicBezTo>
                      <a:pt x="46409" y="30000"/>
                      <a:pt x="55052" y="31315"/>
                      <a:pt x="61941" y="33131"/>
                    </a:cubicBezTo>
                    <a:cubicBezTo>
                      <a:pt x="63695" y="33507"/>
                      <a:pt x="64384" y="33946"/>
                      <a:pt x="64384" y="35136"/>
                    </a:cubicBezTo>
                    <a:cubicBezTo>
                      <a:pt x="64384" y="35386"/>
                      <a:pt x="64384" y="35824"/>
                      <a:pt x="64258" y="36200"/>
                    </a:cubicBezTo>
                    <a:close/>
                    <a:moveTo>
                      <a:pt x="38330" y="39958"/>
                    </a:moveTo>
                    <a:cubicBezTo>
                      <a:pt x="24426" y="39958"/>
                      <a:pt x="17411" y="47662"/>
                      <a:pt x="14843" y="61941"/>
                    </a:cubicBezTo>
                    <a:lnTo>
                      <a:pt x="12401" y="75845"/>
                    </a:lnTo>
                    <a:cubicBezTo>
                      <a:pt x="12025" y="77849"/>
                      <a:pt x="11837" y="80041"/>
                      <a:pt x="11837" y="82045"/>
                    </a:cubicBezTo>
                    <a:cubicBezTo>
                      <a:pt x="11837" y="92442"/>
                      <a:pt x="17098" y="96075"/>
                      <a:pt x="23549" y="96075"/>
                    </a:cubicBezTo>
                    <a:cubicBezTo>
                      <a:pt x="30000" y="96075"/>
                      <a:pt x="35699" y="93256"/>
                      <a:pt x="43089" y="88246"/>
                    </a:cubicBezTo>
                    <a:lnTo>
                      <a:pt x="51294" y="41336"/>
                    </a:lnTo>
                    <a:cubicBezTo>
                      <a:pt x="47661" y="40647"/>
                      <a:pt x="43904" y="39958"/>
                      <a:pt x="38204" y="39958"/>
                    </a:cubicBezTo>
                    <a:close/>
                    <a:moveTo>
                      <a:pt x="64634" y="2067"/>
                    </a:moveTo>
                    <a:lnTo>
                      <a:pt x="46284" y="19040"/>
                    </a:lnTo>
                    <a:cubicBezTo>
                      <a:pt x="44781" y="20417"/>
                      <a:pt x="44405" y="21044"/>
                      <a:pt x="42901" y="21044"/>
                    </a:cubicBezTo>
                    <a:lnTo>
                      <a:pt x="35637" y="21044"/>
                    </a:lnTo>
                    <a:cubicBezTo>
                      <a:pt x="34948" y="21044"/>
                      <a:pt x="34572" y="20793"/>
                      <a:pt x="34572" y="20230"/>
                    </a:cubicBezTo>
                    <a:cubicBezTo>
                      <a:pt x="34572" y="19791"/>
                      <a:pt x="34822" y="19290"/>
                      <a:pt x="35386" y="18726"/>
                    </a:cubicBezTo>
                    <a:lnTo>
                      <a:pt x="51544" y="2004"/>
                    </a:lnTo>
                    <a:cubicBezTo>
                      <a:pt x="53048" y="501"/>
                      <a:pt x="53424" y="0"/>
                      <a:pt x="55052" y="0"/>
                    </a:cubicBezTo>
                    <a:lnTo>
                      <a:pt x="63945" y="0"/>
                    </a:lnTo>
                    <a:cubicBezTo>
                      <a:pt x="64760" y="0"/>
                      <a:pt x="65323" y="251"/>
                      <a:pt x="65323" y="814"/>
                    </a:cubicBezTo>
                    <a:cubicBezTo>
                      <a:pt x="65323" y="1065"/>
                      <a:pt x="65198" y="1503"/>
                      <a:pt x="64634" y="200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5" name="Google Shape;915;p13"/>
              <p:cNvSpPr/>
              <p:nvPr/>
            </p:nvSpPr>
            <p:spPr>
              <a:xfrm>
                <a:off x="10755036" y="2975565"/>
                <a:ext cx="58947" cy="75970"/>
              </a:xfrm>
              <a:custGeom>
                <a:avLst/>
                <a:gdLst/>
                <a:ahLst/>
                <a:cxnLst/>
                <a:rect l="l" t="t" r="r" b="b"/>
                <a:pathLst>
                  <a:path w="58947" h="75970" extrusionOk="0">
                    <a:moveTo>
                      <a:pt x="56839" y="1691"/>
                    </a:moveTo>
                    <a:cubicBezTo>
                      <a:pt x="58843" y="2067"/>
                      <a:pt x="59156" y="2505"/>
                      <a:pt x="58843" y="4384"/>
                    </a:cubicBezTo>
                    <a:lnTo>
                      <a:pt x="58154" y="8831"/>
                    </a:lnTo>
                    <a:cubicBezTo>
                      <a:pt x="57904" y="10459"/>
                      <a:pt x="57090" y="11399"/>
                      <a:pt x="55023" y="11148"/>
                    </a:cubicBezTo>
                    <a:cubicBezTo>
                      <a:pt x="50451" y="10584"/>
                      <a:pt x="42747" y="10083"/>
                      <a:pt x="35232" y="10083"/>
                    </a:cubicBezTo>
                    <a:cubicBezTo>
                      <a:pt x="29031" y="10083"/>
                      <a:pt x="21077" y="11837"/>
                      <a:pt x="21077" y="19666"/>
                    </a:cubicBezTo>
                    <a:cubicBezTo>
                      <a:pt x="21077" y="23048"/>
                      <a:pt x="23770" y="25616"/>
                      <a:pt x="28342" y="28559"/>
                    </a:cubicBezTo>
                    <a:lnTo>
                      <a:pt x="40367" y="36513"/>
                    </a:lnTo>
                    <a:cubicBezTo>
                      <a:pt x="49699" y="42714"/>
                      <a:pt x="52392" y="47411"/>
                      <a:pt x="52392" y="54551"/>
                    </a:cubicBezTo>
                    <a:cubicBezTo>
                      <a:pt x="52392" y="70459"/>
                      <a:pt x="38238" y="75970"/>
                      <a:pt x="23394" y="75970"/>
                    </a:cubicBezTo>
                    <a:cubicBezTo>
                      <a:pt x="17758" y="75970"/>
                      <a:pt x="8301" y="75407"/>
                      <a:pt x="2351" y="73966"/>
                    </a:cubicBezTo>
                    <a:cubicBezTo>
                      <a:pt x="973" y="73716"/>
                      <a:pt x="-217" y="72776"/>
                      <a:pt x="34" y="71273"/>
                    </a:cubicBezTo>
                    <a:lnTo>
                      <a:pt x="848" y="66576"/>
                    </a:lnTo>
                    <a:cubicBezTo>
                      <a:pt x="1223" y="64822"/>
                      <a:pt x="1912" y="64259"/>
                      <a:pt x="4230" y="64572"/>
                    </a:cubicBezTo>
                    <a:cubicBezTo>
                      <a:pt x="10555" y="65386"/>
                      <a:pt x="20263" y="66075"/>
                      <a:pt x="25148" y="66075"/>
                    </a:cubicBezTo>
                    <a:cubicBezTo>
                      <a:pt x="33102" y="66075"/>
                      <a:pt x="40367" y="63256"/>
                      <a:pt x="40367" y="54613"/>
                    </a:cubicBezTo>
                    <a:cubicBezTo>
                      <a:pt x="40367" y="51482"/>
                      <a:pt x="38739" y="49102"/>
                      <a:pt x="32538" y="45031"/>
                    </a:cubicBezTo>
                    <a:lnTo>
                      <a:pt x="20388" y="37077"/>
                    </a:lnTo>
                    <a:cubicBezTo>
                      <a:pt x="12998" y="32192"/>
                      <a:pt x="9052" y="26806"/>
                      <a:pt x="9052" y="19541"/>
                    </a:cubicBezTo>
                    <a:cubicBezTo>
                      <a:pt x="9052" y="4572"/>
                      <a:pt x="23457" y="0"/>
                      <a:pt x="36985" y="0"/>
                    </a:cubicBezTo>
                    <a:cubicBezTo>
                      <a:pt x="47382" y="0"/>
                      <a:pt x="51014" y="564"/>
                      <a:pt x="56839" y="1754"/>
                    </a:cubicBezTo>
                    <a:close/>
                  </a:path>
                </a:pathLst>
              </a:custGeom>
              <a:solidFill>
                <a:srgbClr val="58595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916" name="Google Shape;916;p13"/>
          <p:cNvGrpSpPr/>
          <p:nvPr/>
        </p:nvGrpSpPr>
        <p:grpSpPr>
          <a:xfrm>
            <a:off x="517657" y="3222229"/>
            <a:ext cx="1900335" cy="305418"/>
            <a:chOff x="5711938" y="2596777"/>
            <a:chExt cx="2847317" cy="457615"/>
          </a:xfrm>
        </p:grpSpPr>
        <p:sp>
          <p:nvSpPr>
            <p:cNvPr id="917" name="Google Shape;917;p13"/>
            <p:cNvSpPr/>
            <p:nvPr/>
          </p:nvSpPr>
          <p:spPr>
            <a:xfrm>
              <a:off x="7571256" y="2602388"/>
              <a:ext cx="75725" cy="107234"/>
            </a:xfrm>
            <a:custGeom>
              <a:avLst/>
              <a:gdLst/>
              <a:ahLst/>
              <a:cxnLst/>
              <a:rect l="l" t="t" r="r" b="b"/>
              <a:pathLst>
                <a:path w="75725" h="107234" extrusionOk="0">
                  <a:moveTo>
                    <a:pt x="73599" y="1663"/>
                  </a:moveTo>
                  <a:cubicBezTo>
                    <a:pt x="75469" y="1870"/>
                    <a:pt x="75885" y="2286"/>
                    <a:pt x="75677" y="4156"/>
                  </a:cubicBezTo>
                  <a:lnTo>
                    <a:pt x="74638" y="10183"/>
                  </a:lnTo>
                  <a:cubicBezTo>
                    <a:pt x="74430" y="11846"/>
                    <a:pt x="73807" y="12677"/>
                    <a:pt x="71521" y="12469"/>
                  </a:cubicBezTo>
                  <a:cubicBezTo>
                    <a:pt x="65286" y="12053"/>
                    <a:pt x="55311" y="11638"/>
                    <a:pt x="47206" y="11638"/>
                  </a:cubicBezTo>
                  <a:cubicBezTo>
                    <a:pt x="35776" y="11638"/>
                    <a:pt x="23723" y="13716"/>
                    <a:pt x="23723" y="25977"/>
                  </a:cubicBezTo>
                  <a:cubicBezTo>
                    <a:pt x="23723" y="32835"/>
                    <a:pt x="27048" y="36160"/>
                    <a:pt x="36400" y="42395"/>
                  </a:cubicBezTo>
                  <a:lnTo>
                    <a:pt x="48037" y="50292"/>
                  </a:lnTo>
                  <a:cubicBezTo>
                    <a:pt x="61130" y="59020"/>
                    <a:pt x="65910" y="66502"/>
                    <a:pt x="65910" y="76893"/>
                  </a:cubicBezTo>
                  <a:cubicBezTo>
                    <a:pt x="65910" y="96843"/>
                    <a:pt x="49076" y="107234"/>
                    <a:pt x="26424" y="107234"/>
                  </a:cubicBezTo>
                  <a:cubicBezTo>
                    <a:pt x="18735" y="107234"/>
                    <a:pt x="8552" y="106195"/>
                    <a:pt x="2317" y="105156"/>
                  </a:cubicBezTo>
                  <a:cubicBezTo>
                    <a:pt x="655" y="104948"/>
                    <a:pt x="-176" y="104325"/>
                    <a:pt x="31" y="102662"/>
                  </a:cubicBezTo>
                  <a:lnTo>
                    <a:pt x="1071" y="97051"/>
                  </a:lnTo>
                  <a:cubicBezTo>
                    <a:pt x="1278" y="94973"/>
                    <a:pt x="1902" y="94557"/>
                    <a:pt x="4396" y="94765"/>
                  </a:cubicBezTo>
                  <a:cubicBezTo>
                    <a:pt x="10838" y="95389"/>
                    <a:pt x="21021" y="95596"/>
                    <a:pt x="27671" y="95596"/>
                  </a:cubicBezTo>
                  <a:cubicBezTo>
                    <a:pt x="43050" y="95596"/>
                    <a:pt x="52402" y="90401"/>
                    <a:pt x="52402" y="76893"/>
                  </a:cubicBezTo>
                  <a:cubicBezTo>
                    <a:pt x="52402" y="70035"/>
                    <a:pt x="48661" y="66710"/>
                    <a:pt x="38893" y="59852"/>
                  </a:cubicBezTo>
                  <a:lnTo>
                    <a:pt x="26632" y="51539"/>
                  </a:lnTo>
                  <a:cubicBezTo>
                    <a:pt x="17072" y="45097"/>
                    <a:pt x="11254" y="36992"/>
                    <a:pt x="11254" y="26809"/>
                  </a:cubicBezTo>
                  <a:cubicBezTo>
                    <a:pt x="11254" y="7066"/>
                    <a:pt x="28295" y="0"/>
                    <a:pt x="47622" y="0"/>
                  </a:cubicBezTo>
                  <a:cubicBezTo>
                    <a:pt x="55934" y="0"/>
                    <a:pt x="68819" y="831"/>
                    <a:pt x="74015" y="166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13"/>
            <p:cNvSpPr/>
            <p:nvPr/>
          </p:nvSpPr>
          <p:spPr>
            <a:xfrm>
              <a:off x="7647764" y="2629820"/>
              <a:ext cx="66086" cy="79802"/>
            </a:xfrm>
            <a:custGeom>
              <a:avLst/>
              <a:gdLst/>
              <a:ahLst/>
              <a:cxnLst/>
              <a:rect l="l" t="t" r="r" b="b"/>
              <a:pathLst>
                <a:path w="66086" h="79802" extrusionOk="0">
                  <a:moveTo>
                    <a:pt x="65047" y="34498"/>
                  </a:moveTo>
                  <a:lnTo>
                    <a:pt x="64008" y="40525"/>
                  </a:lnTo>
                  <a:cubicBezTo>
                    <a:pt x="63592" y="42395"/>
                    <a:pt x="62969" y="43642"/>
                    <a:pt x="60891" y="43642"/>
                  </a:cubicBezTo>
                  <a:lnTo>
                    <a:pt x="13093" y="43642"/>
                  </a:lnTo>
                  <a:lnTo>
                    <a:pt x="13093" y="45304"/>
                  </a:lnTo>
                  <a:cubicBezTo>
                    <a:pt x="12261" y="48629"/>
                    <a:pt x="12053" y="51331"/>
                    <a:pt x="12053" y="54033"/>
                  </a:cubicBezTo>
                  <a:cubicBezTo>
                    <a:pt x="12053" y="64631"/>
                    <a:pt x="18704" y="69203"/>
                    <a:pt x="29510" y="69203"/>
                  </a:cubicBezTo>
                  <a:cubicBezTo>
                    <a:pt x="37615" y="69203"/>
                    <a:pt x="47383" y="68164"/>
                    <a:pt x="54033" y="67125"/>
                  </a:cubicBezTo>
                  <a:cubicBezTo>
                    <a:pt x="56111" y="66917"/>
                    <a:pt x="56942" y="67125"/>
                    <a:pt x="56734" y="69203"/>
                  </a:cubicBezTo>
                  <a:lnTo>
                    <a:pt x="55903" y="73983"/>
                  </a:lnTo>
                  <a:cubicBezTo>
                    <a:pt x="55695" y="76061"/>
                    <a:pt x="54864" y="76893"/>
                    <a:pt x="52578" y="77308"/>
                  </a:cubicBezTo>
                  <a:cubicBezTo>
                    <a:pt x="44265" y="78763"/>
                    <a:pt x="37199" y="79802"/>
                    <a:pt x="27848" y="79802"/>
                  </a:cubicBezTo>
                  <a:cubicBezTo>
                    <a:pt x="13924" y="79802"/>
                    <a:pt x="0" y="72736"/>
                    <a:pt x="0" y="53617"/>
                  </a:cubicBezTo>
                  <a:cubicBezTo>
                    <a:pt x="0" y="50915"/>
                    <a:pt x="208" y="48006"/>
                    <a:pt x="831" y="44889"/>
                  </a:cubicBezTo>
                  <a:lnTo>
                    <a:pt x="2702" y="34913"/>
                  </a:lnTo>
                  <a:cubicBezTo>
                    <a:pt x="6858" y="12469"/>
                    <a:pt x="20158" y="0"/>
                    <a:pt x="40109" y="0"/>
                  </a:cubicBezTo>
                  <a:cubicBezTo>
                    <a:pt x="57774" y="0"/>
                    <a:pt x="66086" y="11430"/>
                    <a:pt x="66086" y="26393"/>
                  </a:cubicBezTo>
                  <a:cubicBezTo>
                    <a:pt x="66086" y="29095"/>
                    <a:pt x="65878" y="31796"/>
                    <a:pt x="65255" y="34913"/>
                  </a:cubicBezTo>
                  <a:moveTo>
                    <a:pt x="38239" y="10599"/>
                  </a:moveTo>
                  <a:cubicBezTo>
                    <a:pt x="25977" y="10599"/>
                    <a:pt x="17665" y="20366"/>
                    <a:pt x="15171" y="33459"/>
                  </a:cubicBezTo>
                  <a:lnTo>
                    <a:pt x="15171" y="34082"/>
                  </a:lnTo>
                  <a:cubicBezTo>
                    <a:pt x="15171" y="34082"/>
                    <a:pt x="52578" y="34082"/>
                    <a:pt x="52578" y="34082"/>
                  </a:cubicBezTo>
                  <a:lnTo>
                    <a:pt x="52578" y="33459"/>
                  </a:lnTo>
                  <a:cubicBezTo>
                    <a:pt x="53202" y="30549"/>
                    <a:pt x="53617" y="27848"/>
                    <a:pt x="53617" y="25562"/>
                  </a:cubicBezTo>
                  <a:cubicBezTo>
                    <a:pt x="53617" y="15586"/>
                    <a:pt x="48422" y="10599"/>
                    <a:pt x="38239" y="10599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13"/>
            <p:cNvSpPr/>
            <p:nvPr/>
          </p:nvSpPr>
          <p:spPr>
            <a:xfrm>
              <a:off x="7718732" y="2629820"/>
              <a:ext cx="48044" cy="78763"/>
            </a:xfrm>
            <a:custGeom>
              <a:avLst/>
              <a:gdLst/>
              <a:ahLst/>
              <a:cxnLst/>
              <a:rect l="l" t="t" r="r" b="b"/>
              <a:pathLst>
                <a:path w="48044" h="78763" extrusionOk="0">
                  <a:moveTo>
                    <a:pt x="12367" y="75854"/>
                  </a:moveTo>
                  <a:cubicBezTo>
                    <a:pt x="12159" y="77516"/>
                    <a:pt x="10497" y="78763"/>
                    <a:pt x="9042" y="78763"/>
                  </a:cubicBezTo>
                  <a:lnTo>
                    <a:pt x="2184" y="78763"/>
                  </a:lnTo>
                  <a:cubicBezTo>
                    <a:pt x="522" y="78763"/>
                    <a:pt x="-310" y="77308"/>
                    <a:pt x="106" y="75854"/>
                  </a:cubicBezTo>
                  <a:lnTo>
                    <a:pt x="12783" y="3741"/>
                  </a:lnTo>
                  <a:cubicBezTo>
                    <a:pt x="12991" y="2286"/>
                    <a:pt x="14445" y="831"/>
                    <a:pt x="16108" y="831"/>
                  </a:cubicBezTo>
                  <a:lnTo>
                    <a:pt x="22758" y="831"/>
                  </a:lnTo>
                  <a:cubicBezTo>
                    <a:pt x="24421" y="831"/>
                    <a:pt x="25252" y="2286"/>
                    <a:pt x="24836" y="3741"/>
                  </a:cubicBezTo>
                  <a:lnTo>
                    <a:pt x="24213" y="7066"/>
                  </a:lnTo>
                  <a:cubicBezTo>
                    <a:pt x="31902" y="1039"/>
                    <a:pt x="38760" y="0"/>
                    <a:pt x="45202" y="0"/>
                  </a:cubicBezTo>
                  <a:lnTo>
                    <a:pt x="45410" y="0"/>
                  </a:lnTo>
                  <a:cubicBezTo>
                    <a:pt x="47904" y="0"/>
                    <a:pt x="48320" y="1039"/>
                    <a:pt x="47904" y="2494"/>
                  </a:cubicBezTo>
                  <a:lnTo>
                    <a:pt x="46865" y="8313"/>
                  </a:lnTo>
                  <a:cubicBezTo>
                    <a:pt x="46657" y="9975"/>
                    <a:pt x="45410" y="10807"/>
                    <a:pt x="43540" y="10807"/>
                  </a:cubicBezTo>
                  <a:lnTo>
                    <a:pt x="43124" y="10807"/>
                  </a:lnTo>
                  <a:cubicBezTo>
                    <a:pt x="35019" y="10807"/>
                    <a:pt x="29824" y="12261"/>
                    <a:pt x="22966" y="16625"/>
                  </a:cubicBezTo>
                  <a:lnTo>
                    <a:pt x="12575" y="75854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13"/>
            <p:cNvSpPr/>
            <p:nvPr/>
          </p:nvSpPr>
          <p:spPr>
            <a:xfrm>
              <a:off x="7771601" y="2630651"/>
              <a:ext cx="64446" cy="78763"/>
            </a:xfrm>
            <a:custGeom>
              <a:avLst/>
              <a:gdLst/>
              <a:ahLst/>
              <a:cxnLst/>
              <a:rect l="l" t="t" r="r" b="b"/>
              <a:pathLst>
                <a:path w="64446" h="78763" extrusionOk="0">
                  <a:moveTo>
                    <a:pt x="64031" y="3325"/>
                  </a:moveTo>
                  <a:lnTo>
                    <a:pt x="34521" y="67541"/>
                  </a:lnTo>
                  <a:cubicBezTo>
                    <a:pt x="30364" y="76477"/>
                    <a:pt x="24545" y="78763"/>
                    <a:pt x="18726" y="78763"/>
                  </a:cubicBezTo>
                  <a:cubicBezTo>
                    <a:pt x="12907" y="78763"/>
                    <a:pt x="7920" y="76477"/>
                    <a:pt x="6881" y="67541"/>
                  </a:cubicBezTo>
                  <a:lnTo>
                    <a:pt x="23" y="3325"/>
                  </a:lnTo>
                  <a:cubicBezTo>
                    <a:pt x="-185" y="831"/>
                    <a:pt x="1062" y="0"/>
                    <a:pt x="2724" y="0"/>
                  </a:cubicBezTo>
                  <a:lnTo>
                    <a:pt x="9998" y="0"/>
                  </a:lnTo>
                  <a:cubicBezTo>
                    <a:pt x="11037" y="0"/>
                    <a:pt x="12076" y="831"/>
                    <a:pt x="12284" y="2702"/>
                  </a:cubicBezTo>
                  <a:lnTo>
                    <a:pt x="17272" y="64216"/>
                  </a:lnTo>
                  <a:cubicBezTo>
                    <a:pt x="17479" y="67749"/>
                    <a:pt x="18519" y="68580"/>
                    <a:pt x="19973" y="68580"/>
                  </a:cubicBezTo>
                  <a:cubicBezTo>
                    <a:pt x="21220" y="68580"/>
                    <a:pt x="22467" y="67749"/>
                    <a:pt x="24130" y="64216"/>
                  </a:cubicBezTo>
                  <a:lnTo>
                    <a:pt x="50938" y="2702"/>
                  </a:lnTo>
                  <a:cubicBezTo>
                    <a:pt x="51769" y="831"/>
                    <a:pt x="52601" y="0"/>
                    <a:pt x="54679" y="0"/>
                  </a:cubicBezTo>
                  <a:lnTo>
                    <a:pt x="62576" y="0"/>
                  </a:lnTo>
                  <a:cubicBezTo>
                    <a:pt x="63823" y="0"/>
                    <a:pt x="64446" y="623"/>
                    <a:pt x="64446" y="1663"/>
                  </a:cubicBezTo>
                  <a:cubicBezTo>
                    <a:pt x="64446" y="2286"/>
                    <a:pt x="64446" y="2909"/>
                    <a:pt x="64031" y="332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13"/>
            <p:cNvSpPr/>
            <p:nvPr/>
          </p:nvSpPr>
          <p:spPr>
            <a:xfrm>
              <a:off x="7836000" y="2601141"/>
              <a:ext cx="30852" cy="107442"/>
            </a:xfrm>
            <a:custGeom>
              <a:avLst/>
              <a:gdLst/>
              <a:ahLst/>
              <a:cxnLst/>
              <a:rect l="l" t="t" r="r" b="b"/>
              <a:pathLst>
                <a:path w="30852" h="107442" extrusionOk="0">
                  <a:moveTo>
                    <a:pt x="22908" y="29510"/>
                  </a:moveTo>
                  <a:cubicBezTo>
                    <a:pt x="24571" y="29510"/>
                    <a:pt x="25610" y="30134"/>
                    <a:pt x="25194" y="32420"/>
                  </a:cubicBezTo>
                  <a:lnTo>
                    <a:pt x="12517" y="104533"/>
                  </a:lnTo>
                  <a:cubicBezTo>
                    <a:pt x="12309" y="106195"/>
                    <a:pt x="11478" y="107442"/>
                    <a:pt x="9192" y="107442"/>
                  </a:cubicBezTo>
                  <a:lnTo>
                    <a:pt x="2334" y="107442"/>
                  </a:lnTo>
                  <a:cubicBezTo>
                    <a:pt x="256" y="107442"/>
                    <a:pt x="-160" y="105987"/>
                    <a:pt x="48" y="104533"/>
                  </a:cubicBezTo>
                  <a:lnTo>
                    <a:pt x="12725" y="32420"/>
                  </a:lnTo>
                  <a:cubicBezTo>
                    <a:pt x="13140" y="29926"/>
                    <a:pt x="14595" y="29510"/>
                    <a:pt x="16050" y="29510"/>
                  </a:cubicBezTo>
                  <a:lnTo>
                    <a:pt x="22908" y="29510"/>
                  </a:lnTo>
                  <a:close/>
                  <a:moveTo>
                    <a:pt x="28519" y="0"/>
                  </a:moveTo>
                  <a:cubicBezTo>
                    <a:pt x="30597" y="0"/>
                    <a:pt x="31013" y="831"/>
                    <a:pt x="30805" y="2909"/>
                  </a:cubicBezTo>
                  <a:lnTo>
                    <a:pt x="28727" y="14339"/>
                  </a:lnTo>
                  <a:cubicBezTo>
                    <a:pt x="28311" y="16418"/>
                    <a:pt x="27688" y="17249"/>
                    <a:pt x="25402" y="17249"/>
                  </a:cubicBezTo>
                  <a:lnTo>
                    <a:pt x="18128" y="17249"/>
                  </a:lnTo>
                  <a:cubicBezTo>
                    <a:pt x="16050" y="17249"/>
                    <a:pt x="15634" y="15794"/>
                    <a:pt x="15842" y="14339"/>
                  </a:cubicBezTo>
                  <a:lnTo>
                    <a:pt x="17920" y="2909"/>
                  </a:lnTo>
                  <a:cubicBezTo>
                    <a:pt x="18128" y="1455"/>
                    <a:pt x="19167" y="0"/>
                    <a:pt x="21245" y="0"/>
                  </a:cubicBezTo>
                  <a:lnTo>
                    <a:pt x="28519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13"/>
            <p:cNvSpPr/>
            <p:nvPr/>
          </p:nvSpPr>
          <p:spPr>
            <a:xfrm>
              <a:off x="7867636" y="2629196"/>
              <a:ext cx="58604" cy="105779"/>
            </a:xfrm>
            <a:custGeom>
              <a:avLst/>
              <a:gdLst/>
              <a:ahLst/>
              <a:cxnLst/>
              <a:rect l="l" t="t" r="r" b="b"/>
              <a:pathLst>
                <a:path w="58604" h="105779" extrusionOk="0">
                  <a:moveTo>
                    <a:pt x="58397" y="4988"/>
                  </a:moveTo>
                  <a:lnTo>
                    <a:pt x="57566" y="10183"/>
                  </a:lnTo>
                  <a:cubicBezTo>
                    <a:pt x="57358" y="11638"/>
                    <a:pt x="55903" y="12261"/>
                    <a:pt x="54656" y="12261"/>
                  </a:cubicBezTo>
                  <a:lnTo>
                    <a:pt x="54241" y="12261"/>
                  </a:lnTo>
                  <a:cubicBezTo>
                    <a:pt x="48214" y="11638"/>
                    <a:pt x="43850" y="11222"/>
                    <a:pt x="36992" y="11222"/>
                  </a:cubicBezTo>
                  <a:cubicBezTo>
                    <a:pt x="25769" y="11222"/>
                    <a:pt x="17457" y="20158"/>
                    <a:pt x="14963" y="34706"/>
                  </a:cubicBezTo>
                  <a:lnTo>
                    <a:pt x="13092" y="45720"/>
                  </a:lnTo>
                  <a:cubicBezTo>
                    <a:pt x="12469" y="49045"/>
                    <a:pt x="12261" y="51747"/>
                    <a:pt x="12261" y="54241"/>
                  </a:cubicBezTo>
                  <a:cubicBezTo>
                    <a:pt x="12261" y="65047"/>
                    <a:pt x="17249" y="69203"/>
                    <a:pt x="26601" y="69203"/>
                  </a:cubicBezTo>
                  <a:cubicBezTo>
                    <a:pt x="33459" y="69203"/>
                    <a:pt x="38239" y="68996"/>
                    <a:pt x="44473" y="68164"/>
                  </a:cubicBezTo>
                  <a:lnTo>
                    <a:pt x="44889" y="68164"/>
                  </a:lnTo>
                  <a:cubicBezTo>
                    <a:pt x="45928" y="68164"/>
                    <a:pt x="46967" y="68788"/>
                    <a:pt x="46967" y="69827"/>
                  </a:cubicBezTo>
                  <a:lnTo>
                    <a:pt x="46967" y="70243"/>
                  </a:lnTo>
                  <a:lnTo>
                    <a:pt x="46136" y="75438"/>
                  </a:lnTo>
                  <a:cubicBezTo>
                    <a:pt x="45928" y="77516"/>
                    <a:pt x="45097" y="78140"/>
                    <a:pt x="42810" y="78555"/>
                  </a:cubicBezTo>
                  <a:cubicBezTo>
                    <a:pt x="38031" y="79387"/>
                    <a:pt x="31588" y="80010"/>
                    <a:pt x="24730" y="80010"/>
                  </a:cubicBezTo>
                  <a:cubicBezTo>
                    <a:pt x="8105" y="80010"/>
                    <a:pt x="0" y="68580"/>
                    <a:pt x="0" y="53409"/>
                  </a:cubicBezTo>
                  <a:cubicBezTo>
                    <a:pt x="0" y="50915"/>
                    <a:pt x="208" y="48214"/>
                    <a:pt x="623" y="45512"/>
                  </a:cubicBezTo>
                  <a:lnTo>
                    <a:pt x="2494" y="34498"/>
                  </a:lnTo>
                  <a:cubicBezTo>
                    <a:pt x="6235" y="11638"/>
                    <a:pt x="19535" y="0"/>
                    <a:pt x="38654" y="0"/>
                  </a:cubicBezTo>
                  <a:cubicBezTo>
                    <a:pt x="45304" y="0"/>
                    <a:pt x="51539" y="623"/>
                    <a:pt x="56111" y="1663"/>
                  </a:cubicBezTo>
                  <a:cubicBezTo>
                    <a:pt x="57773" y="1870"/>
                    <a:pt x="58605" y="2494"/>
                    <a:pt x="58605" y="3741"/>
                  </a:cubicBezTo>
                  <a:cubicBezTo>
                    <a:pt x="58605" y="3949"/>
                    <a:pt x="58605" y="4364"/>
                    <a:pt x="58605" y="4780"/>
                  </a:cubicBezTo>
                  <a:moveTo>
                    <a:pt x="31588" y="85829"/>
                  </a:moveTo>
                  <a:lnTo>
                    <a:pt x="12261" y="103701"/>
                  </a:lnTo>
                  <a:cubicBezTo>
                    <a:pt x="10807" y="105156"/>
                    <a:pt x="10183" y="105779"/>
                    <a:pt x="8728" y="105779"/>
                  </a:cubicBezTo>
                  <a:lnTo>
                    <a:pt x="1039" y="105779"/>
                  </a:lnTo>
                  <a:cubicBezTo>
                    <a:pt x="1039" y="105779"/>
                    <a:pt x="0" y="105572"/>
                    <a:pt x="0" y="104948"/>
                  </a:cubicBezTo>
                  <a:cubicBezTo>
                    <a:pt x="0" y="104533"/>
                    <a:pt x="208" y="103909"/>
                    <a:pt x="831" y="103493"/>
                  </a:cubicBezTo>
                  <a:lnTo>
                    <a:pt x="17665" y="85829"/>
                  </a:lnTo>
                  <a:cubicBezTo>
                    <a:pt x="19327" y="84374"/>
                    <a:pt x="19743" y="83751"/>
                    <a:pt x="21613" y="83751"/>
                  </a:cubicBezTo>
                  <a:lnTo>
                    <a:pt x="30965" y="83751"/>
                  </a:lnTo>
                  <a:cubicBezTo>
                    <a:pt x="30965" y="83751"/>
                    <a:pt x="32420" y="83959"/>
                    <a:pt x="32420" y="84582"/>
                  </a:cubicBezTo>
                  <a:cubicBezTo>
                    <a:pt x="32420" y="84790"/>
                    <a:pt x="32420" y="85205"/>
                    <a:pt x="31796" y="85829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13"/>
            <p:cNvSpPr/>
            <p:nvPr/>
          </p:nvSpPr>
          <p:spPr>
            <a:xfrm>
              <a:off x="7923331" y="2629612"/>
              <a:ext cx="66501" cy="79802"/>
            </a:xfrm>
            <a:custGeom>
              <a:avLst/>
              <a:gdLst/>
              <a:ahLst/>
              <a:cxnLst/>
              <a:rect l="l" t="t" r="r" b="b"/>
              <a:pathLst>
                <a:path w="66501" h="79802" extrusionOk="0">
                  <a:moveTo>
                    <a:pt x="65463" y="34498"/>
                  </a:moveTo>
                  <a:lnTo>
                    <a:pt x="63592" y="45304"/>
                  </a:lnTo>
                  <a:cubicBezTo>
                    <a:pt x="59852" y="66710"/>
                    <a:pt x="48214" y="79802"/>
                    <a:pt x="25977" y="79802"/>
                  </a:cubicBezTo>
                  <a:cubicBezTo>
                    <a:pt x="8936" y="79802"/>
                    <a:pt x="0" y="68788"/>
                    <a:pt x="0" y="52994"/>
                  </a:cubicBezTo>
                  <a:cubicBezTo>
                    <a:pt x="0" y="50500"/>
                    <a:pt x="208" y="47798"/>
                    <a:pt x="831" y="45304"/>
                  </a:cubicBezTo>
                  <a:lnTo>
                    <a:pt x="2702" y="34498"/>
                  </a:lnTo>
                  <a:cubicBezTo>
                    <a:pt x="6650" y="11638"/>
                    <a:pt x="19119" y="0"/>
                    <a:pt x="40317" y="0"/>
                  </a:cubicBezTo>
                  <a:cubicBezTo>
                    <a:pt x="57773" y="0"/>
                    <a:pt x="66502" y="11014"/>
                    <a:pt x="66502" y="26601"/>
                  </a:cubicBezTo>
                  <a:cubicBezTo>
                    <a:pt x="66502" y="29095"/>
                    <a:pt x="66294" y="31796"/>
                    <a:pt x="65878" y="34498"/>
                  </a:cubicBezTo>
                  <a:moveTo>
                    <a:pt x="38031" y="10807"/>
                  </a:moveTo>
                  <a:cubicBezTo>
                    <a:pt x="25769" y="10807"/>
                    <a:pt x="17249" y="19951"/>
                    <a:pt x="14755" y="34498"/>
                  </a:cubicBezTo>
                  <a:lnTo>
                    <a:pt x="12885" y="45304"/>
                  </a:lnTo>
                  <a:cubicBezTo>
                    <a:pt x="12261" y="48422"/>
                    <a:pt x="12053" y="51123"/>
                    <a:pt x="12053" y="53617"/>
                  </a:cubicBezTo>
                  <a:cubicBezTo>
                    <a:pt x="12053" y="63592"/>
                    <a:pt x="16626" y="68996"/>
                    <a:pt x="27640" y="68996"/>
                  </a:cubicBezTo>
                  <a:cubicBezTo>
                    <a:pt x="40109" y="68996"/>
                    <a:pt x="48630" y="59228"/>
                    <a:pt x="50915" y="45304"/>
                  </a:cubicBezTo>
                  <a:lnTo>
                    <a:pt x="52786" y="34498"/>
                  </a:lnTo>
                  <a:cubicBezTo>
                    <a:pt x="53409" y="31588"/>
                    <a:pt x="53409" y="28887"/>
                    <a:pt x="53409" y="26393"/>
                  </a:cubicBezTo>
                  <a:cubicBezTo>
                    <a:pt x="53409" y="16210"/>
                    <a:pt x="48837" y="10807"/>
                    <a:pt x="37823" y="1080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3"/>
            <p:cNvSpPr/>
            <p:nvPr/>
          </p:nvSpPr>
          <p:spPr>
            <a:xfrm>
              <a:off x="8030547" y="2603219"/>
              <a:ext cx="91873" cy="105155"/>
            </a:xfrm>
            <a:custGeom>
              <a:avLst/>
              <a:gdLst/>
              <a:ahLst/>
              <a:cxnLst/>
              <a:rect l="l" t="t" r="r" b="b"/>
              <a:pathLst>
                <a:path w="91873" h="105155" extrusionOk="0">
                  <a:moveTo>
                    <a:pt x="79405" y="2702"/>
                  </a:moveTo>
                  <a:cubicBezTo>
                    <a:pt x="79612" y="1247"/>
                    <a:pt x="80236" y="0"/>
                    <a:pt x="82314" y="0"/>
                  </a:cubicBezTo>
                  <a:lnTo>
                    <a:pt x="89795" y="0"/>
                  </a:lnTo>
                  <a:cubicBezTo>
                    <a:pt x="91250" y="0"/>
                    <a:pt x="91874" y="1039"/>
                    <a:pt x="91874" y="2078"/>
                  </a:cubicBezTo>
                  <a:lnTo>
                    <a:pt x="91874" y="2702"/>
                  </a:lnTo>
                  <a:lnTo>
                    <a:pt x="74417" y="101000"/>
                  </a:lnTo>
                  <a:cubicBezTo>
                    <a:pt x="74001" y="103286"/>
                    <a:pt x="73378" y="105156"/>
                    <a:pt x="69637" y="105156"/>
                  </a:cubicBezTo>
                  <a:lnTo>
                    <a:pt x="61532" y="105156"/>
                  </a:lnTo>
                  <a:cubicBezTo>
                    <a:pt x="58623" y="105156"/>
                    <a:pt x="57999" y="104325"/>
                    <a:pt x="57376" y="102870"/>
                  </a:cubicBezTo>
                  <a:lnTo>
                    <a:pt x="27658" y="19743"/>
                  </a:lnTo>
                  <a:lnTo>
                    <a:pt x="27658" y="19327"/>
                  </a:lnTo>
                  <a:cubicBezTo>
                    <a:pt x="27658" y="19327"/>
                    <a:pt x="27034" y="19327"/>
                    <a:pt x="27034" y="19743"/>
                  </a:cubicBezTo>
                  <a:lnTo>
                    <a:pt x="12487" y="102454"/>
                  </a:lnTo>
                  <a:cubicBezTo>
                    <a:pt x="12279" y="103909"/>
                    <a:pt x="11032" y="105156"/>
                    <a:pt x="9578" y="105156"/>
                  </a:cubicBezTo>
                  <a:lnTo>
                    <a:pt x="1473" y="105156"/>
                  </a:lnTo>
                  <a:cubicBezTo>
                    <a:pt x="1473" y="105156"/>
                    <a:pt x="-190" y="104740"/>
                    <a:pt x="18" y="103493"/>
                  </a:cubicBezTo>
                  <a:lnTo>
                    <a:pt x="17682" y="3949"/>
                  </a:lnTo>
                  <a:cubicBezTo>
                    <a:pt x="18098" y="1663"/>
                    <a:pt x="19345" y="0"/>
                    <a:pt x="22462" y="0"/>
                  </a:cubicBezTo>
                  <a:lnTo>
                    <a:pt x="29320" y="0"/>
                  </a:lnTo>
                  <a:cubicBezTo>
                    <a:pt x="33269" y="0"/>
                    <a:pt x="33892" y="623"/>
                    <a:pt x="34516" y="2909"/>
                  </a:cubicBezTo>
                  <a:lnTo>
                    <a:pt x="64026" y="84790"/>
                  </a:lnTo>
                  <a:cubicBezTo>
                    <a:pt x="64026" y="84790"/>
                    <a:pt x="64442" y="86037"/>
                    <a:pt x="64649" y="86037"/>
                  </a:cubicBezTo>
                  <a:cubicBezTo>
                    <a:pt x="64649" y="86037"/>
                    <a:pt x="64857" y="85829"/>
                    <a:pt x="65065" y="84790"/>
                  </a:cubicBezTo>
                  <a:lnTo>
                    <a:pt x="79612" y="2702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13"/>
            <p:cNvSpPr/>
            <p:nvPr/>
          </p:nvSpPr>
          <p:spPr>
            <a:xfrm>
              <a:off x="8122213" y="2629820"/>
              <a:ext cx="67601" cy="80010"/>
            </a:xfrm>
            <a:custGeom>
              <a:avLst/>
              <a:gdLst/>
              <a:ahLst/>
              <a:cxnLst/>
              <a:rect l="l" t="t" r="r" b="b"/>
              <a:pathLst>
                <a:path w="67601" h="80010" extrusionOk="0">
                  <a:moveTo>
                    <a:pt x="65047" y="3117"/>
                  </a:moveTo>
                  <a:cubicBezTo>
                    <a:pt x="67541" y="3741"/>
                    <a:pt x="67749" y="4572"/>
                    <a:pt x="67541" y="6442"/>
                  </a:cubicBezTo>
                  <a:lnTo>
                    <a:pt x="55280" y="76061"/>
                  </a:lnTo>
                  <a:cubicBezTo>
                    <a:pt x="55072" y="77516"/>
                    <a:pt x="54241" y="78971"/>
                    <a:pt x="51955" y="78971"/>
                  </a:cubicBezTo>
                  <a:lnTo>
                    <a:pt x="46344" y="78971"/>
                  </a:lnTo>
                  <a:cubicBezTo>
                    <a:pt x="44265" y="78971"/>
                    <a:pt x="43850" y="77932"/>
                    <a:pt x="44265" y="75854"/>
                  </a:cubicBezTo>
                  <a:lnTo>
                    <a:pt x="44889" y="71489"/>
                  </a:lnTo>
                  <a:cubicBezTo>
                    <a:pt x="36576" y="77516"/>
                    <a:pt x="31588" y="80010"/>
                    <a:pt x="22029" y="80010"/>
                  </a:cubicBezTo>
                  <a:cubicBezTo>
                    <a:pt x="9975" y="80010"/>
                    <a:pt x="0" y="72321"/>
                    <a:pt x="0" y="54864"/>
                  </a:cubicBezTo>
                  <a:cubicBezTo>
                    <a:pt x="0" y="52162"/>
                    <a:pt x="208" y="49461"/>
                    <a:pt x="831" y="46343"/>
                  </a:cubicBezTo>
                  <a:lnTo>
                    <a:pt x="3325" y="32212"/>
                  </a:lnTo>
                  <a:cubicBezTo>
                    <a:pt x="7689" y="7689"/>
                    <a:pt x="23068" y="0"/>
                    <a:pt x="40109" y="0"/>
                  </a:cubicBezTo>
                  <a:cubicBezTo>
                    <a:pt x="48630" y="0"/>
                    <a:pt x="57566" y="1455"/>
                    <a:pt x="64839" y="3325"/>
                  </a:cubicBezTo>
                  <a:moveTo>
                    <a:pt x="40317" y="10183"/>
                  </a:moveTo>
                  <a:cubicBezTo>
                    <a:pt x="25769" y="10183"/>
                    <a:pt x="18288" y="18288"/>
                    <a:pt x="15586" y="33251"/>
                  </a:cubicBezTo>
                  <a:lnTo>
                    <a:pt x="13092" y="47798"/>
                  </a:lnTo>
                  <a:cubicBezTo>
                    <a:pt x="12677" y="49876"/>
                    <a:pt x="12469" y="52162"/>
                    <a:pt x="12469" y="54241"/>
                  </a:cubicBezTo>
                  <a:cubicBezTo>
                    <a:pt x="12469" y="65255"/>
                    <a:pt x="18080" y="68996"/>
                    <a:pt x="24730" y="68996"/>
                  </a:cubicBezTo>
                  <a:cubicBezTo>
                    <a:pt x="31381" y="68996"/>
                    <a:pt x="37407" y="66086"/>
                    <a:pt x="45304" y="60683"/>
                  </a:cubicBezTo>
                  <a:lnTo>
                    <a:pt x="54033" y="11430"/>
                  </a:lnTo>
                  <a:cubicBezTo>
                    <a:pt x="50292" y="10807"/>
                    <a:pt x="46136" y="9975"/>
                    <a:pt x="40317" y="997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13"/>
            <p:cNvSpPr/>
            <p:nvPr/>
          </p:nvSpPr>
          <p:spPr>
            <a:xfrm>
              <a:off x="8195365" y="2629404"/>
              <a:ext cx="58479" cy="79802"/>
            </a:xfrm>
            <a:custGeom>
              <a:avLst/>
              <a:gdLst/>
              <a:ahLst/>
              <a:cxnLst/>
              <a:rect l="l" t="t" r="r" b="b"/>
              <a:pathLst>
                <a:path w="58479" h="79802" extrusionOk="0">
                  <a:moveTo>
                    <a:pt x="14755" y="34498"/>
                  </a:moveTo>
                  <a:lnTo>
                    <a:pt x="12885" y="45512"/>
                  </a:lnTo>
                  <a:cubicBezTo>
                    <a:pt x="12261" y="48837"/>
                    <a:pt x="12053" y="51331"/>
                    <a:pt x="12053" y="54033"/>
                  </a:cubicBezTo>
                  <a:cubicBezTo>
                    <a:pt x="12053" y="64839"/>
                    <a:pt x="17249" y="68996"/>
                    <a:pt x="26393" y="68996"/>
                  </a:cubicBezTo>
                  <a:cubicBezTo>
                    <a:pt x="33251" y="68996"/>
                    <a:pt x="38031" y="68788"/>
                    <a:pt x="44265" y="67957"/>
                  </a:cubicBezTo>
                  <a:cubicBezTo>
                    <a:pt x="46551" y="67541"/>
                    <a:pt x="47175" y="68580"/>
                    <a:pt x="46759" y="70035"/>
                  </a:cubicBezTo>
                  <a:lnTo>
                    <a:pt x="45928" y="75230"/>
                  </a:lnTo>
                  <a:cubicBezTo>
                    <a:pt x="45720" y="77308"/>
                    <a:pt x="44889" y="77932"/>
                    <a:pt x="42603" y="78347"/>
                  </a:cubicBezTo>
                  <a:cubicBezTo>
                    <a:pt x="38031" y="79179"/>
                    <a:pt x="31380" y="79802"/>
                    <a:pt x="24730" y="79802"/>
                  </a:cubicBezTo>
                  <a:cubicBezTo>
                    <a:pt x="8105" y="79802"/>
                    <a:pt x="0" y="68372"/>
                    <a:pt x="0" y="53201"/>
                  </a:cubicBezTo>
                  <a:cubicBezTo>
                    <a:pt x="0" y="50708"/>
                    <a:pt x="208" y="48006"/>
                    <a:pt x="623" y="45512"/>
                  </a:cubicBezTo>
                  <a:lnTo>
                    <a:pt x="2494" y="34498"/>
                  </a:lnTo>
                  <a:cubicBezTo>
                    <a:pt x="6234" y="11638"/>
                    <a:pt x="19327" y="0"/>
                    <a:pt x="38654" y="0"/>
                  </a:cubicBezTo>
                  <a:cubicBezTo>
                    <a:pt x="45097" y="0"/>
                    <a:pt x="51539" y="623"/>
                    <a:pt x="56111" y="1663"/>
                  </a:cubicBezTo>
                  <a:cubicBezTo>
                    <a:pt x="58605" y="2078"/>
                    <a:pt x="58605" y="2909"/>
                    <a:pt x="58397" y="4780"/>
                  </a:cubicBezTo>
                  <a:lnTo>
                    <a:pt x="57566" y="9767"/>
                  </a:lnTo>
                  <a:cubicBezTo>
                    <a:pt x="57358" y="11430"/>
                    <a:pt x="56734" y="12261"/>
                    <a:pt x="54240" y="11846"/>
                  </a:cubicBezTo>
                  <a:cubicBezTo>
                    <a:pt x="48214" y="11222"/>
                    <a:pt x="43849" y="10807"/>
                    <a:pt x="36992" y="10807"/>
                  </a:cubicBezTo>
                  <a:cubicBezTo>
                    <a:pt x="25769" y="10807"/>
                    <a:pt x="17457" y="19743"/>
                    <a:pt x="14963" y="3429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13"/>
            <p:cNvSpPr/>
            <p:nvPr/>
          </p:nvSpPr>
          <p:spPr>
            <a:xfrm>
              <a:off x="8254545" y="2601141"/>
              <a:ext cx="30852" cy="107442"/>
            </a:xfrm>
            <a:custGeom>
              <a:avLst/>
              <a:gdLst/>
              <a:ahLst/>
              <a:cxnLst/>
              <a:rect l="l" t="t" r="r" b="b"/>
              <a:pathLst>
                <a:path w="30852" h="107442" extrusionOk="0">
                  <a:moveTo>
                    <a:pt x="22908" y="29510"/>
                  </a:moveTo>
                  <a:cubicBezTo>
                    <a:pt x="24571" y="29510"/>
                    <a:pt x="25610" y="30134"/>
                    <a:pt x="25194" y="32420"/>
                  </a:cubicBezTo>
                  <a:lnTo>
                    <a:pt x="12517" y="104533"/>
                  </a:lnTo>
                  <a:cubicBezTo>
                    <a:pt x="12309" y="106195"/>
                    <a:pt x="11478" y="107442"/>
                    <a:pt x="9192" y="107442"/>
                  </a:cubicBezTo>
                  <a:lnTo>
                    <a:pt x="2334" y="107442"/>
                  </a:lnTo>
                  <a:cubicBezTo>
                    <a:pt x="256" y="107442"/>
                    <a:pt x="-160" y="105987"/>
                    <a:pt x="48" y="104533"/>
                  </a:cubicBezTo>
                  <a:lnTo>
                    <a:pt x="12725" y="32420"/>
                  </a:lnTo>
                  <a:cubicBezTo>
                    <a:pt x="13140" y="29926"/>
                    <a:pt x="14595" y="29510"/>
                    <a:pt x="16050" y="29510"/>
                  </a:cubicBezTo>
                  <a:lnTo>
                    <a:pt x="22908" y="29510"/>
                  </a:lnTo>
                  <a:close/>
                  <a:moveTo>
                    <a:pt x="28519" y="0"/>
                  </a:moveTo>
                  <a:cubicBezTo>
                    <a:pt x="30597" y="0"/>
                    <a:pt x="31013" y="831"/>
                    <a:pt x="30805" y="2909"/>
                  </a:cubicBezTo>
                  <a:lnTo>
                    <a:pt x="28727" y="14339"/>
                  </a:lnTo>
                  <a:cubicBezTo>
                    <a:pt x="28311" y="16418"/>
                    <a:pt x="27688" y="17249"/>
                    <a:pt x="25402" y="17249"/>
                  </a:cubicBezTo>
                  <a:lnTo>
                    <a:pt x="18128" y="17249"/>
                  </a:lnTo>
                  <a:cubicBezTo>
                    <a:pt x="16050" y="17249"/>
                    <a:pt x="15634" y="15794"/>
                    <a:pt x="15842" y="14339"/>
                  </a:cubicBezTo>
                  <a:lnTo>
                    <a:pt x="17712" y="2909"/>
                  </a:lnTo>
                  <a:cubicBezTo>
                    <a:pt x="17920" y="1455"/>
                    <a:pt x="18959" y="0"/>
                    <a:pt x="21037" y="0"/>
                  </a:cubicBezTo>
                  <a:lnTo>
                    <a:pt x="28311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13"/>
            <p:cNvSpPr/>
            <p:nvPr/>
          </p:nvSpPr>
          <p:spPr>
            <a:xfrm>
              <a:off x="8286597" y="2629612"/>
              <a:ext cx="66293" cy="79802"/>
            </a:xfrm>
            <a:custGeom>
              <a:avLst/>
              <a:gdLst/>
              <a:ahLst/>
              <a:cxnLst/>
              <a:rect l="l" t="t" r="r" b="b"/>
              <a:pathLst>
                <a:path w="66293" h="79802" extrusionOk="0">
                  <a:moveTo>
                    <a:pt x="65463" y="34498"/>
                  </a:moveTo>
                  <a:lnTo>
                    <a:pt x="63592" y="45304"/>
                  </a:lnTo>
                  <a:cubicBezTo>
                    <a:pt x="59852" y="66710"/>
                    <a:pt x="48214" y="79802"/>
                    <a:pt x="25977" y="79802"/>
                  </a:cubicBezTo>
                  <a:cubicBezTo>
                    <a:pt x="8936" y="79802"/>
                    <a:pt x="0" y="68788"/>
                    <a:pt x="0" y="52994"/>
                  </a:cubicBezTo>
                  <a:cubicBezTo>
                    <a:pt x="0" y="50500"/>
                    <a:pt x="208" y="47798"/>
                    <a:pt x="623" y="45304"/>
                  </a:cubicBezTo>
                  <a:lnTo>
                    <a:pt x="2494" y="34498"/>
                  </a:lnTo>
                  <a:cubicBezTo>
                    <a:pt x="6442" y="11638"/>
                    <a:pt x="18911" y="0"/>
                    <a:pt x="40109" y="0"/>
                  </a:cubicBezTo>
                  <a:cubicBezTo>
                    <a:pt x="57566" y="0"/>
                    <a:pt x="66294" y="11014"/>
                    <a:pt x="66294" y="26601"/>
                  </a:cubicBezTo>
                  <a:cubicBezTo>
                    <a:pt x="66294" y="29095"/>
                    <a:pt x="66086" y="31796"/>
                    <a:pt x="65670" y="34498"/>
                  </a:cubicBezTo>
                  <a:moveTo>
                    <a:pt x="38238" y="10807"/>
                  </a:moveTo>
                  <a:cubicBezTo>
                    <a:pt x="25977" y="10807"/>
                    <a:pt x="17457" y="19951"/>
                    <a:pt x="14963" y="34498"/>
                  </a:cubicBezTo>
                  <a:lnTo>
                    <a:pt x="13092" y="45304"/>
                  </a:lnTo>
                  <a:cubicBezTo>
                    <a:pt x="12469" y="48422"/>
                    <a:pt x="12261" y="51123"/>
                    <a:pt x="12261" y="53617"/>
                  </a:cubicBezTo>
                  <a:cubicBezTo>
                    <a:pt x="12261" y="63592"/>
                    <a:pt x="16833" y="68996"/>
                    <a:pt x="27848" y="68996"/>
                  </a:cubicBezTo>
                  <a:cubicBezTo>
                    <a:pt x="40317" y="68996"/>
                    <a:pt x="48837" y="59228"/>
                    <a:pt x="51123" y="45304"/>
                  </a:cubicBezTo>
                  <a:lnTo>
                    <a:pt x="52994" y="34498"/>
                  </a:lnTo>
                  <a:cubicBezTo>
                    <a:pt x="53617" y="31588"/>
                    <a:pt x="53617" y="28887"/>
                    <a:pt x="53617" y="26393"/>
                  </a:cubicBezTo>
                  <a:cubicBezTo>
                    <a:pt x="53617" y="16210"/>
                    <a:pt x="49045" y="10807"/>
                    <a:pt x="38031" y="1080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13"/>
            <p:cNvSpPr/>
            <p:nvPr/>
          </p:nvSpPr>
          <p:spPr>
            <a:xfrm>
              <a:off x="8357981" y="2629612"/>
              <a:ext cx="68893" cy="78970"/>
            </a:xfrm>
            <a:custGeom>
              <a:avLst/>
              <a:gdLst/>
              <a:ahLst/>
              <a:cxnLst/>
              <a:rect l="l" t="t" r="r" b="b"/>
              <a:pathLst>
                <a:path w="68893" h="78970" extrusionOk="0">
                  <a:moveTo>
                    <a:pt x="67647" y="29510"/>
                  </a:moveTo>
                  <a:lnTo>
                    <a:pt x="59334" y="76061"/>
                  </a:lnTo>
                  <a:cubicBezTo>
                    <a:pt x="59126" y="77516"/>
                    <a:pt x="57464" y="78971"/>
                    <a:pt x="56009" y="78971"/>
                  </a:cubicBezTo>
                  <a:lnTo>
                    <a:pt x="49151" y="78971"/>
                  </a:lnTo>
                  <a:cubicBezTo>
                    <a:pt x="47488" y="78971"/>
                    <a:pt x="46657" y="77516"/>
                    <a:pt x="46865" y="76061"/>
                  </a:cubicBezTo>
                  <a:lnTo>
                    <a:pt x="54970" y="29510"/>
                  </a:lnTo>
                  <a:cubicBezTo>
                    <a:pt x="55386" y="26809"/>
                    <a:pt x="55801" y="23899"/>
                    <a:pt x="55801" y="21613"/>
                  </a:cubicBezTo>
                  <a:cubicBezTo>
                    <a:pt x="55801" y="14755"/>
                    <a:pt x="52892" y="10807"/>
                    <a:pt x="42709" y="10807"/>
                  </a:cubicBezTo>
                  <a:cubicBezTo>
                    <a:pt x="37306" y="10807"/>
                    <a:pt x="31694" y="11846"/>
                    <a:pt x="22758" y="16210"/>
                  </a:cubicBezTo>
                  <a:lnTo>
                    <a:pt x="12367" y="76061"/>
                  </a:lnTo>
                  <a:cubicBezTo>
                    <a:pt x="12159" y="77516"/>
                    <a:pt x="10497" y="78971"/>
                    <a:pt x="9042" y="78971"/>
                  </a:cubicBezTo>
                  <a:lnTo>
                    <a:pt x="2184" y="78971"/>
                  </a:lnTo>
                  <a:cubicBezTo>
                    <a:pt x="522" y="78971"/>
                    <a:pt x="-310" y="77308"/>
                    <a:pt x="106" y="76061"/>
                  </a:cubicBezTo>
                  <a:lnTo>
                    <a:pt x="12783" y="3949"/>
                  </a:lnTo>
                  <a:cubicBezTo>
                    <a:pt x="12991" y="2286"/>
                    <a:pt x="13822" y="1039"/>
                    <a:pt x="16524" y="1039"/>
                  </a:cubicBezTo>
                  <a:lnTo>
                    <a:pt x="22550" y="1039"/>
                  </a:lnTo>
                  <a:cubicBezTo>
                    <a:pt x="24836" y="1039"/>
                    <a:pt x="25460" y="1870"/>
                    <a:pt x="25252" y="3949"/>
                  </a:cubicBezTo>
                  <a:lnTo>
                    <a:pt x="24836" y="6858"/>
                  </a:lnTo>
                  <a:cubicBezTo>
                    <a:pt x="31694" y="3117"/>
                    <a:pt x="37929" y="0"/>
                    <a:pt x="47696" y="0"/>
                  </a:cubicBezTo>
                  <a:cubicBezTo>
                    <a:pt x="62867" y="0"/>
                    <a:pt x="68894" y="9560"/>
                    <a:pt x="68894" y="21821"/>
                  </a:cubicBezTo>
                  <a:cubicBezTo>
                    <a:pt x="68894" y="24315"/>
                    <a:pt x="68686" y="27016"/>
                    <a:pt x="68270" y="2951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13"/>
            <p:cNvSpPr/>
            <p:nvPr/>
          </p:nvSpPr>
          <p:spPr>
            <a:xfrm>
              <a:off x="8433317" y="2629820"/>
              <a:ext cx="67601" cy="80010"/>
            </a:xfrm>
            <a:custGeom>
              <a:avLst/>
              <a:gdLst/>
              <a:ahLst/>
              <a:cxnLst/>
              <a:rect l="l" t="t" r="r" b="b"/>
              <a:pathLst>
                <a:path w="67601" h="80010" extrusionOk="0">
                  <a:moveTo>
                    <a:pt x="65047" y="3117"/>
                  </a:moveTo>
                  <a:cubicBezTo>
                    <a:pt x="67541" y="3741"/>
                    <a:pt x="67749" y="4572"/>
                    <a:pt x="67541" y="6442"/>
                  </a:cubicBezTo>
                  <a:lnTo>
                    <a:pt x="55280" y="76061"/>
                  </a:lnTo>
                  <a:cubicBezTo>
                    <a:pt x="55072" y="77516"/>
                    <a:pt x="54241" y="78971"/>
                    <a:pt x="51955" y="78971"/>
                  </a:cubicBezTo>
                  <a:lnTo>
                    <a:pt x="46344" y="78971"/>
                  </a:lnTo>
                  <a:cubicBezTo>
                    <a:pt x="44265" y="78971"/>
                    <a:pt x="43850" y="77932"/>
                    <a:pt x="44265" y="75854"/>
                  </a:cubicBezTo>
                  <a:lnTo>
                    <a:pt x="44889" y="71489"/>
                  </a:lnTo>
                  <a:cubicBezTo>
                    <a:pt x="36576" y="77516"/>
                    <a:pt x="31588" y="80010"/>
                    <a:pt x="22029" y="80010"/>
                  </a:cubicBezTo>
                  <a:cubicBezTo>
                    <a:pt x="9976" y="80010"/>
                    <a:pt x="0" y="72321"/>
                    <a:pt x="0" y="54864"/>
                  </a:cubicBezTo>
                  <a:cubicBezTo>
                    <a:pt x="0" y="52162"/>
                    <a:pt x="208" y="49461"/>
                    <a:pt x="831" y="46343"/>
                  </a:cubicBezTo>
                  <a:lnTo>
                    <a:pt x="3325" y="32212"/>
                  </a:lnTo>
                  <a:cubicBezTo>
                    <a:pt x="7689" y="7689"/>
                    <a:pt x="23068" y="0"/>
                    <a:pt x="40109" y="0"/>
                  </a:cubicBezTo>
                  <a:cubicBezTo>
                    <a:pt x="48630" y="0"/>
                    <a:pt x="57566" y="1455"/>
                    <a:pt x="64839" y="3325"/>
                  </a:cubicBezTo>
                  <a:moveTo>
                    <a:pt x="40109" y="10183"/>
                  </a:moveTo>
                  <a:cubicBezTo>
                    <a:pt x="25562" y="10183"/>
                    <a:pt x="18080" y="18288"/>
                    <a:pt x="15379" y="33251"/>
                  </a:cubicBezTo>
                  <a:lnTo>
                    <a:pt x="12885" y="47798"/>
                  </a:lnTo>
                  <a:cubicBezTo>
                    <a:pt x="12469" y="49876"/>
                    <a:pt x="12262" y="52162"/>
                    <a:pt x="12262" y="54241"/>
                  </a:cubicBezTo>
                  <a:cubicBezTo>
                    <a:pt x="12262" y="65255"/>
                    <a:pt x="17872" y="68996"/>
                    <a:pt x="24523" y="68996"/>
                  </a:cubicBezTo>
                  <a:cubicBezTo>
                    <a:pt x="31173" y="68996"/>
                    <a:pt x="37200" y="66086"/>
                    <a:pt x="45097" y="60683"/>
                  </a:cubicBezTo>
                  <a:lnTo>
                    <a:pt x="53825" y="11430"/>
                  </a:lnTo>
                  <a:cubicBezTo>
                    <a:pt x="50084" y="10807"/>
                    <a:pt x="45928" y="9975"/>
                    <a:pt x="40109" y="997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13"/>
            <p:cNvSpPr/>
            <p:nvPr/>
          </p:nvSpPr>
          <p:spPr>
            <a:xfrm>
              <a:off x="8505391" y="2601972"/>
              <a:ext cx="30264" cy="106610"/>
            </a:xfrm>
            <a:custGeom>
              <a:avLst/>
              <a:gdLst/>
              <a:ahLst/>
              <a:cxnLst/>
              <a:rect l="l" t="t" r="r" b="b"/>
              <a:pathLst>
                <a:path w="30264" h="106610" extrusionOk="0">
                  <a:moveTo>
                    <a:pt x="28094" y="0"/>
                  </a:moveTo>
                  <a:cubicBezTo>
                    <a:pt x="29549" y="0"/>
                    <a:pt x="30588" y="623"/>
                    <a:pt x="30172" y="2702"/>
                  </a:cubicBezTo>
                  <a:lnTo>
                    <a:pt x="12508" y="103701"/>
                  </a:lnTo>
                  <a:cubicBezTo>
                    <a:pt x="12300" y="105156"/>
                    <a:pt x="11677" y="106611"/>
                    <a:pt x="9391" y="106611"/>
                  </a:cubicBezTo>
                  <a:lnTo>
                    <a:pt x="2117" y="106611"/>
                  </a:lnTo>
                  <a:cubicBezTo>
                    <a:pt x="454" y="106611"/>
                    <a:pt x="-169" y="105156"/>
                    <a:pt x="39" y="103701"/>
                  </a:cubicBezTo>
                  <a:lnTo>
                    <a:pt x="17703" y="2702"/>
                  </a:lnTo>
                  <a:cubicBezTo>
                    <a:pt x="17911" y="1247"/>
                    <a:pt x="18742" y="0"/>
                    <a:pt x="20820" y="0"/>
                  </a:cubicBezTo>
                  <a:lnTo>
                    <a:pt x="28094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13"/>
            <p:cNvSpPr/>
            <p:nvPr/>
          </p:nvSpPr>
          <p:spPr>
            <a:xfrm>
              <a:off x="7545102" y="2771759"/>
              <a:ext cx="72975" cy="107649"/>
            </a:xfrm>
            <a:custGeom>
              <a:avLst/>
              <a:gdLst/>
              <a:ahLst/>
              <a:cxnLst/>
              <a:rect l="l" t="t" r="r" b="b"/>
              <a:pathLst>
                <a:path w="72975" h="107649" extrusionOk="0">
                  <a:moveTo>
                    <a:pt x="63592" y="0"/>
                  </a:moveTo>
                  <a:lnTo>
                    <a:pt x="70866" y="0"/>
                  </a:lnTo>
                  <a:cubicBezTo>
                    <a:pt x="72321" y="0"/>
                    <a:pt x="73152" y="623"/>
                    <a:pt x="72944" y="2702"/>
                  </a:cubicBezTo>
                  <a:lnTo>
                    <a:pt x="55487" y="101831"/>
                  </a:lnTo>
                  <a:cubicBezTo>
                    <a:pt x="55280" y="103701"/>
                    <a:pt x="54448" y="104740"/>
                    <a:pt x="51955" y="105156"/>
                  </a:cubicBezTo>
                  <a:cubicBezTo>
                    <a:pt x="42810" y="106819"/>
                    <a:pt x="34082" y="107650"/>
                    <a:pt x="25562" y="107650"/>
                  </a:cubicBezTo>
                  <a:cubicBezTo>
                    <a:pt x="8313" y="107650"/>
                    <a:pt x="0" y="97051"/>
                    <a:pt x="0" y="81673"/>
                  </a:cubicBezTo>
                  <a:cubicBezTo>
                    <a:pt x="0" y="78763"/>
                    <a:pt x="208" y="75854"/>
                    <a:pt x="831" y="72736"/>
                  </a:cubicBezTo>
                  <a:lnTo>
                    <a:pt x="2702" y="62553"/>
                  </a:lnTo>
                  <a:cubicBezTo>
                    <a:pt x="7066" y="38239"/>
                    <a:pt x="18911" y="27848"/>
                    <a:pt x="39693" y="27848"/>
                  </a:cubicBezTo>
                  <a:cubicBezTo>
                    <a:pt x="44057" y="27848"/>
                    <a:pt x="50708" y="28263"/>
                    <a:pt x="55903" y="29302"/>
                  </a:cubicBezTo>
                  <a:lnTo>
                    <a:pt x="60683" y="2909"/>
                  </a:lnTo>
                  <a:cubicBezTo>
                    <a:pt x="61098" y="1039"/>
                    <a:pt x="62345" y="208"/>
                    <a:pt x="64008" y="208"/>
                  </a:cubicBezTo>
                  <a:moveTo>
                    <a:pt x="37615" y="38446"/>
                  </a:moveTo>
                  <a:cubicBezTo>
                    <a:pt x="23691" y="38446"/>
                    <a:pt x="17457" y="48422"/>
                    <a:pt x="14963" y="62345"/>
                  </a:cubicBezTo>
                  <a:lnTo>
                    <a:pt x="13092" y="72529"/>
                  </a:lnTo>
                  <a:cubicBezTo>
                    <a:pt x="12469" y="75854"/>
                    <a:pt x="12053" y="78971"/>
                    <a:pt x="12053" y="81673"/>
                  </a:cubicBezTo>
                  <a:cubicBezTo>
                    <a:pt x="12053" y="91232"/>
                    <a:pt x="16210" y="96635"/>
                    <a:pt x="27224" y="96635"/>
                  </a:cubicBezTo>
                  <a:cubicBezTo>
                    <a:pt x="32004" y="96635"/>
                    <a:pt x="39070" y="96220"/>
                    <a:pt x="43850" y="95804"/>
                  </a:cubicBezTo>
                  <a:lnTo>
                    <a:pt x="53825" y="39693"/>
                  </a:lnTo>
                  <a:cubicBezTo>
                    <a:pt x="49253" y="38862"/>
                    <a:pt x="41979" y="38654"/>
                    <a:pt x="37615" y="38654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7618254" y="2799815"/>
              <a:ext cx="66086" cy="79802"/>
            </a:xfrm>
            <a:custGeom>
              <a:avLst/>
              <a:gdLst/>
              <a:ahLst/>
              <a:cxnLst/>
              <a:rect l="l" t="t" r="r" b="b"/>
              <a:pathLst>
                <a:path w="66086" h="79802" extrusionOk="0">
                  <a:moveTo>
                    <a:pt x="65047" y="34498"/>
                  </a:moveTo>
                  <a:lnTo>
                    <a:pt x="64008" y="40525"/>
                  </a:lnTo>
                  <a:cubicBezTo>
                    <a:pt x="63592" y="42395"/>
                    <a:pt x="62969" y="43642"/>
                    <a:pt x="60891" y="43642"/>
                  </a:cubicBezTo>
                  <a:lnTo>
                    <a:pt x="13092" y="43642"/>
                  </a:lnTo>
                  <a:lnTo>
                    <a:pt x="13092" y="45304"/>
                  </a:lnTo>
                  <a:cubicBezTo>
                    <a:pt x="12261" y="48629"/>
                    <a:pt x="12053" y="51331"/>
                    <a:pt x="12053" y="54033"/>
                  </a:cubicBezTo>
                  <a:cubicBezTo>
                    <a:pt x="12053" y="64631"/>
                    <a:pt x="18704" y="69203"/>
                    <a:pt x="29510" y="69203"/>
                  </a:cubicBezTo>
                  <a:cubicBezTo>
                    <a:pt x="37615" y="69203"/>
                    <a:pt x="47383" y="68164"/>
                    <a:pt x="54033" y="67125"/>
                  </a:cubicBezTo>
                  <a:cubicBezTo>
                    <a:pt x="56111" y="66917"/>
                    <a:pt x="56942" y="67125"/>
                    <a:pt x="56734" y="69203"/>
                  </a:cubicBezTo>
                  <a:lnTo>
                    <a:pt x="55903" y="73983"/>
                  </a:lnTo>
                  <a:cubicBezTo>
                    <a:pt x="55695" y="76061"/>
                    <a:pt x="54864" y="76893"/>
                    <a:pt x="52578" y="77308"/>
                  </a:cubicBezTo>
                  <a:cubicBezTo>
                    <a:pt x="44265" y="78763"/>
                    <a:pt x="37199" y="79802"/>
                    <a:pt x="27848" y="79802"/>
                  </a:cubicBezTo>
                  <a:cubicBezTo>
                    <a:pt x="13924" y="79802"/>
                    <a:pt x="0" y="72736"/>
                    <a:pt x="0" y="53617"/>
                  </a:cubicBezTo>
                  <a:cubicBezTo>
                    <a:pt x="0" y="50915"/>
                    <a:pt x="208" y="48006"/>
                    <a:pt x="831" y="44889"/>
                  </a:cubicBezTo>
                  <a:lnTo>
                    <a:pt x="2702" y="34913"/>
                  </a:lnTo>
                  <a:cubicBezTo>
                    <a:pt x="6858" y="12469"/>
                    <a:pt x="20158" y="0"/>
                    <a:pt x="40109" y="0"/>
                  </a:cubicBezTo>
                  <a:cubicBezTo>
                    <a:pt x="57773" y="0"/>
                    <a:pt x="66086" y="11430"/>
                    <a:pt x="66086" y="26393"/>
                  </a:cubicBezTo>
                  <a:cubicBezTo>
                    <a:pt x="66086" y="29095"/>
                    <a:pt x="65878" y="31796"/>
                    <a:pt x="65255" y="34913"/>
                  </a:cubicBezTo>
                  <a:moveTo>
                    <a:pt x="38031" y="10391"/>
                  </a:moveTo>
                  <a:cubicBezTo>
                    <a:pt x="25769" y="10391"/>
                    <a:pt x="17457" y="20158"/>
                    <a:pt x="14963" y="33251"/>
                  </a:cubicBezTo>
                  <a:lnTo>
                    <a:pt x="14963" y="33874"/>
                  </a:lnTo>
                  <a:cubicBezTo>
                    <a:pt x="14963" y="33874"/>
                    <a:pt x="52370" y="33874"/>
                    <a:pt x="52370" y="33874"/>
                  </a:cubicBezTo>
                  <a:lnTo>
                    <a:pt x="52370" y="33251"/>
                  </a:lnTo>
                  <a:cubicBezTo>
                    <a:pt x="52994" y="30341"/>
                    <a:pt x="53409" y="27640"/>
                    <a:pt x="53409" y="25354"/>
                  </a:cubicBezTo>
                  <a:cubicBezTo>
                    <a:pt x="53409" y="15379"/>
                    <a:pt x="48214" y="10391"/>
                    <a:pt x="38031" y="10391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7718214" y="2771967"/>
              <a:ext cx="81256" cy="106195"/>
            </a:xfrm>
            <a:custGeom>
              <a:avLst/>
              <a:gdLst/>
              <a:ahLst/>
              <a:cxnLst/>
              <a:rect l="l" t="t" r="r" b="b"/>
              <a:pathLst>
                <a:path w="81256" h="106195" extrusionOk="0">
                  <a:moveTo>
                    <a:pt x="79179" y="106195"/>
                  </a:moveTo>
                  <a:lnTo>
                    <a:pt x="70658" y="106195"/>
                  </a:lnTo>
                  <a:cubicBezTo>
                    <a:pt x="69411" y="106195"/>
                    <a:pt x="68788" y="105156"/>
                    <a:pt x="68580" y="104117"/>
                  </a:cubicBezTo>
                  <a:lnTo>
                    <a:pt x="65047" y="71489"/>
                  </a:lnTo>
                  <a:lnTo>
                    <a:pt x="28471" y="71489"/>
                  </a:lnTo>
                  <a:lnTo>
                    <a:pt x="13716" y="104117"/>
                  </a:lnTo>
                  <a:cubicBezTo>
                    <a:pt x="13301" y="105156"/>
                    <a:pt x="12469" y="106195"/>
                    <a:pt x="10807" y="106195"/>
                  </a:cubicBezTo>
                  <a:lnTo>
                    <a:pt x="2078" y="106195"/>
                  </a:lnTo>
                  <a:cubicBezTo>
                    <a:pt x="831" y="106195"/>
                    <a:pt x="0" y="105572"/>
                    <a:pt x="0" y="104325"/>
                  </a:cubicBezTo>
                  <a:cubicBezTo>
                    <a:pt x="0" y="103909"/>
                    <a:pt x="0" y="103493"/>
                    <a:pt x="208" y="102870"/>
                  </a:cubicBezTo>
                  <a:lnTo>
                    <a:pt x="42603" y="10807"/>
                  </a:lnTo>
                  <a:cubicBezTo>
                    <a:pt x="46551" y="2078"/>
                    <a:pt x="52578" y="0"/>
                    <a:pt x="58813" y="0"/>
                  </a:cubicBezTo>
                  <a:cubicBezTo>
                    <a:pt x="64631" y="0"/>
                    <a:pt x="70243" y="2078"/>
                    <a:pt x="71282" y="10599"/>
                  </a:cubicBezTo>
                  <a:lnTo>
                    <a:pt x="81257" y="102870"/>
                  </a:lnTo>
                  <a:lnTo>
                    <a:pt x="81257" y="103493"/>
                  </a:lnTo>
                  <a:cubicBezTo>
                    <a:pt x="81257" y="105156"/>
                    <a:pt x="80426" y="106195"/>
                    <a:pt x="78763" y="106195"/>
                  </a:cubicBezTo>
                  <a:moveTo>
                    <a:pt x="59644" y="13924"/>
                  </a:moveTo>
                  <a:cubicBezTo>
                    <a:pt x="59644" y="12469"/>
                    <a:pt x="58813" y="11430"/>
                    <a:pt x="57358" y="11430"/>
                  </a:cubicBezTo>
                  <a:cubicBezTo>
                    <a:pt x="55695" y="11430"/>
                    <a:pt x="54864" y="12469"/>
                    <a:pt x="54033" y="13924"/>
                  </a:cubicBezTo>
                  <a:lnTo>
                    <a:pt x="32835" y="60475"/>
                  </a:lnTo>
                  <a:lnTo>
                    <a:pt x="64216" y="60475"/>
                  </a:lnTo>
                  <a:lnTo>
                    <a:pt x="59644" y="13924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7804667" y="2799191"/>
              <a:ext cx="72736" cy="106610"/>
            </a:xfrm>
            <a:custGeom>
              <a:avLst/>
              <a:gdLst/>
              <a:ahLst/>
              <a:cxnLst/>
              <a:rect l="l" t="t" r="r" b="b"/>
              <a:pathLst>
                <a:path w="72736" h="106610" extrusionOk="0">
                  <a:moveTo>
                    <a:pt x="72321" y="35121"/>
                  </a:moveTo>
                  <a:lnTo>
                    <a:pt x="70450" y="45304"/>
                  </a:lnTo>
                  <a:cubicBezTo>
                    <a:pt x="66086" y="69411"/>
                    <a:pt x="55072" y="80010"/>
                    <a:pt x="33459" y="80010"/>
                  </a:cubicBezTo>
                  <a:cubicBezTo>
                    <a:pt x="29095" y="80010"/>
                    <a:pt x="22444" y="79387"/>
                    <a:pt x="17249" y="78347"/>
                  </a:cubicBezTo>
                  <a:lnTo>
                    <a:pt x="12677" y="103909"/>
                  </a:lnTo>
                  <a:cubicBezTo>
                    <a:pt x="12469" y="105364"/>
                    <a:pt x="11014" y="106611"/>
                    <a:pt x="9352" y="106611"/>
                  </a:cubicBezTo>
                  <a:lnTo>
                    <a:pt x="2078" y="106611"/>
                  </a:lnTo>
                  <a:cubicBezTo>
                    <a:pt x="831" y="106611"/>
                    <a:pt x="0" y="105779"/>
                    <a:pt x="0" y="104533"/>
                  </a:cubicBezTo>
                  <a:lnTo>
                    <a:pt x="0" y="104117"/>
                  </a:lnTo>
                  <a:lnTo>
                    <a:pt x="0" y="104117"/>
                  </a:lnTo>
                  <a:cubicBezTo>
                    <a:pt x="0" y="104117"/>
                    <a:pt x="17041" y="6650"/>
                    <a:pt x="17041" y="6650"/>
                  </a:cubicBezTo>
                  <a:cubicBezTo>
                    <a:pt x="17249" y="4572"/>
                    <a:pt x="18080" y="3949"/>
                    <a:pt x="20574" y="3325"/>
                  </a:cubicBezTo>
                  <a:cubicBezTo>
                    <a:pt x="28263" y="1455"/>
                    <a:pt x="38446" y="0"/>
                    <a:pt x="47175" y="0"/>
                  </a:cubicBezTo>
                  <a:cubicBezTo>
                    <a:pt x="64424" y="0"/>
                    <a:pt x="72736" y="10391"/>
                    <a:pt x="72736" y="25977"/>
                  </a:cubicBezTo>
                  <a:cubicBezTo>
                    <a:pt x="72736" y="28887"/>
                    <a:pt x="72529" y="32004"/>
                    <a:pt x="71905" y="35121"/>
                  </a:cubicBezTo>
                  <a:moveTo>
                    <a:pt x="45720" y="10599"/>
                  </a:moveTo>
                  <a:cubicBezTo>
                    <a:pt x="39693" y="10599"/>
                    <a:pt x="32835" y="11222"/>
                    <a:pt x="28887" y="12053"/>
                  </a:cubicBezTo>
                  <a:lnTo>
                    <a:pt x="19119" y="68164"/>
                  </a:lnTo>
                  <a:cubicBezTo>
                    <a:pt x="23691" y="68996"/>
                    <a:pt x="30965" y="69619"/>
                    <a:pt x="35329" y="69619"/>
                  </a:cubicBezTo>
                  <a:cubicBezTo>
                    <a:pt x="48422" y="69619"/>
                    <a:pt x="55280" y="60059"/>
                    <a:pt x="57981" y="45304"/>
                  </a:cubicBezTo>
                  <a:lnTo>
                    <a:pt x="59852" y="35121"/>
                  </a:lnTo>
                  <a:cubicBezTo>
                    <a:pt x="60475" y="31381"/>
                    <a:pt x="60891" y="28263"/>
                    <a:pt x="60891" y="25354"/>
                  </a:cubicBezTo>
                  <a:cubicBezTo>
                    <a:pt x="60891" y="15794"/>
                    <a:pt x="56734" y="10599"/>
                    <a:pt x="45720" y="10599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7882908" y="2799607"/>
              <a:ext cx="48044" cy="78763"/>
            </a:xfrm>
            <a:custGeom>
              <a:avLst/>
              <a:gdLst/>
              <a:ahLst/>
              <a:cxnLst/>
              <a:rect l="l" t="t" r="r" b="b"/>
              <a:pathLst>
                <a:path w="48044" h="78763" extrusionOk="0">
                  <a:moveTo>
                    <a:pt x="12367" y="75854"/>
                  </a:moveTo>
                  <a:cubicBezTo>
                    <a:pt x="12159" y="77516"/>
                    <a:pt x="10497" y="78763"/>
                    <a:pt x="9042" y="78763"/>
                  </a:cubicBezTo>
                  <a:lnTo>
                    <a:pt x="2184" y="78763"/>
                  </a:lnTo>
                  <a:cubicBezTo>
                    <a:pt x="522" y="78763"/>
                    <a:pt x="-310" y="77308"/>
                    <a:pt x="106" y="75854"/>
                  </a:cubicBezTo>
                  <a:lnTo>
                    <a:pt x="12783" y="3741"/>
                  </a:lnTo>
                  <a:cubicBezTo>
                    <a:pt x="12991" y="2286"/>
                    <a:pt x="14445" y="831"/>
                    <a:pt x="16108" y="831"/>
                  </a:cubicBezTo>
                  <a:lnTo>
                    <a:pt x="22758" y="831"/>
                  </a:lnTo>
                  <a:cubicBezTo>
                    <a:pt x="24421" y="831"/>
                    <a:pt x="25252" y="2286"/>
                    <a:pt x="24836" y="3741"/>
                  </a:cubicBezTo>
                  <a:lnTo>
                    <a:pt x="24213" y="7066"/>
                  </a:lnTo>
                  <a:cubicBezTo>
                    <a:pt x="31902" y="1039"/>
                    <a:pt x="38552" y="0"/>
                    <a:pt x="45203" y="0"/>
                  </a:cubicBezTo>
                  <a:lnTo>
                    <a:pt x="45410" y="0"/>
                  </a:lnTo>
                  <a:cubicBezTo>
                    <a:pt x="47904" y="0"/>
                    <a:pt x="48320" y="1039"/>
                    <a:pt x="47904" y="2494"/>
                  </a:cubicBezTo>
                  <a:lnTo>
                    <a:pt x="46865" y="8313"/>
                  </a:lnTo>
                  <a:cubicBezTo>
                    <a:pt x="46657" y="9975"/>
                    <a:pt x="45410" y="10807"/>
                    <a:pt x="43540" y="10807"/>
                  </a:cubicBezTo>
                  <a:lnTo>
                    <a:pt x="43124" y="10807"/>
                  </a:lnTo>
                  <a:cubicBezTo>
                    <a:pt x="35019" y="10807"/>
                    <a:pt x="29824" y="12261"/>
                    <a:pt x="22966" y="16625"/>
                  </a:cubicBezTo>
                  <a:lnTo>
                    <a:pt x="12575" y="75854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7926448" y="2799815"/>
              <a:ext cx="66086" cy="79802"/>
            </a:xfrm>
            <a:custGeom>
              <a:avLst/>
              <a:gdLst/>
              <a:ahLst/>
              <a:cxnLst/>
              <a:rect l="l" t="t" r="r" b="b"/>
              <a:pathLst>
                <a:path w="66086" h="79802" extrusionOk="0">
                  <a:moveTo>
                    <a:pt x="65047" y="34498"/>
                  </a:moveTo>
                  <a:lnTo>
                    <a:pt x="64008" y="40525"/>
                  </a:lnTo>
                  <a:cubicBezTo>
                    <a:pt x="63592" y="42395"/>
                    <a:pt x="62969" y="43642"/>
                    <a:pt x="60891" y="43642"/>
                  </a:cubicBezTo>
                  <a:lnTo>
                    <a:pt x="13092" y="43642"/>
                  </a:lnTo>
                  <a:lnTo>
                    <a:pt x="13092" y="45304"/>
                  </a:lnTo>
                  <a:cubicBezTo>
                    <a:pt x="12261" y="48629"/>
                    <a:pt x="12053" y="51331"/>
                    <a:pt x="12053" y="54033"/>
                  </a:cubicBezTo>
                  <a:cubicBezTo>
                    <a:pt x="12053" y="64631"/>
                    <a:pt x="18704" y="69203"/>
                    <a:pt x="29510" y="69203"/>
                  </a:cubicBezTo>
                  <a:cubicBezTo>
                    <a:pt x="37615" y="69203"/>
                    <a:pt x="47383" y="68164"/>
                    <a:pt x="54033" y="67125"/>
                  </a:cubicBezTo>
                  <a:cubicBezTo>
                    <a:pt x="56111" y="66917"/>
                    <a:pt x="56942" y="67125"/>
                    <a:pt x="56734" y="69203"/>
                  </a:cubicBezTo>
                  <a:lnTo>
                    <a:pt x="55903" y="73983"/>
                  </a:lnTo>
                  <a:cubicBezTo>
                    <a:pt x="55695" y="76061"/>
                    <a:pt x="54864" y="76893"/>
                    <a:pt x="52578" y="77308"/>
                  </a:cubicBezTo>
                  <a:cubicBezTo>
                    <a:pt x="44265" y="78763"/>
                    <a:pt x="37199" y="79802"/>
                    <a:pt x="27848" y="79802"/>
                  </a:cubicBezTo>
                  <a:cubicBezTo>
                    <a:pt x="13924" y="79802"/>
                    <a:pt x="0" y="72736"/>
                    <a:pt x="0" y="53617"/>
                  </a:cubicBezTo>
                  <a:cubicBezTo>
                    <a:pt x="0" y="50915"/>
                    <a:pt x="208" y="48006"/>
                    <a:pt x="831" y="44889"/>
                  </a:cubicBezTo>
                  <a:lnTo>
                    <a:pt x="2702" y="34913"/>
                  </a:lnTo>
                  <a:cubicBezTo>
                    <a:pt x="6858" y="12469"/>
                    <a:pt x="20158" y="0"/>
                    <a:pt x="40109" y="0"/>
                  </a:cubicBezTo>
                  <a:cubicBezTo>
                    <a:pt x="57773" y="0"/>
                    <a:pt x="66086" y="11430"/>
                    <a:pt x="66086" y="26393"/>
                  </a:cubicBezTo>
                  <a:cubicBezTo>
                    <a:pt x="66086" y="29095"/>
                    <a:pt x="65878" y="31796"/>
                    <a:pt x="65255" y="34913"/>
                  </a:cubicBezTo>
                  <a:moveTo>
                    <a:pt x="38238" y="10391"/>
                  </a:moveTo>
                  <a:cubicBezTo>
                    <a:pt x="25977" y="10391"/>
                    <a:pt x="17665" y="20158"/>
                    <a:pt x="15171" y="33251"/>
                  </a:cubicBezTo>
                  <a:lnTo>
                    <a:pt x="15171" y="33874"/>
                  </a:lnTo>
                  <a:cubicBezTo>
                    <a:pt x="15171" y="33874"/>
                    <a:pt x="52578" y="33874"/>
                    <a:pt x="52578" y="33874"/>
                  </a:cubicBezTo>
                  <a:lnTo>
                    <a:pt x="52578" y="33251"/>
                  </a:lnTo>
                  <a:cubicBezTo>
                    <a:pt x="53201" y="30341"/>
                    <a:pt x="53617" y="27640"/>
                    <a:pt x="53617" y="25354"/>
                  </a:cubicBezTo>
                  <a:cubicBezTo>
                    <a:pt x="53617" y="15379"/>
                    <a:pt x="48422" y="10391"/>
                    <a:pt x="38238" y="10391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7997416" y="2799399"/>
              <a:ext cx="68893" cy="78970"/>
            </a:xfrm>
            <a:custGeom>
              <a:avLst/>
              <a:gdLst/>
              <a:ahLst/>
              <a:cxnLst/>
              <a:rect l="l" t="t" r="r" b="b"/>
              <a:pathLst>
                <a:path w="68893" h="78970" extrusionOk="0">
                  <a:moveTo>
                    <a:pt x="67855" y="29510"/>
                  </a:moveTo>
                  <a:lnTo>
                    <a:pt x="59542" y="76061"/>
                  </a:lnTo>
                  <a:cubicBezTo>
                    <a:pt x="59334" y="77516"/>
                    <a:pt x="57672" y="78971"/>
                    <a:pt x="56217" y="78971"/>
                  </a:cubicBezTo>
                  <a:lnTo>
                    <a:pt x="49359" y="78971"/>
                  </a:lnTo>
                  <a:cubicBezTo>
                    <a:pt x="47696" y="78971"/>
                    <a:pt x="46865" y="77516"/>
                    <a:pt x="47073" y="76061"/>
                  </a:cubicBezTo>
                  <a:lnTo>
                    <a:pt x="55178" y="29510"/>
                  </a:lnTo>
                  <a:cubicBezTo>
                    <a:pt x="55593" y="26809"/>
                    <a:pt x="55801" y="23899"/>
                    <a:pt x="55801" y="21613"/>
                  </a:cubicBezTo>
                  <a:cubicBezTo>
                    <a:pt x="55801" y="14755"/>
                    <a:pt x="52892" y="10807"/>
                    <a:pt x="42709" y="10807"/>
                  </a:cubicBezTo>
                  <a:cubicBezTo>
                    <a:pt x="37305" y="10807"/>
                    <a:pt x="31694" y="11846"/>
                    <a:pt x="22758" y="16210"/>
                  </a:cubicBezTo>
                  <a:lnTo>
                    <a:pt x="12367" y="76061"/>
                  </a:lnTo>
                  <a:cubicBezTo>
                    <a:pt x="12159" y="77516"/>
                    <a:pt x="10497" y="78971"/>
                    <a:pt x="9042" y="78971"/>
                  </a:cubicBezTo>
                  <a:lnTo>
                    <a:pt x="2184" y="78971"/>
                  </a:lnTo>
                  <a:cubicBezTo>
                    <a:pt x="522" y="78971"/>
                    <a:pt x="-310" y="77308"/>
                    <a:pt x="106" y="76061"/>
                  </a:cubicBezTo>
                  <a:lnTo>
                    <a:pt x="12783" y="3949"/>
                  </a:lnTo>
                  <a:cubicBezTo>
                    <a:pt x="12991" y="2286"/>
                    <a:pt x="13822" y="1039"/>
                    <a:pt x="16524" y="1039"/>
                  </a:cubicBezTo>
                  <a:lnTo>
                    <a:pt x="22550" y="1039"/>
                  </a:lnTo>
                  <a:cubicBezTo>
                    <a:pt x="24836" y="1039"/>
                    <a:pt x="25460" y="1870"/>
                    <a:pt x="25252" y="3949"/>
                  </a:cubicBezTo>
                  <a:lnTo>
                    <a:pt x="24836" y="6858"/>
                  </a:lnTo>
                  <a:cubicBezTo>
                    <a:pt x="31694" y="3117"/>
                    <a:pt x="37929" y="0"/>
                    <a:pt x="47696" y="0"/>
                  </a:cubicBezTo>
                  <a:cubicBezTo>
                    <a:pt x="62867" y="0"/>
                    <a:pt x="68894" y="9560"/>
                    <a:pt x="68894" y="21821"/>
                  </a:cubicBezTo>
                  <a:cubicBezTo>
                    <a:pt x="68894" y="24315"/>
                    <a:pt x="68686" y="27016"/>
                    <a:pt x="68270" y="2951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8074831" y="2771759"/>
              <a:ext cx="72982" cy="107649"/>
            </a:xfrm>
            <a:custGeom>
              <a:avLst/>
              <a:gdLst/>
              <a:ahLst/>
              <a:cxnLst/>
              <a:rect l="l" t="t" r="r" b="b"/>
              <a:pathLst>
                <a:path w="72982" h="107649" extrusionOk="0">
                  <a:moveTo>
                    <a:pt x="63592" y="0"/>
                  </a:moveTo>
                  <a:lnTo>
                    <a:pt x="70866" y="0"/>
                  </a:lnTo>
                  <a:cubicBezTo>
                    <a:pt x="72529" y="0"/>
                    <a:pt x="73152" y="623"/>
                    <a:pt x="72944" y="2702"/>
                  </a:cubicBezTo>
                  <a:lnTo>
                    <a:pt x="55487" y="101831"/>
                  </a:lnTo>
                  <a:cubicBezTo>
                    <a:pt x="55280" y="103701"/>
                    <a:pt x="54448" y="104740"/>
                    <a:pt x="51955" y="105156"/>
                  </a:cubicBezTo>
                  <a:cubicBezTo>
                    <a:pt x="42810" y="106819"/>
                    <a:pt x="34082" y="107650"/>
                    <a:pt x="25562" y="107650"/>
                  </a:cubicBezTo>
                  <a:cubicBezTo>
                    <a:pt x="8313" y="107650"/>
                    <a:pt x="0" y="97051"/>
                    <a:pt x="0" y="81673"/>
                  </a:cubicBezTo>
                  <a:cubicBezTo>
                    <a:pt x="0" y="78763"/>
                    <a:pt x="208" y="75854"/>
                    <a:pt x="831" y="72736"/>
                  </a:cubicBezTo>
                  <a:lnTo>
                    <a:pt x="2702" y="62553"/>
                  </a:lnTo>
                  <a:cubicBezTo>
                    <a:pt x="7066" y="38239"/>
                    <a:pt x="18911" y="27848"/>
                    <a:pt x="39693" y="27848"/>
                  </a:cubicBezTo>
                  <a:cubicBezTo>
                    <a:pt x="44058" y="27848"/>
                    <a:pt x="50708" y="28263"/>
                    <a:pt x="55903" y="29302"/>
                  </a:cubicBezTo>
                  <a:lnTo>
                    <a:pt x="60683" y="2909"/>
                  </a:lnTo>
                  <a:cubicBezTo>
                    <a:pt x="61099" y="1039"/>
                    <a:pt x="62345" y="208"/>
                    <a:pt x="64008" y="208"/>
                  </a:cubicBezTo>
                  <a:moveTo>
                    <a:pt x="37407" y="38446"/>
                  </a:moveTo>
                  <a:cubicBezTo>
                    <a:pt x="23483" y="38446"/>
                    <a:pt x="17249" y="48422"/>
                    <a:pt x="14755" y="62345"/>
                  </a:cubicBezTo>
                  <a:lnTo>
                    <a:pt x="12885" y="72529"/>
                  </a:lnTo>
                  <a:cubicBezTo>
                    <a:pt x="12261" y="75854"/>
                    <a:pt x="11846" y="78971"/>
                    <a:pt x="11846" y="81673"/>
                  </a:cubicBezTo>
                  <a:cubicBezTo>
                    <a:pt x="11846" y="91232"/>
                    <a:pt x="16002" y="96635"/>
                    <a:pt x="27016" y="96635"/>
                  </a:cubicBezTo>
                  <a:cubicBezTo>
                    <a:pt x="31796" y="96635"/>
                    <a:pt x="38862" y="96220"/>
                    <a:pt x="43642" y="95804"/>
                  </a:cubicBezTo>
                  <a:lnTo>
                    <a:pt x="53617" y="39693"/>
                  </a:lnTo>
                  <a:cubicBezTo>
                    <a:pt x="49045" y="38862"/>
                    <a:pt x="41771" y="38654"/>
                    <a:pt x="37407" y="38654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8146688" y="2770928"/>
              <a:ext cx="30853" cy="107442"/>
            </a:xfrm>
            <a:custGeom>
              <a:avLst/>
              <a:gdLst/>
              <a:ahLst/>
              <a:cxnLst/>
              <a:rect l="l" t="t" r="r" b="b"/>
              <a:pathLst>
                <a:path w="30853" h="107442" extrusionOk="0">
                  <a:moveTo>
                    <a:pt x="22908" y="29510"/>
                  </a:moveTo>
                  <a:cubicBezTo>
                    <a:pt x="24570" y="29510"/>
                    <a:pt x="25610" y="30134"/>
                    <a:pt x="25194" y="32420"/>
                  </a:cubicBezTo>
                  <a:lnTo>
                    <a:pt x="12517" y="104533"/>
                  </a:lnTo>
                  <a:cubicBezTo>
                    <a:pt x="12309" y="106195"/>
                    <a:pt x="11478" y="107442"/>
                    <a:pt x="9192" y="107442"/>
                  </a:cubicBezTo>
                  <a:lnTo>
                    <a:pt x="2334" y="107442"/>
                  </a:lnTo>
                  <a:cubicBezTo>
                    <a:pt x="256" y="107442"/>
                    <a:pt x="-160" y="105987"/>
                    <a:pt x="48" y="104533"/>
                  </a:cubicBezTo>
                  <a:lnTo>
                    <a:pt x="12725" y="32420"/>
                  </a:lnTo>
                  <a:cubicBezTo>
                    <a:pt x="13140" y="29926"/>
                    <a:pt x="14595" y="29510"/>
                    <a:pt x="16050" y="29510"/>
                  </a:cubicBezTo>
                  <a:lnTo>
                    <a:pt x="22908" y="29510"/>
                  </a:lnTo>
                  <a:close/>
                  <a:moveTo>
                    <a:pt x="28519" y="0"/>
                  </a:moveTo>
                  <a:cubicBezTo>
                    <a:pt x="30597" y="0"/>
                    <a:pt x="31013" y="831"/>
                    <a:pt x="30805" y="2909"/>
                  </a:cubicBezTo>
                  <a:lnTo>
                    <a:pt x="28727" y="14339"/>
                  </a:lnTo>
                  <a:cubicBezTo>
                    <a:pt x="28311" y="16418"/>
                    <a:pt x="27688" y="17249"/>
                    <a:pt x="25402" y="17249"/>
                  </a:cubicBezTo>
                  <a:lnTo>
                    <a:pt x="18128" y="17249"/>
                  </a:lnTo>
                  <a:cubicBezTo>
                    <a:pt x="16050" y="17249"/>
                    <a:pt x="15634" y="15794"/>
                    <a:pt x="15842" y="14339"/>
                  </a:cubicBezTo>
                  <a:lnTo>
                    <a:pt x="17920" y="2909"/>
                  </a:lnTo>
                  <a:cubicBezTo>
                    <a:pt x="18128" y="1455"/>
                    <a:pt x="19167" y="0"/>
                    <a:pt x="21245" y="0"/>
                  </a:cubicBezTo>
                  <a:lnTo>
                    <a:pt x="28519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8174791" y="2800646"/>
              <a:ext cx="61306" cy="77723"/>
            </a:xfrm>
            <a:custGeom>
              <a:avLst/>
              <a:gdLst/>
              <a:ahLst/>
              <a:cxnLst/>
              <a:rect l="l" t="t" r="r" b="b"/>
              <a:pathLst>
                <a:path w="61306" h="77723" extrusionOk="0">
                  <a:moveTo>
                    <a:pt x="57566" y="18496"/>
                  </a:moveTo>
                  <a:lnTo>
                    <a:pt x="13300" y="64424"/>
                  </a:lnTo>
                  <a:cubicBezTo>
                    <a:pt x="13300" y="64424"/>
                    <a:pt x="12261" y="65671"/>
                    <a:pt x="12261" y="66086"/>
                  </a:cubicBezTo>
                  <a:cubicBezTo>
                    <a:pt x="12261" y="66710"/>
                    <a:pt x="12885" y="67125"/>
                    <a:pt x="13716" y="67125"/>
                  </a:cubicBezTo>
                  <a:lnTo>
                    <a:pt x="49876" y="67125"/>
                  </a:lnTo>
                  <a:cubicBezTo>
                    <a:pt x="52370" y="67125"/>
                    <a:pt x="52370" y="68580"/>
                    <a:pt x="52162" y="70035"/>
                  </a:cubicBezTo>
                  <a:lnTo>
                    <a:pt x="51331" y="74815"/>
                  </a:lnTo>
                  <a:cubicBezTo>
                    <a:pt x="50916" y="76893"/>
                    <a:pt x="50500" y="77724"/>
                    <a:pt x="48006" y="77724"/>
                  </a:cubicBezTo>
                  <a:lnTo>
                    <a:pt x="12261" y="77724"/>
                  </a:lnTo>
                  <a:cubicBezTo>
                    <a:pt x="3741" y="77724"/>
                    <a:pt x="0" y="73152"/>
                    <a:pt x="0" y="67749"/>
                  </a:cubicBezTo>
                  <a:cubicBezTo>
                    <a:pt x="0" y="64839"/>
                    <a:pt x="831" y="61722"/>
                    <a:pt x="3325" y="59436"/>
                  </a:cubicBezTo>
                  <a:lnTo>
                    <a:pt x="48422" y="12677"/>
                  </a:lnTo>
                  <a:cubicBezTo>
                    <a:pt x="48422" y="12677"/>
                    <a:pt x="49253" y="11638"/>
                    <a:pt x="49253" y="11222"/>
                  </a:cubicBezTo>
                  <a:cubicBezTo>
                    <a:pt x="49253" y="10807"/>
                    <a:pt x="48837" y="10599"/>
                    <a:pt x="47798" y="10599"/>
                  </a:cubicBezTo>
                  <a:lnTo>
                    <a:pt x="12885" y="10599"/>
                  </a:lnTo>
                  <a:cubicBezTo>
                    <a:pt x="11222" y="10599"/>
                    <a:pt x="10391" y="9767"/>
                    <a:pt x="10599" y="7689"/>
                  </a:cubicBezTo>
                  <a:lnTo>
                    <a:pt x="11430" y="2909"/>
                  </a:lnTo>
                  <a:cubicBezTo>
                    <a:pt x="11846" y="623"/>
                    <a:pt x="13093" y="0"/>
                    <a:pt x="14755" y="0"/>
                  </a:cubicBezTo>
                  <a:lnTo>
                    <a:pt x="50084" y="0"/>
                  </a:lnTo>
                  <a:cubicBezTo>
                    <a:pt x="58189" y="0"/>
                    <a:pt x="61306" y="4572"/>
                    <a:pt x="61306" y="9767"/>
                  </a:cubicBezTo>
                  <a:cubicBezTo>
                    <a:pt x="61306" y="12677"/>
                    <a:pt x="60267" y="15794"/>
                    <a:pt x="57566" y="18704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8239007" y="2799607"/>
              <a:ext cx="67601" cy="80009"/>
            </a:xfrm>
            <a:custGeom>
              <a:avLst/>
              <a:gdLst/>
              <a:ahLst/>
              <a:cxnLst/>
              <a:rect l="l" t="t" r="r" b="b"/>
              <a:pathLst>
                <a:path w="67601" h="80009" extrusionOk="0">
                  <a:moveTo>
                    <a:pt x="65047" y="3117"/>
                  </a:moveTo>
                  <a:cubicBezTo>
                    <a:pt x="67541" y="3741"/>
                    <a:pt x="67749" y="4572"/>
                    <a:pt x="67541" y="6442"/>
                  </a:cubicBezTo>
                  <a:lnTo>
                    <a:pt x="55280" y="76061"/>
                  </a:lnTo>
                  <a:cubicBezTo>
                    <a:pt x="55072" y="77516"/>
                    <a:pt x="54241" y="78971"/>
                    <a:pt x="51955" y="78971"/>
                  </a:cubicBezTo>
                  <a:lnTo>
                    <a:pt x="46343" y="78971"/>
                  </a:lnTo>
                  <a:cubicBezTo>
                    <a:pt x="44265" y="78971"/>
                    <a:pt x="43850" y="77932"/>
                    <a:pt x="44265" y="75854"/>
                  </a:cubicBezTo>
                  <a:lnTo>
                    <a:pt x="44889" y="71489"/>
                  </a:lnTo>
                  <a:cubicBezTo>
                    <a:pt x="36576" y="77516"/>
                    <a:pt x="31588" y="80010"/>
                    <a:pt x="22029" y="80010"/>
                  </a:cubicBezTo>
                  <a:cubicBezTo>
                    <a:pt x="9975" y="80010"/>
                    <a:pt x="0" y="72321"/>
                    <a:pt x="0" y="54864"/>
                  </a:cubicBezTo>
                  <a:cubicBezTo>
                    <a:pt x="0" y="52162"/>
                    <a:pt x="208" y="49253"/>
                    <a:pt x="831" y="46343"/>
                  </a:cubicBezTo>
                  <a:lnTo>
                    <a:pt x="3325" y="32212"/>
                  </a:lnTo>
                  <a:cubicBezTo>
                    <a:pt x="7689" y="7689"/>
                    <a:pt x="23068" y="0"/>
                    <a:pt x="40109" y="0"/>
                  </a:cubicBezTo>
                  <a:cubicBezTo>
                    <a:pt x="48629" y="0"/>
                    <a:pt x="57566" y="1455"/>
                    <a:pt x="64839" y="3325"/>
                  </a:cubicBezTo>
                  <a:moveTo>
                    <a:pt x="40317" y="10183"/>
                  </a:moveTo>
                  <a:cubicBezTo>
                    <a:pt x="25769" y="10183"/>
                    <a:pt x="18288" y="18288"/>
                    <a:pt x="15586" y="33251"/>
                  </a:cubicBezTo>
                  <a:lnTo>
                    <a:pt x="13092" y="47798"/>
                  </a:lnTo>
                  <a:cubicBezTo>
                    <a:pt x="12677" y="49876"/>
                    <a:pt x="12469" y="52162"/>
                    <a:pt x="12469" y="54241"/>
                  </a:cubicBezTo>
                  <a:cubicBezTo>
                    <a:pt x="12469" y="65255"/>
                    <a:pt x="18080" y="68996"/>
                    <a:pt x="24730" y="68996"/>
                  </a:cubicBezTo>
                  <a:cubicBezTo>
                    <a:pt x="31380" y="68996"/>
                    <a:pt x="37407" y="66086"/>
                    <a:pt x="45304" y="60683"/>
                  </a:cubicBezTo>
                  <a:lnTo>
                    <a:pt x="54033" y="11430"/>
                  </a:lnTo>
                  <a:cubicBezTo>
                    <a:pt x="50292" y="10807"/>
                    <a:pt x="46136" y="9975"/>
                    <a:pt x="40317" y="997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8306901" y="2799399"/>
              <a:ext cx="72463" cy="106818"/>
            </a:xfrm>
            <a:custGeom>
              <a:avLst/>
              <a:gdLst/>
              <a:ahLst/>
              <a:cxnLst/>
              <a:rect l="l" t="t" r="r" b="b"/>
              <a:pathLst>
                <a:path w="72463" h="106818" extrusionOk="0">
                  <a:moveTo>
                    <a:pt x="7544" y="34706"/>
                  </a:moveTo>
                  <a:cubicBezTo>
                    <a:pt x="12116" y="9144"/>
                    <a:pt x="23961" y="0"/>
                    <a:pt x="45159" y="0"/>
                  </a:cubicBezTo>
                  <a:cubicBezTo>
                    <a:pt x="53471" y="0"/>
                    <a:pt x="63655" y="1663"/>
                    <a:pt x="69889" y="3325"/>
                  </a:cubicBezTo>
                  <a:cubicBezTo>
                    <a:pt x="72591" y="3949"/>
                    <a:pt x="72591" y="4780"/>
                    <a:pt x="72383" y="6650"/>
                  </a:cubicBezTo>
                  <a:lnTo>
                    <a:pt x="59706" y="78763"/>
                  </a:lnTo>
                  <a:cubicBezTo>
                    <a:pt x="55965" y="100792"/>
                    <a:pt x="46406" y="106819"/>
                    <a:pt x="26039" y="106819"/>
                  </a:cubicBezTo>
                  <a:cubicBezTo>
                    <a:pt x="15233" y="106819"/>
                    <a:pt x="6297" y="105364"/>
                    <a:pt x="2348" y="104325"/>
                  </a:cubicBezTo>
                  <a:cubicBezTo>
                    <a:pt x="62" y="103701"/>
                    <a:pt x="-146" y="103078"/>
                    <a:pt x="62" y="101415"/>
                  </a:cubicBezTo>
                  <a:lnTo>
                    <a:pt x="686" y="97259"/>
                  </a:lnTo>
                  <a:cubicBezTo>
                    <a:pt x="893" y="95389"/>
                    <a:pt x="1725" y="94765"/>
                    <a:pt x="4011" y="94973"/>
                  </a:cubicBezTo>
                  <a:cubicBezTo>
                    <a:pt x="8790" y="95596"/>
                    <a:pt x="20221" y="96635"/>
                    <a:pt x="27702" y="96635"/>
                  </a:cubicBezTo>
                  <a:cubicBezTo>
                    <a:pt x="40379" y="96635"/>
                    <a:pt x="44743" y="92479"/>
                    <a:pt x="47029" y="79594"/>
                  </a:cubicBezTo>
                  <a:lnTo>
                    <a:pt x="47029" y="77932"/>
                  </a:lnTo>
                  <a:cubicBezTo>
                    <a:pt x="43704" y="78763"/>
                    <a:pt x="35391" y="80010"/>
                    <a:pt x="31235" y="80010"/>
                  </a:cubicBezTo>
                  <a:cubicBezTo>
                    <a:pt x="15856" y="80010"/>
                    <a:pt x="4842" y="72529"/>
                    <a:pt x="4842" y="54656"/>
                  </a:cubicBezTo>
                  <a:cubicBezTo>
                    <a:pt x="4842" y="51747"/>
                    <a:pt x="5050" y="48629"/>
                    <a:pt x="5673" y="45097"/>
                  </a:cubicBezTo>
                  <a:lnTo>
                    <a:pt x="7544" y="34706"/>
                  </a:lnTo>
                  <a:close/>
                  <a:moveTo>
                    <a:pt x="43288" y="10391"/>
                  </a:moveTo>
                  <a:cubicBezTo>
                    <a:pt x="30196" y="10391"/>
                    <a:pt x="22922" y="18080"/>
                    <a:pt x="20013" y="34706"/>
                  </a:cubicBezTo>
                  <a:lnTo>
                    <a:pt x="18142" y="45097"/>
                  </a:lnTo>
                  <a:cubicBezTo>
                    <a:pt x="17519" y="48837"/>
                    <a:pt x="17103" y="52370"/>
                    <a:pt x="17103" y="55072"/>
                  </a:cubicBezTo>
                  <a:cubicBezTo>
                    <a:pt x="17103" y="65878"/>
                    <a:pt x="22091" y="69411"/>
                    <a:pt x="32897" y="69411"/>
                  </a:cubicBezTo>
                  <a:cubicBezTo>
                    <a:pt x="36846" y="69411"/>
                    <a:pt x="44535" y="68788"/>
                    <a:pt x="49107" y="67749"/>
                  </a:cubicBezTo>
                  <a:lnTo>
                    <a:pt x="58875" y="12053"/>
                  </a:lnTo>
                  <a:cubicBezTo>
                    <a:pt x="55134" y="11430"/>
                    <a:pt x="49315" y="10599"/>
                    <a:pt x="43288" y="10599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8385103" y="2799815"/>
              <a:ext cx="66086" cy="79802"/>
            </a:xfrm>
            <a:custGeom>
              <a:avLst/>
              <a:gdLst/>
              <a:ahLst/>
              <a:cxnLst/>
              <a:rect l="l" t="t" r="r" b="b"/>
              <a:pathLst>
                <a:path w="66086" h="79802" extrusionOk="0">
                  <a:moveTo>
                    <a:pt x="65047" y="34498"/>
                  </a:moveTo>
                  <a:lnTo>
                    <a:pt x="64008" y="40525"/>
                  </a:lnTo>
                  <a:cubicBezTo>
                    <a:pt x="63592" y="42395"/>
                    <a:pt x="62969" y="43642"/>
                    <a:pt x="60891" y="43642"/>
                  </a:cubicBezTo>
                  <a:lnTo>
                    <a:pt x="13093" y="43642"/>
                  </a:lnTo>
                  <a:lnTo>
                    <a:pt x="13093" y="45304"/>
                  </a:lnTo>
                  <a:cubicBezTo>
                    <a:pt x="12261" y="48629"/>
                    <a:pt x="12053" y="51331"/>
                    <a:pt x="12053" y="54033"/>
                  </a:cubicBezTo>
                  <a:cubicBezTo>
                    <a:pt x="12053" y="64631"/>
                    <a:pt x="18704" y="69203"/>
                    <a:pt x="29510" y="69203"/>
                  </a:cubicBezTo>
                  <a:cubicBezTo>
                    <a:pt x="37615" y="69203"/>
                    <a:pt x="47383" y="68164"/>
                    <a:pt x="54033" y="67125"/>
                  </a:cubicBezTo>
                  <a:cubicBezTo>
                    <a:pt x="56111" y="66917"/>
                    <a:pt x="56942" y="67125"/>
                    <a:pt x="56734" y="69203"/>
                  </a:cubicBezTo>
                  <a:lnTo>
                    <a:pt x="55903" y="73983"/>
                  </a:lnTo>
                  <a:cubicBezTo>
                    <a:pt x="55695" y="76061"/>
                    <a:pt x="54864" y="76893"/>
                    <a:pt x="52578" y="77308"/>
                  </a:cubicBezTo>
                  <a:cubicBezTo>
                    <a:pt x="44265" y="78763"/>
                    <a:pt x="37199" y="79802"/>
                    <a:pt x="27848" y="79802"/>
                  </a:cubicBezTo>
                  <a:cubicBezTo>
                    <a:pt x="13924" y="79802"/>
                    <a:pt x="0" y="72736"/>
                    <a:pt x="0" y="53617"/>
                  </a:cubicBezTo>
                  <a:cubicBezTo>
                    <a:pt x="0" y="50915"/>
                    <a:pt x="208" y="48006"/>
                    <a:pt x="831" y="44889"/>
                  </a:cubicBezTo>
                  <a:lnTo>
                    <a:pt x="2702" y="34913"/>
                  </a:lnTo>
                  <a:cubicBezTo>
                    <a:pt x="7066" y="12469"/>
                    <a:pt x="20158" y="0"/>
                    <a:pt x="40109" y="0"/>
                  </a:cubicBezTo>
                  <a:cubicBezTo>
                    <a:pt x="57773" y="0"/>
                    <a:pt x="66086" y="11430"/>
                    <a:pt x="66086" y="26393"/>
                  </a:cubicBezTo>
                  <a:cubicBezTo>
                    <a:pt x="66086" y="29095"/>
                    <a:pt x="65878" y="31796"/>
                    <a:pt x="65255" y="34913"/>
                  </a:cubicBezTo>
                  <a:moveTo>
                    <a:pt x="38238" y="10391"/>
                  </a:moveTo>
                  <a:cubicBezTo>
                    <a:pt x="25977" y="10391"/>
                    <a:pt x="17665" y="20158"/>
                    <a:pt x="15171" y="33251"/>
                  </a:cubicBezTo>
                  <a:lnTo>
                    <a:pt x="15171" y="33874"/>
                  </a:lnTo>
                  <a:cubicBezTo>
                    <a:pt x="15171" y="33874"/>
                    <a:pt x="52578" y="33874"/>
                    <a:pt x="52578" y="33874"/>
                  </a:cubicBezTo>
                  <a:lnTo>
                    <a:pt x="52578" y="33251"/>
                  </a:lnTo>
                  <a:cubicBezTo>
                    <a:pt x="53201" y="30341"/>
                    <a:pt x="53617" y="27640"/>
                    <a:pt x="53617" y="25354"/>
                  </a:cubicBezTo>
                  <a:cubicBezTo>
                    <a:pt x="53617" y="15379"/>
                    <a:pt x="48422" y="10391"/>
                    <a:pt x="38238" y="10391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8455920" y="2799191"/>
              <a:ext cx="103335" cy="79178"/>
            </a:xfrm>
            <a:custGeom>
              <a:avLst/>
              <a:gdLst/>
              <a:ahLst/>
              <a:cxnLst/>
              <a:rect l="l" t="t" r="r" b="b"/>
              <a:pathLst>
                <a:path w="103335" h="79178" extrusionOk="0">
                  <a:moveTo>
                    <a:pt x="102296" y="26809"/>
                  </a:moveTo>
                  <a:lnTo>
                    <a:pt x="93568" y="76269"/>
                  </a:lnTo>
                  <a:cubicBezTo>
                    <a:pt x="93360" y="77724"/>
                    <a:pt x="91697" y="79179"/>
                    <a:pt x="90242" y="79179"/>
                  </a:cubicBezTo>
                  <a:lnTo>
                    <a:pt x="83384" y="79179"/>
                  </a:lnTo>
                  <a:cubicBezTo>
                    <a:pt x="81722" y="79179"/>
                    <a:pt x="80891" y="77724"/>
                    <a:pt x="81098" y="76269"/>
                  </a:cubicBezTo>
                  <a:lnTo>
                    <a:pt x="89827" y="26809"/>
                  </a:lnTo>
                  <a:cubicBezTo>
                    <a:pt x="90242" y="24523"/>
                    <a:pt x="90450" y="22652"/>
                    <a:pt x="90450" y="20782"/>
                  </a:cubicBezTo>
                  <a:cubicBezTo>
                    <a:pt x="90450" y="13300"/>
                    <a:pt x="86710" y="11014"/>
                    <a:pt x="79228" y="11014"/>
                  </a:cubicBezTo>
                  <a:cubicBezTo>
                    <a:pt x="74864" y="11014"/>
                    <a:pt x="68421" y="11846"/>
                    <a:pt x="61979" y="15171"/>
                  </a:cubicBezTo>
                  <a:cubicBezTo>
                    <a:pt x="62603" y="18288"/>
                    <a:pt x="61979" y="23899"/>
                    <a:pt x="61771" y="26393"/>
                  </a:cubicBezTo>
                  <a:lnTo>
                    <a:pt x="53043" y="76061"/>
                  </a:lnTo>
                  <a:cubicBezTo>
                    <a:pt x="52835" y="77516"/>
                    <a:pt x="51381" y="78971"/>
                    <a:pt x="49926" y="78971"/>
                  </a:cubicBezTo>
                  <a:lnTo>
                    <a:pt x="42444" y="78971"/>
                  </a:lnTo>
                  <a:cubicBezTo>
                    <a:pt x="40782" y="78971"/>
                    <a:pt x="40366" y="77516"/>
                    <a:pt x="40574" y="76061"/>
                  </a:cubicBezTo>
                  <a:lnTo>
                    <a:pt x="49302" y="26393"/>
                  </a:lnTo>
                  <a:cubicBezTo>
                    <a:pt x="49926" y="23276"/>
                    <a:pt x="50341" y="20990"/>
                    <a:pt x="50341" y="18704"/>
                  </a:cubicBezTo>
                  <a:cubicBezTo>
                    <a:pt x="50341" y="12677"/>
                    <a:pt x="46601" y="10807"/>
                    <a:pt x="41821" y="10807"/>
                  </a:cubicBezTo>
                  <a:cubicBezTo>
                    <a:pt x="35171" y="10807"/>
                    <a:pt x="26650" y="14547"/>
                    <a:pt x="22909" y="16210"/>
                  </a:cubicBezTo>
                  <a:lnTo>
                    <a:pt x="12518" y="75854"/>
                  </a:lnTo>
                  <a:cubicBezTo>
                    <a:pt x="12311" y="77308"/>
                    <a:pt x="11064" y="78763"/>
                    <a:pt x="9401" y="78763"/>
                  </a:cubicBezTo>
                  <a:lnTo>
                    <a:pt x="1920" y="78763"/>
                  </a:lnTo>
                  <a:cubicBezTo>
                    <a:pt x="257" y="78763"/>
                    <a:pt x="-159" y="77308"/>
                    <a:pt x="49" y="75854"/>
                  </a:cubicBezTo>
                  <a:lnTo>
                    <a:pt x="12726" y="3741"/>
                  </a:lnTo>
                  <a:cubicBezTo>
                    <a:pt x="12934" y="2078"/>
                    <a:pt x="13765" y="831"/>
                    <a:pt x="16051" y="831"/>
                  </a:cubicBezTo>
                  <a:lnTo>
                    <a:pt x="22909" y="831"/>
                  </a:lnTo>
                  <a:cubicBezTo>
                    <a:pt x="25195" y="831"/>
                    <a:pt x="25403" y="2286"/>
                    <a:pt x="24988" y="3741"/>
                  </a:cubicBezTo>
                  <a:lnTo>
                    <a:pt x="24572" y="6442"/>
                  </a:lnTo>
                  <a:cubicBezTo>
                    <a:pt x="31638" y="2078"/>
                    <a:pt x="38080" y="0"/>
                    <a:pt x="45146" y="0"/>
                  </a:cubicBezTo>
                  <a:cubicBezTo>
                    <a:pt x="51173" y="0"/>
                    <a:pt x="56784" y="2702"/>
                    <a:pt x="59277" y="6442"/>
                  </a:cubicBezTo>
                  <a:cubicBezTo>
                    <a:pt x="68214" y="1455"/>
                    <a:pt x="74656" y="0"/>
                    <a:pt x="82553" y="0"/>
                  </a:cubicBezTo>
                  <a:cubicBezTo>
                    <a:pt x="96685" y="0"/>
                    <a:pt x="103335" y="8313"/>
                    <a:pt x="103335" y="20574"/>
                  </a:cubicBezTo>
                  <a:cubicBezTo>
                    <a:pt x="103335" y="22652"/>
                    <a:pt x="103127" y="24315"/>
                    <a:pt x="102712" y="26601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7513257" y="2942794"/>
              <a:ext cx="30928" cy="105363"/>
            </a:xfrm>
            <a:custGeom>
              <a:avLst/>
              <a:gdLst/>
              <a:ahLst/>
              <a:cxnLst/>
              <a:rect l="l" t="t" r="r" b="b"/>
              <a:pathLst>
                <a:path w="30928" h="105363" extrusionOk="0">
                  <a:moveTo>
                    <a:pt x="28728" y="0"/>
                  </a:moveTo>
                  <a:cubicBezTo>
                    <a:pt x="30598" y="0"/>
                    <a:pt x="31221" y="831"/>
                    <a:pt x="30806" y="2702"/>
                  </a:cubicBezTo>
                  <a:lnTo>
                    <a:pt x="13141" y="102454"/>
                  </a:lnTo>
                  <a:cubicBezTo>
                    <a:pt x="12933" y="104533"/>
                    <a:pt x="12102" y="105364"/>
                    <a:pt x="10024" y="105364"/>
                  </a:cubicBezTo>
                  <a:lnTo>
                    <a:pt x="2127" y="105364"/>
                  </a:lnTo>
                  <a:cubicBezTo>
                    <a:pt x="256" y="105364"/>
                    <a:pt x="-159" y="103909"/>
                    <a:pt x="49" y="102454"/>
                  </a:cubicBezTo>
                  <a:lnTo>
                    <a:pt x="17505" y="2702"/>
                  </a:lnTo>
                  <a:cubicBezTo>
                    <a:pt x="17713" y="1247"/>
                    <a:pt x="18337" y="0"/>
                    <a:pt x="20415" y="0"/>
                  </a:cubicBezTo>
                  <a:lnTo>
                    <a:pt x="28312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7544856" y="2969187"/>
              <a:ext cx="68826" cy="78970"/>
            </a:xfrm>
            <a:custGeom>
              <a:avLst/>
              <a:gdLst/>
              <a:ahLst/>
              <a:cxnLst/>
              <a:rect l="l" t="t" r="r" b="b"/>
              <a:pathLst>
                <a:path w="68826" h="78970" extrusionOk="0">
                  <a:moveTo>
                    <a:pt x="67787" y="29510"/>
                  </a:moveTo>
                  <a:lnTo>
                    <a:pt x="59475" y="76061"/>
                  </a:lnTo>
                  <a:cubicBezTo>
                    <a:pt x="59267" y="77516"/>
                    <a:pt x="57604" y="78971"/>
                    <a:pt x="56149" y="78971"/>
                  </a:cubicBezTo>
                  <a:lnTo>
                    <a:pt x="49292" y="78971"/>
                  </a:lnTo>
                  <a:cubicBezTo>
                    <a:pt x="47629" y="78971"/>
                    <a:pt x="46798" y="77516"/>
                    <a:pt x="47006" y="76061"/>
                  </a:cubicBezTo>
                  <a:lnTo>
                    <a:pt x="55110" y="29510"/>
                  </a:lnTo>
                  <a:cubicBezTo>
                    <a:pt x="55526" y="26809"/>
                    <a:pt x="55734" y="23899"/>
                    <a:pt x="55734" y="21613"/>
                  </a:cubicBezTo>
                  <a:cubicBezTo>
                    <a:pt x="55734" y="14755"/>
                    <a:pt x="52824" y="10807"/>
                    <a:pt x="42641" y="10807"/>
                  </a:cubicBezTo>
                  <a:cubicBezTo>
                    <a:pt x="37238" y="10807"/>
                    <a:pt x="31627" y="11846"/>
                    <a:pt x="22691" y="16210"/>
                  </a:cubicBezTo>
                  <a:lnTo>
                    <a:pt x="12300" y="76061"/>
                  </a:lnTo>
                  <a:cubicBezTo>
                    <a:pt x="12092" y="77516"/>
                    <a:pt x="10429" y="78971"/>
                    <a:pt x="8975" y="78971"/>
                  </a:cubicBezTo>
                  <a:lnTo>
                    <a:pt x="2117" y="78971"/>
                  </a:lnTo>
                  <a:cubicBezTo>
                    <a:pt x="454" y="78971"/>
                    <a:pt x="-169" y="77308"/>
                    <a:pt x="39" y="76061"/>
                  </a:cubicBezTo>
                  <a:lnTo>
                    <a:pt x="12716" y="3949"/>
                  </a:lnTo>
                  <a:cubicBezTo>
                    <a:pt x="12923" y="2286"/>
                    <a:pt x="13755" y="1039"/>
                    <a:pt x="16456" y="1039"/>
                  </a:cubicBezTo>
                  <a:lnTo>
                    <a:pt x="22483" y="1039"/>
                  </a:lnTo>
                  <a:cubicBezTo>
                    <a:pt x="24769" y="1039"/>
                    <a:pt x="25392" y="1870"/>
                    <a:pt x="25185" y="3949"/>
                  </a:cubicBezTo>
                  <a:lnTo>
                    <a:pt x="24769" y="6858"/>
                  </a:lnTo>
                  <a:cubicBezTo>
                    <a:pt x="31627" y="3117"/>
                    <a:pt x="37861" y="0"/>
                    <a:pt x="47629" y="0"/>
                  </a:cubicBezTo>
                  <a:cubicBezTo>
                    <a:pt x="62800" y="0"/>
                    <a:pt x="68826" y="9560"/>
                    <a:pt x="68826" y="21821"/>
                  </a:cubicBezTo>
                  <a:cubicBezTo>
                    <a:pt x="68826" y="24315"/>
                    <a:pt x="68619" y="27016"/>
                    <a:pt x="68203" y="2951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7622203" y="2941547"/>
              <a:ext cx="72982" cy="107649"/>
            </a:xfrm>
            <a:custGeom>
              <a:avLst/>
              <a:gdLst/>
              <a:ahLst/>
              <a:cxnLst/>
              <a:rect l="l" t="t" r="r" b="b"/>
              <a:pathLst>
                <a:path w="72982" h="107649" extrusionOk="0">
                  <a:moveTo>
                    <a:pt x="63592" y="0"/>
                  </a:moveTo>
                  <a:lnTo>
                    <a:pt x="70866" y="0"/>
                  </a:lnTo>
                  <a:cubicBezTo>
                    <a:pt x="72529" y="0"/>
                    <a:pt x="73152" y="623"/>
                    <a:pt x="72944" y="2702"/>
                  </a:cubicBezTo>
                  <a:lnTo>
                    <a:pt x="55487" y="101831"/>
                  </a:lnTo>
                  <a:cubicBezTo>
                    <a:pt x="55280" y="103701"/>
                    <a:pt x="54448" y="104740"/>
                    <a:pt x="51955" y="105156"/>
                  </a:cubicBezTo>
                  <a:cubicBezTo>
                    <a:pt x="42810" y="106819"/>
                    <a:pt x="34082" y="107650"/>
                    <a:pt x="25562" y="107650"/>
                  </a:cubicBezTo>
                  <a:cubicBezTo>
                    <a:pt x="8313" y="107650"/>
                    <a:pt x="0" y="97051"/>
                    <a:pt x="0" y="81673"/>
                  </a:cubicBezTo>
                  <a:cubicBezTo>
                    <a:pt x="0" y="78763"/>
                    <a:pt x="208" y="75854"/>
                    <a:pt x="831" y="72736"/>
                  </a:cubicBezTo>
                  <a:lnTo>
                    <a:pt x="2702" y="62553"/>
                  </a:lnTo>
                  <a:cubicBezTo>
                    <a:pt x="7066" y="38239"/>
                    <a:pt x="18911" y="27848"/>
                    <a:pt x="39693" y="27848"/>
                  </a:cubicBezTo>
                  <a:cubicBezTo>
                    <a:pt x="44057" y="27848"/>
                    <a:pt x="50708" y="28263"/>
                    <a:pt x="55903" y="29302"/>
                  </a:cubicBezTo>
                  <a:lnTo>
                    <a:pt x="60683" y="2909"/>
                  </a:lnTo>
                  <a:cubicBezTo>
                    <a:pt x="61098" y="1039"/>
                    <a:pt x="62345" y="208"/>
                    <a:pt x="64008" y="208"/>
                  </a:cubicBezTo>
                  <a:moveTo>
                    <a:pt x="37615" y="38446"/>
                  </a:moveTo>
                  <a:cubicBezTo>
                    <a:pt x="23691" y="38446"/>
                    <a:pt x="17457" y="48422"/>
                    <a:pt x="14963" y="62138"/>
                  </a:cubicBezTo>
                  <a:lnTo>
                    <a:pt x="13092" y="72321"/>
                  </a:lnTo>
                  <a:cubicBezTo>
                    <a:pt x="12469" y="75646"/>
                    <a:pt x="12053" y="78763"/>
                    <a:pt x="12053" y="81465"/>
                  </a:cubicBezTo>
                  <a:cubicBezTo>
                    <a:pt x="12053" y="91024"/>
                    <a:pt x="16210" y="96428"/>
                    <a:pt x="27224" y="96428"/>
                  </a:cubicBezTo>
                  <a:cubicBezTo>
                    <a:pt x="32004" y="96428"/>
                    <a:pt x="39070" y="96012"/>
                    <a:pt x="43850" y="95596"/>
                  </a:cubicBezTo>
                  <a:lnTo>
                    <a:pt x="53825" y="39485"/>
                  </a:lnTo>
                  <a:cubicBezTo>
                    <a:pt x="49253" y="38654"/>
                    <a:pt x="41979" y="38446"/>
                    <a:pt x="37615" y="38446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7696394" y="2970018"/>
              <a:ext cx="68703" cy="79178"/>
            </a:xfrm>
            <a:custGeom>
              <a:avLst/>
              <a:gdLst/>
              <a:ahLst/>
              <a:cxnLst/>
              <a:rect l="l" t="t" r="r" b="b"/>
              <a:pathLst>
                <a:path w="68703" h="79178" extrusionOk="0">
                  <a:moveTo>
                    <a:pt x="66502" y="208"/>
                  </a:moveTo>
                  <a:cubicBezTo>
                    <a:pt x="68372" y="208"/>
                    <a:pt x="68996" y="1870"/>
                    <a:pt x="68580" y="3117"/>
                  </a:cubicBezTo>
                  <a:lnTo>
                    <a:pt x="55903" y="75230"/>
                  </a:lnTo>
                  <a:cubicBezTo>
                    <a:pt x="55695" y="76893"/>
                    <a:pt x="54241" y="78140"/>
                    <a:pt x="52578" y="78140"/>
                  </a:cubicBezTo>
                  <a:lnTo>
                    <a:pt x="45928" y="78140"/>
                  </a:lnTo>
                  <a:cubicBezTo>
                    <a:pt x="44265" y="78140"/>
                    <a:pt x="43642" y="76685"/>
                    <a:pt x="43850" y="75230"/>
                  </a:cubicBezTo>
                  <a:lnTo>
                    <a:pt x="44265" y="72736"/>
                  </a:lnTo>
                  <a:cubicBezTo>
                    <a:pt x="35745" y="77101"/>
                    <a:pt x="29095" y="79179"/>
                    <a:pt x="20782" y="79179"/>
                  </a:cubicBezTo>
                  <a:cubicBezTo>
                    <a:pt x="8520" y="79179"/>
                    <a:pt x="0" y="71697"/>
                    <a:pt x="0" y="56734"/>
                  </a:cubicBezTo>
                  <a:cubicBezTo>
                    <a:pt x="0" y="54033"/>
                    <a:pt x="416" y="51123"/>
                    <a:pt x="831" y="48006"/>
                  </a:cubicBezTo>
                  <a:lnTo>
                    <a:pt x="8728" y="2909"/>
                  </a:lnTo>
                  <a:cubicBezTo>
                    <a:pt x="9144" y="831"/>
                    <a:pt x="10599" y="0"/>
                    <a:pt x="12053" y="0"/>
                  </a:cubicBezTo>
                  <a:lnTo>
                    <a:pt x="18911" y="0"/>
                  </a:lnTo>
                  <a:cubicBezTo>
                    <a:pt x="20574" y="0"/>
                    <a:pt x="21405" y="1039"/>
                    <a:pt x="21197" y="2909"/>
                  </a:cubicBezTo>
                  <a:lnTo>
                    <a:pt x="13092" y="49461"/>
                  </a:lnTo>
                  <a:cubicBezTo>
                    <a:pt x="12469" y="52578"/>
                    <a:pt x="12261" y="55280"/>
                    <a:pt x="12261" y="57566"/>
                  </a:cubicBezTo>
                  <a:cubicBezTo>
                    <a:pt x="12261" y="65463"/>
                    <a:pt x="16002" y="67957"/>
                    <a:pt x="25354" y="67957"/>
                  </a:cubicBezTo>
                  <a:cubicBezTo>
                    <a:pt x="31381" y="67957"/>
                    <a:pt x="38446" y="65878"/>
                    <a:pt x="45512" y="62761"/>
                  </a:cubicBezTo>
                  <a:lnTo>
                    <a:pt x="55903" y="2909"/>
                  </a:lnTo>
                  <a:cubicBezTo>
                    <a:pt x="56111" y="1455"/>
                    <a:pt x="56942" y="0"/>
                    <a:pt x="59228" y="0"/>
                  </a:cubicBezTo>
                  <a:lnTo>
                    <a:pt x="66086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7765990" y="2968979"/>
              <a:ext cx="61473" cy="80010"/>
            </a:xfrm>
            <a:custGeom>
              <a:avLst/>
              <a:gdLst/>
              <a:ahLst/>
              <a:cxnLst/>
              <a:rect l="l" t="t" r="r" b="b"/>
              <a:pathLst>
                <a:path w="61473" h="80010" extrusionOk="0">
                  <a:moveTo>
                    <a:pt x="59251" y="2078"/>
                  </a:moveTo>
                  <a:cubicBezTo>
                    <a:pt x="61329" y="2494"/>
                    <a:pt x="61745" y="2909"/>
                    <a:pt x="61329" y="4988"/>
                  </a:cubicBezTo>
                  <a:lnTo>
                    <a:pt x="60706" y="9560"/>
                  </a:lnTo>
                  <a:cubicBezTo>
                    <a:pt x="60498" y="11222"/>
                    <a:pt x="59459" y="12261"/>
                    <a:pt x="57381" y="12053"/>
                  </a:cubicBezTo>
                  <a:cubicBezTo>
                    <a:pt x="52601" y="11430"/>
                    <a:pt x="44496" y="11014"/>
                    <a:pt x="36599" y="11014"/>
                  </a:cubicBezTo>
                  <a:cubicBezTo>
                    <a:pt x="30156" y="11014"/>
                    <a:pt x="21844" y="12885"/>
                    <a:pt x="21844" y="20990"/>
                  </a:cubicBezTo>
                  <a:cubicBezTo>
                    <a:pt x="21844" y="24523"/>
                    <a:pt x="24753" y="27224"/>
                    <a:pt x="29533" y="30341"/>
                  </a:cubicBezTo>
                  <a:lnTo>
                    <a:pt x="42210" y="38654"/>
                  </a:lnTo>
                  <a:cubicBezTo>
                    <a:pt x="51977" y="45097"/>
                    <a:pt x="54887" y="50084"/>
                    <a:pt x="54887" y="57566"/>
                  </a:cubicBezTo>
                  <a:cubicBezTo>
                    <a:pt x="54887" y="74191"/>
                    <a:pt x="40132" y="80010"/>
                    <a:pt x="24545" y="80010"/>
                  </a:cubicBezTo>
                  <a:cubicBezTo>
                    <a:pt x="18519" y="80010"/>
                    <a:pt x="8751" y="79387"/>
                    <a:pt x="2517" y="77932"/>
                  </a:cubicBezTo>
                  <a:cubicBezTo>
                    <a:pt x="1062" y="77724"/>
                    <a:pt x="-185" y="76685"/>
                    <a:pt x="23" y="75022"/>
                  </a:cubicBezTo>
                  <a:lnTo>
                    <a:pt x="854" y="70035"/>
                  </a:lnTo>
                  <a:cubicBezTo>
                    <a:pt x="1270" y="68164"/>
                    <a:pt x="1893" y="67749"/>
                    <a:pt x="4387" y="67957"/>
                  </a:cubicBezTo>
                  <a:cubicBezTo>
                    <a:pt x="11037" y="68788"/>
                    <a:pt x="21220" y="69411"/>
                    <a:pt x="26208" y="69411"/>
                  </a:cubicBezTo>
                  <a:cubicBezTo>
                    <a:pt x="34521" y="69411"/>
                    <a:pt x="42210" y="66502"/>
                    <a:pt x="42210" y="57358"/>
                  </a:cubicBezTo>
                  <a:cubicBezTo>
                    <a:pt x="42210" y="54033"/>
                    <a:pt x="40547" y="51539"/>
                    <a:pt x="34105" y="47383"/>
                  </a:cubicBezTo>
                  <a:lnTo>
                    <a:pt x="21428" y="39070"/>
                  </a:lnTo>
                  <a:cubicBezTo>
                    <a:pt x="13739" y="33874"/>
                    <a:pt x="9582" y="28263"/>
                    <a:pt x="9582" y="20574"/>
                  </a:cubicBezTo>
                  <a:cubicBezTo>
                    <a:pt x="9582" y="4780"/>
                    <a:pt x="24753" y="0"/>
                    <a:pt x="38885" y="0"/>
                  </a:cubicBezTo>
                  <a:cubicBezTo>
                    <a:pt x="49691" y="0"/>
                    <a:pt x="53640" y="623"/>
                    <a:pt x="59667" y="187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7833112" y="2952746"/>
              <a:ext cx="47440" cy="96658"/>
            </a:xfrm>
            <a:custGeom>
              <a:avLst/>
              <a:gdLst/>
              <a:ahLst/>
              <a:cxnLst/>
              <a:rect l="l" t="t" r="r" b="b"/>
              <a:pathLst>
                <a:path w="47440" h="96658" extrusionOk="0">
                  <a:moveTo>
                    <a:pt x="45123" y="17480"/>
                  </a:moveTo>
                  <a:cubicBezTo>
                    <a:pt x="46786" y="17480"/>
                    <a:pt x="47617" y="18311"/>
                    <a:pt x="47409" y="20389"/>
                  </a:cubicBezTo>
                  <a:lnTo>
                    <a:pt x="46578" y="25169"/>
                  </a:lnTo>
                  <a:cubicBezTo>
                    <a:pt x="46162" y="27663"/>
                    <a:pt x="44915" y="28078"/>
                    <a:pt x="43253" y="28078"/>
                  </a:cubicBezTo>
                  <a:lnTo>
                    <a:pt x="28082" y="28078"/>
                  </a:lnTo>
                  <a:lnTo>
                    <a:pt x="19354" y="77747"/>
                  </a:lnTo>
                  <a:cubicBezTo>
                    <a:pt x="19146" y="79409"/>
                    <a:pt x="18938" y="80656"/>
                    <a:pt x="18938" y="81903"/>
                  </a:cubicBezTo>
                  <a:cubicBezTo>
                    <a:pt x="18938" y="86060"/>
                    <a:pt x="21016" y="86475"/>
                    <a:pt x="25380" y="86475"/>
                  </a:cubicBezTo>
                  <a:lnTo>
                    <a:pt x="34109" y="86475"/>
                  </a:lnTo>
                  <a:cubicBezTo>
                    <a:pt x="35771" y="86475"/>
                    <a:pt x="36395" y="86891"/>
                    <a:pt x="36187" y="88553"/>
                  </a:cubicBezTo>
                  <a:lnTo>
                    <a:pt x="35356" y="93541"/>
                  </a:lnTo>
                  <a:cubicBezTo>
                    <a:pt x="35148" y="94788"/>
                    <a:pt x="34316" y="95619"/>
                    <a:pt x="32446" y="95827"/>
                  </a:cubicBezTo>
                  <a:cubicBezTo>
                    <a:pt x="29537" y="96243"/>
                    <a:pt x="26211" y="96658"/>
                    <a:pt x="23510" y="96658"/>
                  </a:cubicBezTo>
                  <a:cubicBezTo>
                    <a:pt x="13950" y="96658"/>
                    <a:pt x="6469" y="92918"/>
                    <a:pt x="6469" y="83150"/>
                  </a:cubicBezTo>
                  <a:cubicBezTo>
                    <a:pt x="6469" y="81280"/>
                    <a:pt x="6469" y="79825"/>
                    <a:pt x="7092" y="77747"/>
                  </a:cubicBezTo>
                  <a:lnTo>
                    <a:pt x="15821" y="28286"/>
                  </a:lnTo>
                  <a:lnTo>
                    <a:pt x="2313" y="26624"/>
                  </a:lnTo>
                  <a:cubicBezTo>
                    <a:pt x="858" y="26624"/>
                    <a:pt x="-181" y="25584"/>
                    <a:pt x="26" y="24130"/>
                  </a:cubicBezTo>
                  <a:lnTo>
                    <a:pt x="650" y="20389"/>
                  </a:lnTo>
                  <a:cubicBezTo>
                    <a:pt x="1065" y="18519"/>
                    <a:pt x="2313" y="17895"/>
                    <a:pt x="3767" y="17895"/>
                  </a:cubicBezTo>
                  <a:lnTo>
                    <a:pt x="17483" y="17895"/>
                  </a:lnTo>
                  <a:lnTo>
                    <a:pt x="19769" y="3971"/>
                  </a:lnTo>
                  <a:cubicBezTo>
                    <a:pt x="19977" y="2517"/>
                    <a:pt x="21432" y="1478"/>
                    <a:pt x="22886" y="1062"/>
                  </a:cubicBezTo>
                  <a:lnTo>
                    <a:pt x="30368" y="23"/>
                  </a:lnTo>
                  <a:cubicBezTo>
                    <a:pt x="32446" y="-185"/>
                    <a:pt x="32862" y="1062"/>
                    <a:pt x="32446" y="2309"/>
                  </a:cubicBezTo>
                  <a:lnTo>
                    <a:pt x="29952" y="17687"/>
                  </a:lnTo>
                  <a:lnTo>
                    <a:pt x="45331" y="17687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7877921" y="2969395"/>
              <a:ext cx="48044" cy="78763"/>
            </a:xfrm>
            <a:custGeom>
              <a:avLst/>
              <a:gdLst/>
              <a:ahLst/>
              <a:cxnLst/>
              <a:rect l="l" t="t" r="r" b="b"/>
              <a:pathLst>
                <a:path w="48044" h="78763" extrusionOk="0">
                  <a:moveTo>
                    <a:pt x="12367" y="75854"/>
                  </a:moveTo>
                  <a:cubicBezTo>
                    <a:pt x="12159" y="77516"/>
                    <a:pt x="10497" y="78763"/>
                    <a:pt x="9042" y="78763"/>
                  </a:cubicBezTo>
                  <a:lnTo>
                    <a:pt x="2184" y="78763"/>
                  </a:lnTo>
                  <a:cubicBezTo>
                    <a:pt x="522" y="78763"/>
                    <a:pt x="-310" y="77308"/>
                    <a:pt x="106" y="75854"/>
                  </a:cubicBezTo>
                  <a:lnTo>
                    <a:pt x="12783" y="3741"/>
                  </a:lnTo>
                  <a:cubicBezTo>
                    <a:pt x="12991" y="2286"/>
                    <a:pt x="14445" y="831"/>
                    <a:pt x="16108" y="831"/>
                  </a:cubicBezTo>
                  <a:lnTo>
                    <a:pt x="22758" y="831"/>
                  </a:lnTo>
                  <a:cubicBezTo>
                    <a:pt x="24421" y="831"/>
                    <a:pt x="25252" y="2286"/>
                    <a:pt x="24836" y="3741"/>
                  </a:cubicBezTo>
                  <a:lnTo>
                    <a:pt x="24213" y="7066"/>
                  </a:lnTo>
                  <a:cubicBezTo>
                    <a:pt x="31902" y="1039"/>
                    <a:pt x="38760" y="0"/>
                    <a:pt x="45202" y="0"/>
                  </a:cubicBezTo>
                  <a:lnTo>
                    <a:pt x="45410" y="0"/>
                  </a:lnTo>
                  <a:cubicBezTo>
                    <a:pt x="47904" y="0"/>
                    <a:pt x="48320" y="1039"/>
                    <a:pt x="47904" y="2494"/>
                  </a:cubicBezTo>
                  <a:lnTo>
                    <a:pt x="46865" y="8313"/>
                  </a:lnTo>
                  <a:cubicBezTo>
                    <a:pt x="46657" y="9975"/>
                    <a:pt x="45410" y="10807"/>
                    <a:pt x="43540" y="10807"/>
                  </a:cubicBezTo>
                  <a:lnTo>
                    <a:pt x="43124" y="10807"/>
                  </a:lnTo>
                  <a:cubicBezTo>
                    <a:pt x="35019" y="10807"/>
                    <a:pt x="29824" y="12261"/>
                    <a:pt x="22966" y="16625"/>
                  </a:cubicBezTo>
                  <a:lnTo>
                    <a:pt x="12575" y="75854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7923907" y="2940716"/>
              <a:ext cx="30853" cy="107442"/>
            </a:xfrm>
            <a:custGeom>
              <a:avLst/>
              <a:gdLst/>
              <a:ahLst/>
              <a:cxnLst/>
              <a:rect l="l" t="t" r="r" b="b"/>
              <a:pathLst>
                <a:path w="30853" h="107442" extrusionOk="0">
                  <a:moveTo>
                    <a:pt x="22908" y="29510"/>
                  </a:moveTo>
                  <a:cubicBezTo>
                    <a:pt x="24570" y="29510"/>
                    <a:pt x="25610" y="30134"/>
                    <a:pt x="25194" y="32420"/>
                  </a:cubicBezTo>
                  <a:lnTo>
                    <a:pt x="12517" y="104533"/>
                  </a:lnTo>
                  <a:cubicBezTo>
                    <a:pt x="12309" y="106195"/>
                    <a:pt x="11478" y="107442"/>
                    <a:pt x="9192" y="107442"/>
                  </a:cubicBezTo>
                  <a:lnTo>
                    <a:pt x="2334" y="107442"/>
                  </a:lnTo>
                  <a:cubicBezTo>
                    <a:pt x="256" y="107442"/>
                    <a:pt x="-160" y="105987"/>
                    <a:pt x="48" y="104533"/>
                  </a:cubicBezTo>
                  <a:lnTo>
                    <a:pt x="12725" y="32420"/>
                  </a:lnTo>
                  <a:cubicBezTo>
                    <a:pt x="13141" y="29926"/>
                    <a:pt x="14595" y="29510"/>
                    <a:pt x="16050" y="29510"/>
                  </a:cubicBezTo>
                  <a:lnTo>
                    <a:pt x="22908" y="29510"/>
                  </a:lnTo>
                  <a:close/>
                  <a:moveTo>
                    <a:pt x="28519" y="0"/>
                  </a:moveTo>
                  <a:cubicBezTo>
                    <a:pt x="30597" y="0"/>
                    <a:pt x="31013" y="831"/>
                    <a:pt x="30805" y="2909"/>
                  </a:cubicBezTo>
                  <a:lnTo>
                    <a:pt x="28727" y="14339"/>
                  </a:lnTo>
                  <a:cubicBezTo>
                    <a:pt x="28311" y="16210"/>
                    <a:pt x="27688" y="17249"/>
                    <a:pt x="25402" y="17249"/>
                  </a:cubicBezTo>
                  <a:lnTo>
                    <a:pt x="18128" y="17249"/>
                  </a:lnTo>
                  <a:cubicBezTo>
                    <a:pt x="16050" y="17249"/>
                    <a:pt x="15634" y="15794"/>
                    <a:pt x="15842" y="14339"/>
                  </a:cubicBezTo>
                  <a:lnTo>
                    <a:pt x="17920" y="2909"/>
                  </a:lnTo>
                  <a:cubicBezTo>
                    <a:pt x="18128" y="1455"/>
                    <a:pt x="19167" y="0"/>
                    <a:pt x="21245" y="0"/>
                  </a:cubicBezTo>
                  <a:lnTo>
                    <a:pt x="28519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7953880" y="2969395"/>
              <a:ext cx="67601" cy="80010"/>
            </a:xfrm>
            <a:custGeom>
              <a:avLst/>
              <a:gdLst/>
              <a:ahLst/>
              <a:cxnLst/>
              <a:rect l="l" t="t" r="r" b="b"/>
              <a:pathLst>
                <a:path w="67601" h="80010" extrusionOk="0">
                  <a:moveTo>
                    <a:pt x="65047" y="3117"/>
                  </a:moveTo>
                  <a:cubicBezTo>
                    <a:pt x="67541" y="3741"/>
                    <a:pt x="67749" y="4572"/>
                    <a:pt x="67541" y="6442"/>
                  </a:cubicBezTo>
                  <a:lnTo>
                    <a:pt x="55280" y="76061"/>
                  </a:lnTo>
                  <a:cubicBezTo>
                    <a:pt x="55072" y="77516"/>
                    <a:pt x="54241" y="78971"/>
                    <a:pt x="51955" y="78971"/>
                  </a:cubicBezTo>
                  <a:lnTo>
                    <a:pt x="46343" y="78971"/>
                  </a:lnTo>
                  <a:cubicBezTo>
                    <a:pt x="44265" y="78971"/>
                    <a:pt x="43850" y="77932"/>
                    <a:pt x="44265" y="75854"/>
                  </a:cubicBezTo>
                  <a:lnTo>
                    <a:pt x="44889" y="71489"/>
                  </a:lnTo>
                  <a:cubicBezTo>
                    <a:pt x="36576" y="77516"/>
                    <a:pt x="31588" y="80010"/>
                    <a:pt x="22029" y="80010"/>
                  </a:cubicBezTo>
                  <a:cubicBezTo>
                    <a:pt x="9975" y="80010"/>
                    <a:pt x="0" y="72321"/>
                    <a:pt x="0" y="54864"/>
                  </a:cubicBezTo>
                  <a:cubicBezTo>
                    <a:pt x="0" y="52162"/>
                    <a:pt x="208" y="49253"/>
                    <a:pt x="831" y="46343"/>
                  </a:cubicBezTo>
                  <a:lnTo>
                    <a:pt x="3325" y="32212"/>
                  </a:lnTo>
                  <a:cubicBezTo>
                    <a:pt x="7689" y="7689"/>
                    <a:pt x="23068" y="0"/>
                    <a:pt x="40109" y="0"/>
                  </a:cubicBezTo>
                  <a:cubicBezTo>
                    <a:pt x="48629" y="0"/>
                    <a:pt x="57566" y="1455"/>
                    <a:pt x="64839" y="3325"/>
                  </a:cubicBezTo>
                  <a:moveTo>
                    <a:pt x="40317" y="10183"/>
                  </a:moveTo>
                  <a:cubicBezTo>
                    <a:pt x="25769" y="10183"/>
                    <a:pt x="18288" y="18288"/>
                    <a:pt x="15586" y="33251"/>
                  </a:cubicBezTo>
                  <a:lnTo>
                    <a:pt x="13092" y="47798"/>
                  </a:lnTo>
                  <a:cubicBezTo>
                    <a:pt x="12677" y="49876"/>
                    <a:pt x="12469" y="52162"/>
                    <a:pt x="12469" y="54241"/>
                  </a:cubicBezTo>
                  <a:cubicBezTo>
                    <a:pt x="12469" y="65255"/>
                    <a:pt x="18080" y="68996"/>
                    <a:pt x="24730" y="68996"/>
                  </a:cubicBezTo>
                  <a:cubicBezTo>
                    <a:pt x="31381" y="68996"/>
                    <a:pt x="37407" y="66086"/>
                    <a:pt x="45304" y="60683"/>
                  </a:cubicBezTo>
                  <a:lnTo>
                    <a:pt x="54033" y="11430"/>
                  </a:lnTo>
                  <a:cubicBezTo>
                    <a:pt x="50292" y="10807"/>
                    <a:pt x="46136" y="9975"/>
                    <a:pt x="40317" y="997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8026162" y="2941547"/>
              <a:ext cx="30264" cy="106610"/>
            </a:xfrm>
            <a:custGeom>
              <a:avLst/>
              <a:gdLst/>
              <a:ahLst/>
              <a:cxnLst/>
              <a:rect l="l" t="t" r="r" b="b"/>
              <a:pathLst>
                <a:path w="30264" h="106610" extrusionOk="0">
                  <a:moveTo>
                    <a:pt x="28094" y="0"/>
                  </a:moveTo>
                  <a:cubicBezTo>
                    <a:pt x="29549" y="0"/>
                    <a:pt x="30588" y="831"/>
                    <a:pt x="30172" y="2702"/>
                  </a:cubicBezTo>
                  <a:lnTo>
                    <a:pt x="12508" y="103701"/>
                  </a:lnTo>
                  <a:cubicBezTo>
                    <a:pt x="12300" y="105156"/>
                    <a:pt x="11676" y="106611"/>
                    <a:pt x="9390" y="106611"/>
                  </a:cubicBezTo>
                  <a:lnTo>
                    <a:pt x="2117" y="106611"/>
                  </a:lnTo>
                  <a:cubicBezTo>
                    <a:pt x="454" y="106611"/>
                    <a:pt x="-169" y="105156"/>
                    <a:pt x="39" y="103701"/>
                  </a:cubicBezTo>
                  <a:lnTo>
                    <a:pt x="17703" y="2702"/>
                  </a:lnTo>
                  <a:cubicBezTo>
                    <a:pt x="17911" y="1039"/>
                    <a:pt x="18742" y="0"/>
                    <a:pt x="20820" y="0"/>
                  </a:cubicBezTo>
                  <a:lnTo>
                    <a:pt x="28094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711938" y="2596777"/>
              <a:ext cx="361811" cy="457407"/>
            </a:xfrm>
            <a:custGeom>
              <a:avLst/>
              <a:gdLst/>
              <a:ahLst/>
              <a:cxnLst/>
              <a:rect l="l" t="t" r="r" b="b"/>
              <a:pathLst>
                <a:path w="361811" h="457407" extrusionOk="0">
                  <a:moveTo>
                    <a:pt x="361811" y="26393"/>
                  </a:moveTo>
                  <a:lnTo>
                    <a:pt x="348511" y="101415"/>
                  </a:lnTo>
                  <a:cubicBezTo>
                    <a:pt x="347264" y="108065"/>
                    <a:pt x="342484" y="112845"/>
                    <a:pt x="335834" y="112845"/>
                  </a:cubicBezTo>
                  <a:lnTo>
                    <a:pt x="334587" y="112845"/>
                  </a:lnTo>
                  <a:cubicBezTo>
                    <a:pt x="310480" y="110975"/>
                    <a:pt x="242732" y="104948"/>
                    <a:pt x="199505" y="104948"/>
                  </a:cubicBezTo>
                  <a:cubicBezTo>
                    <a:pt x="182672" y="104948"/>
                    <a:pt x="165215" y="110351"/>
                    <a:pt x="165215" y="130094"/>
                  </a:cubicBezTo>
                  <a:cubicBezTo>
                    <a:pt x="165215" y="138407"/>
                    <a:pt x="171242" y="143810"/>
                    <a:pt x="191608" y="155864"/>
                  </a:cubicBezTo>
                  <a:lnTo>
                    <a:pt x="264760" y="199090"/>
                  </a:lnTo>
                  <a:cubicBezTo>
                    <a:pt x="307987" y="224236"/>
                    <a:pt x="324820" y="257279"/>
                    <a:pt x="324820" y="299466"/>
                  </a:cubicBezTo>
                  <a:cubicBezTo>
                    <a:pt x="324820" y="411688"/>
                    <a:pt x="230470" y="457408"/>
                    <a:pt x="128432" y="457408"/>
                  </a:cubicBezTo>
                  <a:cubicBezTo>
                    <a:pt x="79179" y="457408"/>
                    <a:pt x="40732" y="450758"/>
                    <a:pt x="10183" y="441821"/>
                  </a:cubicBezTo>
                  <a:cubicBezTo>
                    <a:pt x="4780" y="439951"/>
                    <a:pt x="0" y="437042"/>
                    <a:pt x="0" y="431638"/>
                  </a:cubicBezTo>
                  <a:lnTo>
                    <a:pt x="0" y="429768"/>
                  </a:lnTo>
                  <a:lnTo>
                    <a:pt x="12677" y="355993"/>
                  </a:lnTo>
                  <a:cubicBezTo>
                    <a:pt x="13924" y="349342"/>
                    <a:pt x="19327" y="343939"/>
                    <a:pt x="26393" y="343939"/>
                  </a:cubicBezTo>
                  <a:lnTo>
                    <a:pt x="27640" y="343939"/>
                  </a:lnTo>
                  <a:cubicBezTo>
                    <a:pt x="52162" y="346433"/>
                    <a:pt x="115963" y="352875"/>
                    <a:pt x="147759" y="352875"/>
                  </a:cubicBezTo>
                  <a:cubicBezTo>
                    <a:pt x="171866" y="352875"/>
                    <a:pt x="191608" y="344563"/>
                    <a:pt x="191608" y="317546"/>
                  </a:cubicBezTo>
                  <a:cubicBezTo>
                    <a:pt x="191608" y="308610"/>
                    <a:pt x="185582" y="301960"/>
                    <a:pt x="168125" y="290530"/>
                  </a:cubicBezTo>
                  <a:lnTo>
                    <a:pt x="90609" y="239407"/>
                  </a:lnTo>
                  <a:cubicBezTo>
                    <a:pt x="55903" y="216547"/>
                    <a:pt x="39070" y="177477"/>
                    <a:pt x="39070" y="140277"/>
                  </a:cubicBezTo>
                  <a:cubicBezTo>
                    <a:pt x="39485" y="32420"/>
                    <a:pt x="124067" y="0"/>
                    <a:pt x="219456" y="0"/>
                  </a:cubicBezTo>
                  <a:cubicBezTo>
                    <a:pt x="267046" y="0"/>
                    <a:pt x="329392" y="7897"/>
                    <a:pt x="352875" y="14963"/>
                  </a:cubicBezTo>
                  <a:cubicBezTo>
                    <a:pt x="357655" y="16833"/>
                    <a:pt x="361811" y="19119"/>
                    <a:pt x="361811" y="24523"/>
                  </a:cubicBezTo>
                  <a:lnTo>
                    <a:pt x="361811" y="2639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6073957" y="2596777"/>
              <a:ext cx="340821" cy="457615"/>
            </a:xfrm>
            <a:custGeom>
              <a:avLst/>
              <a:gdLst/>
              <a:ahLst/>
              <a:cxnLst/>
              <a:rect l="l" t="t" r="r" b="b"/>
              <a:pathLst>
                <a:path w="340821" h="457615" extrusionOk="0">
                  <a:moveTo>
                    <a:pt x="340822" y="19119"/>
                  </a:moveTo>
                  <a:lnTo>
                    <a:pt x="328145" y="92271"/>
                  </a:lnTo>
                  <a:cubicBezTo>
                    <a:pt x="326898" y="98921"/>
                    <a:pt x="320248" y="104325"/>
                    <a:pt x="313805" y="104325"/>
                  </a:cubicBezTo>
                  <a:lnTo>
                    <a:pt x="192647" y="104325"/>
                  </a:lnTo>
                  <a:cubicBezTo>
                    <a:pt x="171034" y="104325"/>
                    <a:pt x="162514" y="111598"/>
                    <a:pt x="158357" y="134251"/>
                  </a:cubicBezTo>
                  <a:lnTo>
                    <a:pt x="150460" y="178100"/>
                  </a:lnTo>
                  <a:lnTo>
                    <a:pt x="298219" y="178100"/>
                  </a:lnTo>
                  <a:cubicBezTo>
                    <a:pt x="304246" y="178100"/>
                    <a:pt x="308402" y="182257"/>
                    <a:pt x="308402" y="188283"/>
                  </a:cubicBezTo>
                  <a:lnTo>
                    <a:pt x="308402" y="190154"/>
                  </a:lnTo>
                  <a:lnTo>
                    <a:pt x="295725" y="261020"/>
                  </a:lnTo>
                  <a:cubicBezTo>
                    <a:pt x="294478" y="267670"/>
                    <a:pt x="288452" y="273073"/>
                    <a:pt x="282009" y="273073"/>
                  </a:cubicBezTo>
                  <a:lnTo>
                    <a:pt x="134251" y="273073"/>
                  </a:lnTo>
                  <a:lnTo>
                    <a:pt x="125314" y="322949"/>
                  </a:lnTo>
                  <a:cubicBezTo>
                    <a:pt x="124691" y="327729"/>
                    <a:pt x="124067" y="331262"/>
                    <a:pt x="124067" y="335003"/>
                  </a:cubicBezTo>
                  <a:cubicBezTo>
                    <a:pt x="124067" y="348719"/>
                    <a:pt x="131341" y="353083"/>
                    <a:pt x="148590" y="353083"/>
                  </a:cubicBezTo>
                  <a:lnTo>
                    <a:pt x="269748" y="353083"/>
                  </a:lnTo>
                  <a:cubicBezTo>
                    <a:pt x="275775" y="353083"/>
                    <a:pt x="279931" y="357239"/>
                    <a:pt x="279931" y="363266"/>
                  </a:cubicBezTo>
                  <a:lnTo>
                    <a:pt x="279931" y="365137"/>
                  </a:lnTo>
                  <a:lnTo>
                    <a:pt x="266631" y="438289"/>
                  </a:lnTo>
                  <a:cubicBezTo>
                    <a:pt x="265384" y="445562"/>
                    <a:pt x="260604" y="449095"/>
                    <a:pt x="252707" y="450342"/>
                  </a:cubicBezTo>
                  <a:cubicBezTo>
                    <a:pt x="229223" y="453251"/>
                    <a:pt x="192647" y="457616"/>
                    <a:pt x="134458" y="457616"/>
                  </a:cubicBezTo>
                  <a:cubicBezTo>
                    <a:pt x="64216" y="457616"/>
                    <a:pt x="0" y="432470"/>
                    <a:pt x="0" y="353707"/>
                  </a:cubicBezTo>
                  <a:cubicBezTo>
                    <a:pt x="0" y="344147"/>
                    <a:pt x="1247" y="333964"/>
                    <a:pt x="2909" y="323157"/>
                  </a:cubicBezTo>
                  <a:lnTo>
                    <a:pt x="35953" y="134666"/>
                  </a:lnTo>
                  <a:cubicBezTo>
                    <a:pt x="57358" y="13300"/>
                    <a:pt x="129471" y="0"/>
                    <a:pt x="214053" y="0"/>
                  </a:cubicBezTo>
                  <a:cubicBezTo>
                    <a:pt x="272242" y="0"/>
                    <a:pt x="308818" y="4156"/>
                    <a:pt x="331054" y="7274"/>
                  </a:cubicBezTo>
                  <a:cubicBezTo>
                    <a:pt x="337705" y="7897"/>
                    <a:pt x="340614" y="10807"/>
                    <a:pt x="340614" y="16833"/>
                  </a:cubicBezTo>
                  <a:lnTo>
                    <a:pt x="340614" y="19327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6396907" y="2602803"/>
              <a:ext cx="443483" cy="446185"/>
            </a:xfrm>
            <a:custGeom>
              <a:avLst/>
              <a:gdLst/>
              <a:ahLst/>
              <a:cxnLst/>
              <a:rect l="l" t="t" r="r" b="b"/>
              <a:pathLst>
                <a:path w="443483" h="446185" extrusionOk="0">
                  <a:moveTo>
                    <a:pt x="443484" y="12053"/>
                  </a:moveTo>
                  <a:lnTo>
                    <a:pt x="371371" y="423949"/>
                  </a:lnTo>
                  <a:cubicBezTo>
                    <a:pt x="369085" y="436003"/>
                    <a:pt x="357032" y="446186"/>
                    <a:pt x="344978" y="446186"/>
                  </a:cubicBezTo>
                  <a:lnTo>
                    <a:pt x="270579" y="446186"/>
                  </a:lnTo>
                  <a:cubicBezTo>
                    <a:pt x="259773" y="446186"/>
                    <a:pt x="253123" y="441406"/>
                    <a:pt x="248343" y="429976"/>
                  </a:cubicBezTo>
                  <a:lnTo>
                    <a:pt x="159397" y="228808"/>
                  </a:lnTo>
                  <a:cubicBezTo>
                    <a:pt x="157526" y="224651"/>
                    <a:pt x="155864" y="224028"/>
                    <a:pt x="153993" y="224028"/>
                  </a:cubicBezTo>
                  <a:cubicBezTo>
                    <a:pt x="152123" y="224028"/>
                    <a:pt x="151084" y="225275"/>
                    <a:pt x="150460" y="229431"/>
                  </a:cubicBezTo>
                  <a:lnTo>
                    <a:pt x="114508" y="434132"/>
                  </a:lnTo>
                  <a:cubicBezTo>
                    <a:pt x="113261" y="440782"/>
                    <a:pt x="106611" y="446186"/>
                    <a:pt x="100168" y="446186"/>
                  </a:cubicBezTo>
                  <a:lnTo>
                    <a:pt x="10183" y="446186"/>
                  </a:lnTo>
                  <a:cubicBezTo>
                    <a:pt x="4156" y="446186"/>
                    <a:pt x="0" y="442029"/>
                    <a:pt x="0" y="436003"/>
                  </a:cubicBezTo>
                  <a:lnTo>
                    <a:pt x="0" y="434132"/>
                  </a:lnTo>
                  <a:lnTo>
                    <a:pt x="72113" y="22237"/>
                  </a:lnTo>
                  <a:cubicBezTo>
                    <a:pt x="74399" y="10183"/>
                    <a:pt x="86452" y="0"/>
                    <a:pt x="98506" y="0"/>
                  </a:cubicBezTo>
                  <a:lnTo>
                    <a:pt x="171658" y="0"/>
                  </a:lnTo>
                  <a:cubicBezTo>
                    <a:pt x="183088" y="0"/>
                    <a:pt x="187868" y="7274"/>
                    <a:pt x="192647" y="17457"/>
                  </a:cubicBezTo>
                  <a:lnTo>
                    <a:pt x="283880" y="224651"/>
                  </a:lnTo>
                  <a:cubicBezTo>
                    <a:pt x="285750" y="228808"/>
                    <a:pt x="286374" y="230055"/>
                    <a:pt x="288036" y="230055"/>
                  </a:cubicBezTo>
                  <a:cubicBezTo>
                    <a:pt x="289699" y="230055"/>
                    <a:pt x="291569" y="229431"/>
                    <a:pt x="292192" y="224651"/>
                  </a:cubicBezTo>
                  <a:lnTo>
                    <a:pt x="329392" y="12053"/>
                  </a:lnTo>
                  <a:cubicBezTo>
                    <a:pt x="330639" y="5403"/>
                    <a:pt x="337289" y="0"/>
                    <a:pt x="343731" y="0"/>
                  </a:cubicBezTo>
                  <a:lnTo>
                    <a:pt x="433717" y="0"/>
                  </a:lnTo>
                  <a:cubicBezTo>
                    <a:pt x="439743" y="0"/>
                    <a:pt x="443276" y="4156"/>
                    <a:pt x="443276" y="9560"/>
                  </a:cubicBezTo>
                  <a:lnTo>
                    <a:pt x="443276" y="1205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6800905" y="2597400"/>
              <a:ext cx="392568" cy="451588"/>
            </a:xfrm>
            <a:custGeom>
              <a:avLst/>
              <a:gdLst/>
              <a:ahLst/>
              <a:cxnLst/>
              <a:rect l="l" t="t" r="r" b="b"/>
              <a:pathLst>
                <a:path w="392568" h="451588" extrusionOk="0">
                  <a:moveTo>
                    <a:pt x="381139" y="451381"/>
                  </a:moveTo>
                  <a:lnTo>
                    <a:pt x="279100" y="451381"/>
                  </a:lnTo>
                  <a:cubicBezTo>
                    <a:pt x="273073" y="451381"/>
                    <a:pt x="268917" y="445978"/>
                    <a:pt x="268917" y="439951"/>
                  </a:cubicBezTo>
                  <a:lnTo>
                    <a:pt x="267046" y="356408"/>
                  </a:lnTo>
                  <a:lnTo>
                    <a:pt x="160228" y="356408"/>
                  </a:lnTo>
                  <a:lnTo>
                    <a:pt x="128432" y="439951"/>
                  </a:lnTo>
                  <a:cubicBezTo>
                    <a:pt x="125938" y="445978"/>
                    <a:pt x="120535" y="451381"/>
                    <a:pt x="114508" y="451381"/>
                  </a:cubicBezTo>
                  <a:lnTo>
                    <a:pt x="8313" y="451381"/>
                  </a:lnTo>
                  <a:cubicBezTo>
                    <a:pt x="2909" y="451381"/>
                    <a:pt x="0" y="448472"/>
                    <a:pt x="0" y="443484"/>
                  </a:cubicBezTo>
                  <a:cubicBezTo>
                    <a:pt x="0" y="442237"/>
                    <a:pt x="623" y="440575"/>
                    <a:pt x="1247" y="438704"/>
                  </a:cubicBezTo>
                  <a:lnTo>
                    <a:pt x="146512" y="71282"/>
                  </a:lnTo>
                  <a:cubicBezTo>
                    <a:pt x="169787" y="12053"/>
                    <a:pt x="217170" y="0"/>
                    <a:pt x="274320" y="0"/>
                  </a:cubicBezTo>
                  <a:cubicBezTo>
                    <a:pt x="331470" y="0"/>
                    <a:pt x="374488" y="12053"/>
                    <a:pt x="376982" y="71489"/>
                  </a:cubicBezTo>
                  <a:lnTo>
                    <a:pt x="392568" y="438912"/>
                  </a:lnTo>
                  <a:lnTo>
                    <a:pt x="392568" y="439535"/>
                  </a:lnTo>
                  <a:cubicBezTo>
                    <a:pt x="392568" y="446186"/>
                    <a:pt x="387789" y="451589"/>
                    <a:pt x="381139" y="451589"/>
                  </a:cubicBezTo>
                  <a:moveTo>
                    <a:pt x="264137" y="108065"/>
                  </a:moveTo>
                  <a:cubicBezTo>
                    <a:pt x="264137" y="102662"/>
                    <a:pt x="264137" y="99753"/>
                    <a:pt x="258734" y="99753"/>
                  </a:cubicBezTo>
                  <a:cubicBezTo>
                    <a:pt x="253330" y="99753"/>
                    <a:pt x="252707" y="102662"/>
                    <a:pt x="250836" y="108065"/>
                  </a:cubicBezTo>
                  <a:lnTo>
                    <a:pt x="194310" y="260604"/>
                  </a:lnTo>
                  <a:lnTo>
                    <a:pt x="266423" y="260604"/>
                  </a:lnTo>
                  <a:lnTo>
                    <a:pt x="263929" y="108065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7287823" y="2602803"/>
              <a:ext cx="141306" cy="118040"/>
            </a:xfrm>
            <a:custGeom>
              <a:avLst/>
              <a:gdLst/>
              <a:ahLst/>
              <a:cxnLst/>
              <a:rect l="l" t="t" r="r" b="b"/>
              <a:pathLst>
                <a:path w="141306" h="118040" extrusionOk="0">
                  <a:moveTo>
                    <a:pt x="141109" y="11430"/>
                  </a:moveTo>
                  <a:cubicBezTo>
                    <a:pt x="142356" y="3533"/>
                    <a:pt x="137576" y="0"/>
                    <a:pt x="130926" y="0"/>
                  </a:cubicBezTo>
                  <a:lnTo>
                    <a:pt x="32420" y="0"/>
                  </a:lnTo>
                  <a:cubicBezTo>
                    <a:pt x="25770" y="0"/>
                    <a:pt x="19743" y="4780"/>
                    <a:pt x="18704" y="11430"/>
                  </a:cubicBezTo>
                  <a:lnTo>
                    <a:pt x="0" y="118041"/>
                  </a:lnTo>
                  <a:lnTo>
                    <a:pt x="133419" y="55487"/>
                  </a:lnTo>
                  <a:lnTo>
                    <a:pt x="141109" y="1143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7231683" y="2705881"/>
              <a:ext cx="180831" cy="342900"/>
            </a:xfrm>
            <a:custGeom>
              <a:avLst/>
              <a:gdLst/>
              <a:ahLst/>
              <a:cxnLst/>
              <a:rect l="l" t="t" r="r" b="b"/>
              <a:pathLst>
                <a:path w="180831" h="342900" extrusionOk="0">
                  <a:moveTo>
                    <a:pt x="47620" y="62553"/>
                  </a:moveTo>
                  <a:lnTo>
                    <a:pt x="237" y="330847"/>
                  </a:lnTo>
                  <a:cubicBezTo>
                    <a:pt x="-1010" y="336873"/>
                    <a:pt x="2731" y="342900"/>
                    <a:pt x="9797" y="342900"/>
                  </a:cubicBezTo>
                  <a:lnTo>
                    <a:pt x="108303" y="342900"/>
                  </a:lnTo>
                  <a:cubicBezTo>
                    <a:pt x="117239" y="342900"/>
                    <a:pt x="121395" y="337497"/>
                    <a:pt x="122642" y="330847"/>
                  </a:cubicBezTo>
                  <a:lnTo>
                    <a:pt x="180831" y="0"/>
                  </a:lnTo>
                  <a:lnTo>
                    <a:pt x="47412" y="6255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2" name="Google Shape;962;p13"/>
          <p:cNvGrpSpPr/>
          <p:nvPr/>
        </p:nvGrpSpPr>
        <p:grpSpPr>
          <a:xfrm>
            <a:off x="566173" y="2552462"/>
            <a:ext cx="1479003" cy="336681"/>
            <a:chOff x="3143193" y="2596777"/>
            <a:chExt cx="2000212" cy="455329"/>
          </a:xfrm>
        </p:grpSpPr>
        <p:sp>
          <p:nvSpPr>
            <p:cNvPr id="963" name="Google Shape;963;p13"/>
            <p:cNvSpPr/>
            <p:nvPr/>
          </p:nvSpPr>
          <p:spPr>
            <a:xfrm>
              <a:off x="4228004" y="2602180"/>
              <a:ext cx="140683" cy="117417"/>
            </a:xfrm>
            <a:custGeom>
              <a:avLst/>
              <a:gdLst/>
              <a:ahLst/>
              <a:cxnLst/>
              <a:rect l="l" t="t" r="r" b="b"/>
              <a:pathLst>
                <a:path w="140683" h="117417" extrusionOk="0">
                  <a:moveTo>
                    <a:pt x="140485" y="11430"/>
                  </a:moveTo>
                  <a:cubicBezTo>
                    <a:pt x="141732" y="3741"/>
                    <a:pt x="136952" y="0"/>
                    <a:pt x="130302" y="0"/>
                  </a:cubicBezTo>
                  <a:lnTo>
                    <a:pt x="32420" y="0"/>
                  </a:lnTo>
                  <a:cubicBezTo>
                    <a:pt x="25769" y="0"/>
                    <a:pt x="19951" y="4780"/>
                    <a:pt x="18704" y="11430"/>
                  </a:cubicBezTo>
                  <a:lnTo>
                    <a:pt x="0" y="117417"/>
                  </a:lnTo>
                  <a:lnTo>
                    <a:pt x="132796" y="55280"/>
                  </a:lnTo>
                  <a:lnTo>
                    <a:pt x="140485" y="1143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172488" y="2704842"/>
              <a:ext cx="179999" cy="341029"/>
            </a:xfrm>
            <a:custGeom>
              <a:avLst/>
              <a:gdLst/>
              <a:ahLst/>
              <a:cxnLst/>
              <a:rect l="l" t="t" r="r" b="b"/>
              <a:pathLst>
                <a:path w="179999" h="341029" extrusionOk="0">
                  <a:moveTo>
                    <a:pt x="47204" y="62345"/>
                  </a:moveTo>
                  <a:lnTo>
                    <a:pt x="237" y="329184"/>
                  </a:lnTo>
                  <a:cubicBezTo>
                    <a:pt x="-1010" y="335211"/>
                    <a:pt x="2731" y="341030"/>
                    <a:pt x="9797" y="341030"/>
                  </a:cubicBezTo>
                  <a:lnTo>
                    <a:pt x="107679" y="341030"/>
                  </a:lnTo>
                  <a:cubicBezTo>
                    <a:pt x="116615" y="341030"/>
                    <a:pt x="120772" y="335626"/>
                    <a:pt x="122019" y="329184"/>
                  </a:cubicBezTo>
                  <a:lnTo>
                    <a:pt x="180000" y="0"/>
                  </a:lnTo>
                  <a:lnTo>
                    <a:pt x="47204" y="6213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3143193" y="2596777"/>
              <a:ext cx="359317" cy="455121"/>
            </a:xfrm>
            <a:custGeom>
              <a:avLst/>
              <a:gdLst/>
              <a:ahLst/>
              <a:cxnLst/>
              <a:rect l="l" t="t" r="r" b="b"/>
              <a:pathLst>
                <a:path w="359317" h="455121" extrusionOk="0">
                  <a:moveTo>
                    <a:pt x="359318" y="26185"/>
                  </a:moveTo>
                  <a:lnTo>
                    <a:pt x="346225" y="100792"/>
                  </a:lnTo>
                  <a:cubicBezTo>
                    <a:pt x="344978" y="107442"/>
                    <a:pt x="340198" y="112014"/>
                    <a:pt x="333756" y="112014"/>
                  </a:cubicBezTo>
                  <a:lnTo>
                    <a:pt x="332509" y="112014"/>
                  </a:lnTo>
                  <a:cubicBezTo>
                    <a:pt x="308610" y="110144"/>
                    <a:pt x="241069" y="104325"/>
                    <a:pt x="198259" y="104325"/>
                  </a:cubicBezTo>
                  <a:cubicBezTo>
                    <a:pt x="181633" y="104325"/>
                    <a:pt x="164176" y="109728"/>
                    <a:pt x="164176" y="129471"/>
                  </a:cubicBezTo>
                  <a:cubicBezTo>
                    <a:pt x="164176" y="137783"/>
                    <a:pt x="170203" y="143187"/>
                    <a:pt x="190362" y="155240"/>
                  </a:cubicBezTo>
                  <a:lnTo>
                    <a:pt x="263306" y="198259"/>
                  </a:lnTo>
                  <a:cubicBezTo>
                    <a:pt x="306324" y="223405"/>
                    <a:pt x="322950" y="256240"/>
                    <a:pt x="322950" y="298011"/>
                  </a:cubicBezTo>
                  <a:cubicBezTo>
                    <a:pt x="322950" y="409610"/>
                    <a:pt x="229224" y="455122"/>
                    <a:pt x="127808" y="455122"/>
                  </a:cubicBezTo>
                  <a:cubicBezTo>
                    <a:pt x="78763" y="455122"/>
                    <a:pt x="40525" y="448472"/>
                    <a:pt x="10183" y="439535"/>
                  </a:cubicBezTo>
                  <a:cubicBezTo>
                    <a:pt x="4780" y="437665"/>
                    <a:pt x="0" y="434756"/>
                    <a:pt x="0" y="429352"/>
                  </a:cubicBezTo>
                  <a:lnTo>
                    <a:pt x="0" y="427482"/>
                  </a:lnTo>
                  <a:lnTo>
                    <a:pt x="12469" y="354122"/>
                  </a:lnTo>
                  <a:cubicBezTo>
                    <a:pt x="13716" y="347472"/>
                    <a:pt x="19119" y="342277"/>
                    <a:pt x="26185" y="342277"/>
                  </a:cubicBezTo>
                  <a:lnTo>
                    <a:pt x="27432" y="342277"/>
                  </a:lnTo>
                  <a:cubicBezTo>
                    <a:pt x="51955" y="344563"/>
                    <a:pt x="115131" y="351213"/>
                    <a:pt x="146927" y="351213"/>
                  </a:cubicBezTo>
                  <a:cubicBezTo>
                    <a:pt x="170827" y="351213"/>
                    <a:pt x="190569" y="342900"/>
                    <a:pt x="190569" y="316091"/>
                  </a:cubicBezTo>
                  <a:cubicBezTo>
                    <a:pt x="190569" y="307155"/>
                    <a:pt x="184543" y="300505"/>
                    <a:pt x="167294" y="289283"/>
                  </a:cubicBezTo>
                  <a:lnTo>
                    <a:pt x="90193" y="238575"/>
                  </a:lnTo>
                  <a:cubicBezTo>
                    <a:pt x="55487" y="215923"/>
                    <a:pt x="38862" y="177061"/>
                    <a:pt x="38862" y="140069"/>
                  </a:cubicBezTo>
                  <a:cubicBezTo>
                    <a:pt x="38654" y="32212"/>
                    <a:pt x="122821" y="0"/>
                    <a:pt x="217794" y="0"/>
                  </a:cubicBezTo>
                  <a:cubicBezTo>
                    <a:pt x="264968" y="0"/>
                    <a:pt x="327106" y="7689"/>
                    <a:pt x="350382" y="14963"/>
                  </a:cubicBezTo>
                  <a:cubicBezTo>
                    <a:pt x="355161" y="16833"/>
                    <a:pt x="359318" y="19119"/>
                    <a:pt x="359318" y="24523"/>
                  </a:cubicBezTo>
                  <a:lnTo>
                    <a:pt x="359318" y="2639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3503550" y="2596777"/>
              <a:ext cx="338120" cy="455329"/>
            </a:xfrm>
            <a:custGeom>
              <a:avLst/>
              <a:gdLst/>
              <a:ahLst/>
              <a:cxnLst/>
              <a:rect l="l" t="t" r="r" b="b"/>
              <a:pathLst>
                <a:path w="338120" h="455329" extrusionOk="0">
                  <a:moveTo>
                    <a:pt x="338120" y="19119"/>
                  </a:moveTo>
                  <a:lnTo>
                    <a:pt x="325651" y="92063"/>
                  </a:lnTo>
                  <a:cubicBezTo>
                    <a:pt x="324404" y="98714"/>
                    <a:pt x="317962" y="103909"/>
                    <a:pt x="311312" y="103909"/>
                  </a:cubicBezTo>
                  <a:lnTo>
                    <a:pt x="190777" y="103909"/>
                  </a:lnTo>
                  <a:cubicBezTo>
                    <a:pt x="169372" y="103909"/>
                    <a:pt x="160851" y="111183"/>
                    <a:pt x="156695" y="133835"/>
                  </a:cubicBezTo>
                  <a:lnTo>
                    <a:pt x="149006" y="177477"/>
                  </a:lnTo>
                  <a:lnTo>
                    <a:pt x="295933" y="177477"/>
                  </a:lnTo>
                  <a:cubicBezTo>
                    <a:pt x="301960" y="177477"/>
                    <a:pt x="306116" y="181633"/>
                    <a:pt x="306116" y="187660"/>
                  </a:cubicBezTo>
                  <a:lnTo>
                    <a:pt x="306116" y="189530"/>
                  </a:lnTo>
                  <a:lnTo>
                    <a:pt x="293647" y="259981"/>
                  </a:lnTo>
                  <a:cubicBezTo>
                    <a:pt x="292400" y="266631"/>
                    <a:pt x="286581" y="271826"/>
                    <a:pt x="279931" y="271826"/>
                  </a:cubicBezTo>
                  <a:lnTo>
                    <a:pt x="133004" y="271826"/>
                  </a:lnTo>
                  <a:lnTo>
                    <a:pt x="124067" y="321287"/>
                  </a:lnTo>
                  <a:cubicBezTo>
                    <a:pt x="123444" y="326067"/>
                    <a:pt x="122821" y="329600"/>
                    <a:pt x="122821" y="333340"/>
                  </a:cubicBezTo>
                  <a:cubicBezTo>
                    <a:pt x="122821" y="347056"/>
                    <a:pt x="130094" y="351213"/>
                    <a:pt x="147343" y="351213"/>
                  </a:cubicBezTo>
                  <a:lnTo>
                    <a:pt x="267878" y="351213"/>
                  </a:lnTo>
                  <a:cubicBezTo>
                    <a:pt x="273904" y="351213"/>
                    <a:pt x="278061" y="355369"/>
                    <a:pt x="278061" y="361396"/>
                  </a:cubicBezTo>
                  <a:lnTo>
                    <a:pt x="278061" y="363266"/>
                  </a:lnTo>
                  <a:lnTo>
                    <a:pt x="264968" y="436003"/>
                  </a:lnTo>
                  <a:cubicBezTo>
                    <a:pt x="263721" y="443068"/>
                    <a:pt x="258942" y="446809"/>
                    <a:pt x="251252" y="448056"/>
                  </a:cubicBezTo>
                  <a:cubicBezTo>
                    <a:pt x="227977" y="450965"/>
                    <a:pt x="191608" y="455330"/>
                    <a:pt x="133627" y="455330"/>
                  </a:cubicBezTo>
                  <a:cubicBezTo>
                    <a:pt x="63800" y="455330"/>
                    <a:pt x="0" y="430184"/>
                    <a:pt x="0" y="352044"/>
                  </a:cubicBezTo>
                  <a:cubicBezTo>
                    <a:pt x="0" y="342484"/>
                    <a:pt x="1247" y="332301"/>
                    <a:pt x="2909" y="321495"/>
                  </a:cubicBezTo>
                  <a:lnTo>
                    <a:pt x="35745" y="134043"/>
                  </a:lnTo>
                  <a:cubicBezTo>
                    <a:pt x="56111" y="13093"/>
                    <a:pt x="127808" y="0"/>
                    <a:pt x="211975" y="0"/>
                  </a:cubicBezTo>
                  <a:cubicBezTo>
                    <a:pt x="269956" y="0"/>
                    <a:pt x="306324" y="4156"/>
                    <a:pt x="328353" y="7066"/>
                  </a:cubicBezTo>
                  <a:cubicBezTo>
                    <a:pt x="335003" y="7689"/>
                    <a:pt x="337912" y="10599"/>
                    <a:pt x="337912" y="16625"/>
                  </a:cubicBezTo>
                  <a:lnTo>
                    <a:pt x="337912" y="18911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3823798" y="2597192"/>
              <a:ext cx="359525" cy="454706"/>
            </a:xfrm>
            <a:custGeom>
              <a:avLst/>
              <a:gdLst/>
              <a:ahLst/>
              <a:cxnLst/>
              <a:rect l="l" t="t" r="r" b="b"/>
              <a:pathLst>
                <a:path w="359525" h="454706" extrusionOk="0">
                  <a:moveTo>
                    <a:pt x="359318" y="25769"/>
                  </a:moveTo>
                  <a:lnTo>
                    <a:pt x="346225" y="100376"/>
                  </a:lnTo>
                  <a:cubicBezTo>
                    <a:pt x="344978" y="107026"/>
                    <a:pt x="340199" y="111598"/>
                    <a:pt x="333756" y="111598"/>
                  </a:cubicBezTo>
                  <a:lnTo>
                    <a:pt x="332509" y="111598"/>
                  </a:lnTo>
                  <a:cubicBezTo>
                    <a:pt x="308610" y="109728"/>
                    <a:pt x="241069" y="103909"/>
                    <a:pt x="198259" y="103909"/>
                  </a:cubicBezTo>
                  <a:cubicBezTo>
                    <a:pt x="181633" y="103909"/>
                    <a:pt x="164176" y="109312"/>
                    <a:pt x="164176" y="129055"/>
                  </a:cubicBezTo>
                  <a:cubicBezTo>
                    <a:pt x="164176" y="137368"/>
                    <a:pt x="170203" y="142771"/>
                    <a:pt x="190362" y="154825"/>
                  </a:cubicBezTo>
                  <a:lnTo>
                    <a:pt x="263306" y="197843"/>
                  </a:lnTo>
                  <a:cubicBezTo>
                    <a:pt x="306324" y="222989"/>
                    <a:pt x="322950" y="255824"/>
                    <a:pt x="322950" y="297596"/>
                  </a:cubicBezTo>
                  <a:cubicBezTo>
                    <a:pt x="322950" y="409194"/>
                    <a:pt x="229224" y="454706"/>
                    <a:pt x="127808" y="454706"/>
                  </a:cubicBezTo>
                  <a:cubicBezTo>
                    <a:pt x="78763" y="454706"/>
                    <a:pt x="40732" y="448056"/>
                    <a:pt x="10183" y="439120"/>
                  </a:cubicBezTo>
                  <a:cubicBezTo>
                    <a:pt x="4780" y="437249"/>
                    <a:pt x="0" y="434340"/>
                    <a:pt x="0" y="428937"/>
                  </a:cubicBezTo>
                  <a:lnTo>
                    <a:pt x="0" y="427066"/>
                  </a:lnTo>
                  <a:lnTo>
                    <a:pt x="12469" y="353707"/>
                  </a:lnTo>
                  <a:cubicBezTo>
                    <a:pt x="13716" y="347056"/>
                    <a:pt x="19119" y="341861"/>
                    <a:pt x="26185" y="341861"/>
                  </a:cubicBezTo>
                  <a:lnTo>
                    <a:pt x="27432" y="341861"/>
                  </a:lnTo>
                  <a:cubicBezTo>
                    <a:pt x="51955" y="344147"/>
                    <a:pt x="115131" y="350797"/>
                    <a:pt x="146928" y="350797"/>
                  </a:cubicBezTo>
                  <a:cubicBezTo>
                    <a:pt x="170827" y="350797"/>
                    <a:pt x="190569" y="342484"/>
                    <a:pt x="190569" y="315676"/>
                  </a:cubicBezTo>
                  <a:cubicBezTo>
                    <a:pt x="190569" y="306740"/>
                    <a:pt x="184543" y="300089"/>
                    <a:pt x="167294" y="288867"/>
                  </a:cubicBezTo>
                  <a:lnTo>
                    <a:pt x="90193" y="238160"/>
                  </a:lnTo>
                  <a:cubicBezTo>
                    <a:pt x="55488" y="215507"/>
                    <a:pt x="38862" y="176645"/>
                    <a:pt x="38862" y="139654"/>
                  </a:cubicBezTo>
                  <a:cubicBezTo>
                    <a:pt x="38862" y="32212"/>
                    <a:pt x="123028" y="0"/>
                    <a:pt x="218001" y="0"/>
                  </a:cubicBezTo>
                  <a:cubicBezTo>
                    <a:pt x="265176" y="0"/>
                    <a:pt x="327314" y="7689"/>
                    <a:pt x="350589" y="14963"/>
                  </a:cubicBezTo>
                  <a:cubicBezTo>
                    <a:pt x="355369" y="16833"/>
                    <a:pt x="359526" y="19119"/>
                    <a:pt x="359526" y="24523"/>
                  </a:cubicBezTo>
                  <a:lnTo>
                    <a:pt x="359526" y="2639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4511645" y="2602180"/>
              <a:ext cx="75824" cy="106402"/>
            </a:xfrm>
            <a:custGeom>
              <a:avLst/>
              <a:gdLst/>
              <a:ahLst/>
              <a:cxnLst/>
              <a:rect l="l" t="t" r="r" b="b"/>
              <a:pathLst>
                <a:path w="75824" h="106402" extrusionOk="0">
                  <a:moveTo>
                    <a:pt x="73807" y="1455"/>
                  </a:moveTo>
                  <a:cubicBezTo>
                    <a:pt x="75677" y="1663"/>
                    <a:pt x="76093" y="2078"/>
                    <a:pt x="75677" y="3949"/>
                  </a:cubicBezTo>
                  <a:lnTo>
                    <a:pt x="74638" y="9975"/>
                  </a:lnTo>
                  <a:cubicBezTo>
                    <a:pt x="74430" y="11638"/>
                    <a:pt x="73807" y="12469"/>
                    <a:pt x="71521" y="12261"/>
                  </a:cubicBezTo>
                  <a:cubicBezTo>
                    <a:pt x="65286" y="11846"/>
                    <a:pt x="55519" y="11430"/>
                    <a:pt x="47206" y="11430"/>
                  </a:cubicBezTo>
                  <a:cubicBezTo>
                    <a:pt x="35776" y="11430"/>
                    <a:pt x="23931" y="13300"/>
                    <a:pt x="23931" y="25769"/>
                  </a:cubicBezTo>
                  <a:cubicBezTo>
                    <a:pt x="23931" y="32420"/>
                    <a:pt x="27256" y="35953"/>
                    <a:pt x="36400" y="42187"/>
                  </a:cubicBezTo>
                  <a:lnTo>
                    <a:pt x="47830" y="49876"/>
                  </a:lnTo>
                  <a:cubicBezTo>
                    <a:pt x="60922" y="58605"/>
                    <a:pt x="65494" y="66086"/>
                    <a:pt x="65494" y="76269"/>
                  </a:cubicBezTo>
                  <a:cubicBezTo>
                    <a:pt x="65494" y="96220"/>
                    <a:pt x="48661" y="106403"/>
                    <a:pt x="26217" y="106403"/>
                  </a:cubicBezTo>
                  <a:cubicBezTo>
                    <a:pt x="18527" y="106403"/>
                    <a:pt x="8344" y="105364"/>
                    <a:pt x="2317" y="104325"/>
                  </a:cubicBezTo>
                  <a:cubicBezTo>
                    <a:pt x="655" y="104117"/>
                    <a:pt x="-176" y="103493"/>
                    <a:pt x="31" y="101831"/>
                  </a:cubicBezTo>
                  <a:lnTo>
                    <a:pt x="1071" y="96220"/>
                  </a:lnTo>
                  <a:cubicBezTo>
                    <a:pt x="1278" y="94142"/>
                    <a:pt x="1902" y="93726"/>
                    <a:pt x="4396" y="93934"/>
                  </a:cubicBezTo>
                  <a:cubicBezTo>
                    <a:pt x="10630" y="94557"/>
                    <a:pt x="21021" y="94765"/>
                    <a:pt x="27463" y="94765"/>
                  </a:cubicBezTo>
                  <a:cubicBezTo>
                    <a:pt x="42634" y="94765"/>
                    <a:pt x="51986" y="89570"/>
                    <a:pt x="51986" y="76269"/>
                  </a:cubicBezTo>
                  <a:cubicBezTo>
                    <a:pt x="51986" y="69619"/>
                    <a:pt x="48245" y="66086"/>
                    <a:pt x="38478" y="59436"/>
                  </a:cubicBezTo>
                  <a:lnTo>
                    <a:pt x="26217" y="51123"/>
                  </a:lnTo>
                  <a:cubicBezTo>
                    <a:pt x="16657" y="44681"/>
                    <a:pt x="10838" y="36576"/>
                    <a:pt x="10838" y="26601"/>
                  </a:cubicBezTo>
                  <a:cubicBezTo>
                    <a:pt x="10838" y="7066"/>
                    <a:pt x="27879" y="0"/>
                    <a:pt x="46998" y="0"/>
                  </a:cubicBezTo>
                  <a:cubicBezTo>
                    <a:pt x="55311" y="0"/>
                    <a:pt x="68196" y="831"/>
                    <a:pt x="73391" y="166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4588569" y="2628988"/>
              <a:ext cx="65670" cy="79178"/>
            </a:xfrm>
            <a:custGeom>
              <a:avLst/>
              <a:gdLst/>
              <a:ahLst/>
              <a:cxnLst/>
              <a:rect l="l" t="t" r="r" b="b"/>
              <a:pathLst>
                <a:path w="65670" h="79178" extrusionOk="0">
                  <a:moveTo>
                    <a:pt x="64424" y="34706"/>
                  </a:moveTo>
                  <a:lnTo>
                    <a:pt x="63385" y="40525"/>
                  </a:lnTo>
                  <a:cubicBezTo>
                    <a:pt x="62969" y="42395"/>
                    <a:pt x="62345" y="43642"/>
                    <a:pt x="60267" y="43642"/>
                  </a:cubicBezTo>
                  <a:lnTo>
                    <a:pt x="12885" y="43642"/>
                  </a:lnTo>
                  <a:lnTo>
                    <a:pt x="12885" y="45304"/>
                  </a:lnTo>
                  <a:cubicBezTo>
                    <a:pt x="12053" y="48629"/>
                    <a:pt x="11846" y="51331"/>
                    <a:pt x="11846" y="53825"/>
                  </a:cubicBezTo>
                  <a:cubicBezTo>
                    <a:pt x="11846" y="64424"/>
                    <a:pt x="18496" y="68788"/>
                    <a:pt x="29302" y="68788"/>
                  </a:cubicBezTo>
                  <a:cubicBezTo>
                    <a:pt x="37407" y="68788"/>
                    <a:pt x="46967" y="67749"/>
                    <a:pt x="53617" y="66917"/>
                  </a:cubicBezTo>
                  <a:cubicBezTo>
                    <a:pt x="55695" y="66710"/>
                    <a:pt x="56527" y="66917"/>
                    <a:pt x="56319" y="68788"/>
                  </a:cubicBezTo>
                  <a:lnTo>
                    <a:pt x="55488" y="73568"/>
                  </a:lnTo>
                  <a:cubicBezTo>
                    <a:pt x="55280" y="75646"/>
                    <a:pt x="54448" y="76477"/>
                    <a:pt x="52162" y="76893"/>
                  </a:cubicBezTo>
                  <a:cubicBezTo>
                    <a:pt x="43850" y="78347"/>
                    <a:pt x="36992" y="79179"/>
                    <a:pt x="27640" y="79179"/>
                  </a:cubicBezTo>
                  <a:cubicBezTo>
                    <a:pt x="13716" y="79179"/>
                    <a:pt x="0" y="72113"/>
                    <a:pt x="0" y="53201"/>
                  </a:cubicBezTo>
                  <a:cubicBezTo>
                    <a:pt x="0" y="50500"/>
                    <a:pt x="208" y="47590"/>
                    <a:pt x="831" y="44473"/>
                  </a:cubicBezTo>
                  <a:lnTo>
                    <a:pt x="2702" y="34706"/>
                  </a:lnTo>
                  <a:cubicBezTo>
                    <a:pt x="6858" y="12261"/>
                    <a:pt x="19951" y="0"/>
                    <a:pt x="39901" y="0"/>
                  </a:cubicBezTo>
                  <a:cubicBezTo>
                    <a:pt x="57358" y="0"/>
                    <a:pt x="65671" y="11430"/>
                    <a:pt x="65671" y="26185"/>
                  </a:cubicBezTo>
                  <a:cubicBezTo>
                    <a:pt x="65671" y="28887"/>
                    <a:pt x="65463" y="31588"/>
                    <a:pt x="64839" y="34706"/>
                  </a:cubicBezTo>
                  <a:moveTo>
                    <a:pt x="37615" y="10807"/>
                  </a:moveTo>
                  <a:cubicBezTo>
                    <a:pt x="25354" y="10807"/>
                    <a:pt x="17249" y="20574"/>
                    <a:pt x="14755" y="33459"/>
                  </a:cubicBezTo>
                  <a:lnTo>
                    <a:pt x="14755" y="34082"/>
                  </a:lnTo>
                  <a:cubicBezTo>
                    <a:pt x="14755" y="34082"/>
                    <a:pt x="51955" y="34082"/>
                    <a:pt x="51955" y="34082"/>
                  </a:cubicBezTo>
                  <a:lnTo>
                    <a:pt x="51955" y="33459"/>
                  </a:lnTo>
                  <a:cubicBezTo>
                    <a:pt x="52578" y="30549"/>
                    <a:pt x="52994" y="28055"/>
                    <a:pt x="52994" y="25769"/>
                  </a:cubicBezTo>
                  <a:cubicBezTo>
                    <a:pt x="52994" y="15794"/>
                    <a:pt x="47798" y="10807"/>
                    <a:pt x="37823" y="1080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4658780" y="2629196"/>
              <a:ext cx="47326" cy="78347"/>
            </a:xfrm>
            <a:custGeom>
              <a:avLst/>
              <a:gdLst/>
              <a:ahLst/>
              <a:cxnLst/>
              <a:rect l="l" t="t" r="r" b="b"/>
              <a:pathLst>
                <a:path w="47326" h="78347" extrusionOk="0">
                  <a:moveTo>
                    <a:pt x="12293" y="75438"/>
                  </a:moveTo>
                  <a:cubicBezTo>
                    <a:pt x="12085" y="76893"/>
                    <a:pt x="10423" y="78347"/>
                    <a:pt x="8968" y="78347"/>
                  </a:cubicBezTo>
                  <a:lnTo>
                    <a:pt x="2110" y="78347"/>
                  </a:lnTo>
                  <a:cubicBezTo>
                    <a:pt x="655" y="78347"/>
                    <a:pt x="-176" y="76893"/>
                    <a:pt x="32" y="75438"/>
                  </a:cubicBezTo>
                  <a:lnTo>
                    <a:pt x="12501" y="3741"/>
                  </a:lnTo>
                  <a:cubicBezTo>
                    <a:pt x="12709" y="2286"/>
                    <a:pt x="14163" y="831"/>
                    <a:pt x="15618" y="831"/>
                  </a:cubicBezTo>
                  <a:lnTo>
                    <a:pt x="22268" y="831"/>
                  </a:lnTo>
                  <a:cubicBezTo>
                    <a:pt x="23931" y="831"/>
                    <a:pt x="24554" y="2286"/>
                    <a:pt x="24346" y="3741"/>
                  </a:cubicBezTo>
                  <a:lnTo>
                    <a:pt x="23723" y="7066"/>
                  </a:lnTo>
                  <a:cubicBezTo>
                    <a:pt x="31412" y="1247"/>
                    <a:pt x="38062" y="0"/>
                    <a:pt x="44505" y="0"/>
                  </a:cubicBezTo>
                  <a:lnTo>
                    <a:pt x="44712" y="0"/>
                  </a:lnTo>
                  <a:cubicBezTo>
                    <a:pt x="46998" y="0"/>
                    <a:pt x="47622" y="1039"/>
                    <a:pt x="47206" y="2494"/>
                  </a:cubicBezTo>
                  <a:lnTo>
                    <a:pt x="46167" y="8313"/>
                  </a:lnTo>
                  <a:cubicBezTo>
                    <a:pt x="45959" y="9767"/>
                    <a:pt x="44712" y="10807"/>
                    <a:pt x="42842" y="10807"/>
                  </a:cubicBezTo>
                  <a:lnTo>
                    <a:pt x="42427" y="10807"/>
                  </a:lnTo>
                  <a:cubicBezTo>
                    <a:pt x="34529" y="10807"/>
                    <a:pt x="29126" y="12261"/>
                    <a:pt x="22268" y="16625"/>
                  </a:cubicBezTo>
                  <a:lnTo>
                    <a:pt x="12085" y="75646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4711783" y="2630027"/>
              <a:ext cx="64238" cy="78139"/>
            </a:xfrm>
            <a:custGeom>
              <a:avLst/>
              <a:gdLst/>
              <a:ahLst/>
              <a:cxnLst/>
              <a:rect l="l" t="t" r="r" b="b"/>
              <a:pathLst>
                <a:path w="64238" h="78139" extrusionOk="0">
                  <a:moveTo>
                    <a:pt x="63407" y="3325"/>
                  </a:moveTo>
                  <a:lnTo>
                    <a:pt x="34105" y="67125"/>
                  </a:lnTo>
                  <a:cubicBezTo>
                    <a:pt x="29949" y="76061"/>
                    <a:pt x="24130" y="78140"/>
                    <a:pt x="18518" y="78140"/>
                  </a:cubicBezTo>
                  <a:cubicBezTo>
                    <a:pt x="12907" y="78140"/>
                    <a:pt x="7920" y="75854"/>
                    <a:pt x="6881" y="67125"/>
                  </a:cubicBezTo>
                  <a:lnTo>
                    <a:pt x="23" y="3325"/>
                  </a:lnTo>
                  <a:cubicBezTo>
                    <a:pt x="-185" y="831"/>
                    <a:pt x="1062" y="0"/>
                    <a:pt x="2724" y="0"/>
                  </a:cubicBezTo>
                  <a:lnTo>
                    <a:pt x="9998" y="0"/>
                  </a:lnTo>
                  <a:cubicBezTo>
                    <a:pt x="11245" y="0"/>
                    <a:pt x="12076" y="831"/>
                    <a:pt x="12284" y="2702"/>
                  </a:cubicBezTo>
                  <a:lnTo>
                    <a:pt x="17272" y="63800"/>
                  </a:lnTo>
                  <a:cubicBezTo>
                    <a:pt x="17479" y="67333"/>
                    <a:pt x="18518" y="68164"/>
                    <a:pt x="19973" y="68164"/>
                  </a:cubicBezTo>
                  <a:cubicBezTo>
                    <a:pt x="21220" y="68164"/>
                    <a:pt x="22467" y="67333"/>
                    <a:pt x="24130" y="63800"/>
                  </a:cubicBezTo>
                  <a:lnTo>
                    <a:pt x="50730" y="2702"/>
                  </a:lnTo>
                  <a:cubicBezTo>
                    <a:pt x="51562" y="831"/>
                    <a:pt x="52185" y="0"/>
                    <a:pt x="54471" y="0"/>
                  </a:cubicBezTo>
                  <a:lnTo>
                    <a:pt x="62368" y="0"/>
                  </a:lnTo>
                  <a:cubicBezTo>
                    <a:pt x="63615" y="0"/>
                    <a:pt x="64239" y="623"/>
                    <a:pt x="64239" y="1663"/>
                  </a:cubicBezTo>
                  <a:cubicBezTo>
                    <a:pt x="64239" y="2286"/>
                    <a:pt x="64239" y="2702"/>
                    <a:pt x="63823" y="332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4775775" y="2600725"/>
              <a:ext cx="30417" cy="106818"/>
            </a:xfrm>
            <a:custGeom>
              <a:avLst/>
              <a:gdLst/>
              <a:ahLst/>
              <a:cxnLst/>
              <a:rect l="l" t="t" r="r" b="b"/>
              <a:pathLst>
                <a:path w="30417" h="106818" extrusionOk="0">
                  <a:moveTo>
                    <a:pt x="22483" y="29302"/>
                  </a:moveTo>
                  <a:cubicBezTo>
                    <a:pt x="24145" y="29302"/>
                    <a:pt x="25184" y="29926"/>
                    <a:pt x="24769" y="32212"/>
                  </a:cubicBezTo>
                  <a:lnTo>
                    <a:pt x="12300" y="103909"/>
                  </a:lnTo>
                  <a:cubicBezTo>
                    <a:pt x="12092" y="105364"/>
                    <a:pt x="11260" y="106819"/>
                    <a:pt x="8974" y="106819"/>
                  </a:cubicBezTo>
                  <a:lnTo>
                    <a:pt x="2324" y="106819"/>
                  </a:lnTo>
                  <a:cubicBezTo>
                    <a:pt x="454" y="106819"/>
                    <a:pt x="-170" y="105364"/>
                    <a:pt x="38" y="103909"/>
                  </a:cubicBezTo>
                  <a:lnTo>
                    <a:pt x="12507" y="32212"/>
                  </a:lnTo>
                  <a:cubicBezTo>
                    <a:pt x="12923" y="29718"/>
                    <a:pt x="14378" y="29302"/>
                    <a:pt x="15832" y="29302"/>
                  </a:cubicBezTo>
                  <a:lnTo>
                    <a:pt x="22690" y="29302"/>
                  </a:lnTo>
                  <a:close/>
                  <a:moveTo>
                    <a:pt x="28094" y="0"/>
                  </a:moveTo>
                  <a:cubicBezTo>
                    <a:pt x="29964" y="0"/>
                    <a:pt x="30588" y="831"/>
                    <a:pt x="30380" y="2909"/>
                  </a:cubicBezTo>
                  <a:lnTo>
                    <a:pt x="28301" y="14132"/>
                  </a:lnTo>
                  <a:cubicBezTo>
                    <a:pt x="27886" y="16210"/>
                    <a:pt x="27262" y="17041"/>
                    <a:pt x="24976" y="17041"/>
                  </a:cubicBezTo>
                  <a:lnTo>
                    <a:pt x="17703" y="17041"/>
                  </a:lnTo>
                  <a:cubicBezTo>
                    <a:pt x="15625" y="17041"/>
                    <a:pt x="15209" y="15586"/>
                    <a:pt x="15417" y="14132"/>
                  </a:cubicBezTo>
                  <a:lnTo>
                    <a:pt x="17495" y="2909"/>
                  </a:lnTo>
                  <a:cubicBezTo>
                    <a:pt x="17703" y="1455"/>
                    <a:pt x="18742" y="0"/>
                    <a:pt x="20820" y="0"/>
                  </a:cubicBezTo>
                  <a:lnTo>
                    <a:pt x="28094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4806986" y="2628780"/>
              <a:ext cx="58189" cy="104948"/>
            </a:xfrm>
            <a:custGeom>
              <a:avLst/>
              <a:gdLst/>
              <a:ahLst/>
              <a:cxnLst/>
              <a:rect l="l" t="t" r="r" b="b"/>
              <a:pathLst>
                <a:path w="58189" h="104948" extrusionOk="0">
                  <a:moveTo>
                    <a:pt x="57981" y="4988"/>
                  </a:moveTo>
                  <a:lnTo>
                    <a:pt x="57150" y="9975"/>
                  </a:lnTo>
                  <a:cubicBezTo>
                    <a:pt x="56942" y="11430"/>
                    <a:pt x="55487" y="12053"/>
                    <a:pt x="54241" y="12053"/>
                  </a:cubicBezTo>
                  <a:lnTo>
                    <a:pt x="53825" y="12053"/>
                  </a:lnTo>
                  <a:cubicBezTo>
                    <a:pt x="47798" y="11430"/>
                    <a:pt x="43642" y="11014"/>
                    <a:pt x="36784" y="11014"/>
                  </a:cubicBezTo>
                  <a:cubicBezTo>
                    <a:pt x="25562" y="11014"/>
                    <a:pt x="17457" y="19951"/>
                    <a:pt x="14963" y="34290"/>
                  </a:cubicBezTo>
                  <a:lnTo>
                    <a:pt x="13092" y="45304"/>
                  </a:lnTo>
                  <a:cubicBezTo>
                    <a:pt x="12469" y="48629"/>
                    <a:pt x="12261" y="51123"/>
                    <a:pt x="12261" y="53825"/>
                  </a:cubicBezTo>
                  <a:cubicBezTo>
                    <a:pt x="12261" y="64424"/>
                    <a:pt x="17249" y="68788"/>
                    <a:pt x="26393" y="68788"/>
                  </a:cubicBezTo>
                  <a:cubicBezTo>
                    <a:pt x="33251" y="68788"/>
                    <a:pt x="38031" y="68580"/>
                    <a:pt x="44058" y="67749"/>
                  </a:cubicBezTo>
                  <a:lnTo>
                    <a:pt x="44473" y="67749"/>
                  </a:lnTo>
                  <a:cubicBezTo>
                    <a:pt x="45512" y="67749"/>
                    <a:pt x="46551" y="68372"/>
                    <a:pt x="46551" y="69411"/>
                  </a:cubicBezTo>
                  <a:lnTo>
                    <a:pt x="46551" y="69827"/>
                  </a:lnTo>
                  <a:lnTo>
                    <a:pt x="45720" y="74815"/>
                  </a:lnTo>
                  <a:cubicBezTo>
                    <a:pt x="45512" y="76893"/>
                    <a:pt x="44473" y="77516"/>
                    <a:pt x="42395" y="77932"/>
                  </a:cubicBezTo>
                  <a:cubicBezTo>
                    <a:pt x="37615" y="78763"/>
                    <a:pt x="31173" y="79387"/>
                    <a:pt x="24523" y="79387"/>
                  </a:cubicBezTo>
                  <a:cubicBezTo>
                    <a:pt x="8105" y="79387"/>
                    <a:pt x="0" y="67957"/>
                    <a:pt x="0" y="52994"/>
                  </a:cubicBezTo>
                  <a:cubicBezTo>
                    <a:pt x="0" y="50500"/>
                    <a:pt x="208" y="48006"/>
                    <a:pt x="623" y="45304"/>
                  </a:cubicBezTo>
                  <a:lnTo>
                    <a:pt x="2494" y="34290"/>
                  </a:lnTo>
                  <a:cubicBezTo>
                    <a:pt x="6235" y="11430"/>
                    <a:pt x="19327" y="0"/>
                    <a:pt x="38446" y="0"/>
                  </a:cubicBezTo>
                  <a:cubicBezTo>
                    <a:pt x="45097" y="0"/>
                    <a:pt x="51331" y="831"/>
                    <a:pt x="55695" y="1455"/>
                  </a:cubicBezTo>
                  <a:cubicBezTo>
                    <a:pt x="57358" y="1663"/>
                    <a:pt x="58189" y="2286"/>
                    <a:pt x="58189" y="3533"/>
                  </a:cubicBezTo>
                  <a:cubicBezTo>
                    <a:pt x="58189" y="3741"/>
                    <a:pt x="58189" y="4156"/>
                    <a:pt x="58189" y="4572"/>
                  </a:cubicBezTo>
                  <a:moveTo>
                    <a:pt x="31381" y="85205"/>
                  </a:moveTo>
                  <a:lnTo>
                    <a:pt x="12261" y="102870"/>
                  </a:lnTo>
                  <a:cubicBezTo>
                    <a:pt x="10806" y="104325"/>
                    <a:pt x="10391" y="104948"/>
                    <a:pt x="8728" y="104948"/>
                  </a:cubicBezTo>
                  <a:lnTo>
                    <a:pt x="1247" y="104948"/>
                  </a:lnTo>
                  <a:cubicBezTo>
                    <a:pt x="1247" y="104948"/>
                    <a:pt x="208" y="104740"/>
                    <a:pt x="208" y="104117"/>
                  </a:cubicBezTo>
                  <a:cubicBezTo>
                    <a:pt x="208" y="103701"/>
                    <a:pt x="416" y="103078"/>
                    <a:pt x="1039" y="102662"/>
                  </a:cubicBezTo>
                  <a:lnTo>
                    <a:pt x="17872" y="85205"/>
                  </a:lnTo>
                  <a:cubicBezTo>
                    <a:pt x="19327" y="83751"/>
                    <a:pt x="19951" y="83127"/>
                    <a:pt x="21613" y="83127"/>
                  </a:cubicBezTo>
                  <a:lnTo>
                    <a:pt x="30965" y="83127"/>
                  </a:lnTo>
                  <a:cubicBezTo>
                    <a:pt x="30965" y="83127"/>
                    <a:pt x="32420" y="83335"/>
                    <a:pt x="32420" y="83959"/>
                  </a:cubicBezTo>
                  <a:cubicBezTo>
                    <a:pt x="32420" y="84166"/>
                    <a:pt x="32420" y="84582"/>
                    <a:pt x="31796" y="8520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4862058" y="2629196"/>
              <a:ext cx="65670" cy="79178"/>
            </a:xfrm>
            <a:custGeom>
              <a:avLst/>
              <a:gdLst/>
              <a:ahLst/>
              <a:cxnLst/>
              <a:rect l="l" t="t" r="r" b="b"/>
              <a:pathLst>
                <a:path w="65670" h="79178" extrusionOk="0">
                  <a:moveTo>
                    <a:pt x="65255" y="34290"/>
                  </a:moveTo>
                  <a:lnTo>
                    <a:pt x="63384" y="44889"/>
                  </a:lnTo>
                  <a:cubicBezTo>
                    <a:pt x="59852" y="66294"/>
                    <a:pt x="48214" y="79179"/>
                    <a:pt x="25977" y="79179"/>
                  </a:cubicBezTo>
                  <a:cubicBezTo>
                    <a:pt x="9144" y="79179"/>
                    <a:pt x="0" y="68164"/>
                    <a:pt x="0" y="52578"/>
                  </a:cubicBezTo>
                  <a:cubicBezTo>
                    <a:pt x="0" y="50084"/>
                    <a:pt x="208" y="47590"/>
                    <a:pt x="623" y="44889"/>
                  </a:cubicBezTo>
                  <a:lnTo>
                    <a:pt x="2494" y="34290"/>
                  </a:lnTo>
                  <a:cubicBezTo>
                    <a:pt x="6442" y="11430"/>
                    <a:pt x="18911" y="0"/>
                    <a:pt x="39693" y="0"/>
                  </a:cubicBezTo>
                  <a:cubicBezTo>
                    <a:pt x="56942" y="0"/>
                    <a:pt x="65670" y="11014"/>
                    <a:pt x="65670" y="26393"/>
                  </a:cubicBezTo>
                  <a:cubicBezTo>
                    <a:pt x="65670" y="28887"/>
                    <a:pt x="65463" y="31588"/>
                    <a:pt x="65047" y="34290"/>
                  </a:cubicBezTo>
                  <a:moveTo>
                    <a:pt x="38238" y="10599"/>
                  </a:moveTo>
                  <a:cubicBezTo>
                    <a:pt x="25977" y="10599"/>
                    <a:pt x="17457" y="19743"/>
                    <a:pt x="15171" y="34082"/>
                  </a:cubicBezTo>
                  <a:lnTo>
                    <a:pt x="13300" y="44681"/>
                  </a:lnTo>
                  <a:cubicBezTo>
                    <a:pt x="12677" y="47798"/>
                    <a:pt x="12469" y="50500"/>
                    <a:pt x="12469" y="52994"/>
                  </a:cubicBezTo>
                  <a:cubicBezTo>
                    <a:pt x="12469" y="62969"/>
                    <a:pt x="17041" y="68164"/>
                    <a:pt x="27848" y="68164"/>
                  </a:cubicBezTo>
                  <a:cubicBezTo>
                    <a:pt x="40317" y="68164"/>
                    <a:pt x="48629" y="58397"/>
                    <a:pt x="51123" y="44681"/>
                  </a:cubicBezTo>
                  <a:lnTo>
                    <a:pt x="52994" y="34082"/>
                  </a:lnTo>
                  <a:cubicBezTo>
                    <a:pt x="53617" y="31173"/>
                    <a:pt x="53617" y="28471"/>
                    <a:pt x="53617" y="25977"/>
                  </a:cubicBezTo>
                  <a:cubicBezTo>
                    <a:pt x="53617" y="15794"/>
                    <a:pt x="49045" y="10391"/>
                    <a:pt x="38238" y="10391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4483590" y="2770928"/>
              <a:ext cx="75616" cy="106402"/>
            </a:xfrm>
            <a:custGeom>
              <a:avLst/>
              <a:gdLst/>
              <a:ahLst/>
              <a:cxnLst/>
              <a:rect l="l" t="t" r="r" b="b"/>
              <a:pathLst>
                <a:path w="75616" h="106402" extrusionOk="0">
                  <a:moveTo>
                    <a:pt x="73599" y="1455"/>
                  </a:moveTo>
                  <a:cubicBezTo>
                    <a:pt x="75469" y="1663"/>
                    <a:pt x="75885" y="2078"/>
                    <a:pt x="75469" y="3949"/>
                  </a:cubicBezTo>
                  <a:lnTo>
                    <a:pt x="74430" y="9975"/>
                  </a:lnTo>
                  <a:cubicBezTo>
                    <a:pt x="74223" y="11638"/>
                    <a:pt x="73807" y="12469"/>
                    <a:pt x="71313" y="12261"/>
                  </a:cubicBezTo>
                  <a:cubicBezTo>
                    <a:pt x="65078" y="11846"/>
                    <a:pt x="55311" y="11430"/>
                    <a:pt x="46998" y="11430"/>
                  </a:cubicBezTo>
                  <a:cubicBezTo>
                    <a:pt x="35568" y="11430"/>
                    <a:pt x="23723" y="13300"/>
                    <a:pt x="23723" y="25769"/>
                  </a:cubicBezTo>
                  <a:cubicBezTo>
                    <a:pt x="23723" y="32420"/>
                    <a:pt x="27048" y="35953"/>
                    <a:pt x="36192" y="42187"/>
                  </a:cubicBezTo>
                  <a:lnTo>
                    <a:pt x="47829" y="49876"/>
                  </a:lnTo>
                  <a:cubicBezTo>
                    <a:pt x="60922" y="58605"/>
                    <a:pt x="65494" y="66086"/>
                    <a:pt x="65494" y="76269"/>
                  </a:cubicBezTo>
                  <a:cubicBezTo>
                    <a:pt x="65494" y="96012"/>
                    <a:pt x="48661" y="106403"/>
                    <a:pt x="26216" y="106403"/>
                  </a:cubicBezTo>
                  <a:cubicBezTo>
                    <a:pt x="18527" y="106403"/>
                    <a:pt x="8344" y="105364"/>
                    <a:pt x="2317" y="104325"/>
                  </a:cubicBezTo>
                  <a:cubicBezTo>
                    <a:pt x="655" y="104117"/>
                    <a:pt x="-176" y="103493"/>
                    <a:pt x="31" y="101831"/>
                  </a:cubicBezTo>
                  <a:lnTo>
                    <a:pt x="1070" y="96220"/>
                  </a:lnTo>
                  <a:cubicBezTo>
                    <a:pt x="1278" y="94142"/>
                    <a:pt x="1902" y="93726"/>
                    <a:pt x="4188" y="93934"/>
                  </a:cubicBezTo>
                  <a:cubicBezTo>
                    <a:pt x="10422" y="94557"/>
                    <a:pt x="20813" y="94765"/>
                    <a:pt x="27256" y="94765"/>
                  </a:cubicBezTo>
                  <a:cubicBezTo>
                    <a:pt x="42426" y="94765"/>
                    <a:pt x="51778" y="89570"/>
                    <a:pt x="51778" y="76269"/>
                  </a:cubicBezTo>
                  <a:cubicBezTo>
                    <a:pt x="51778" y="69619"/>
                    <a:pt x="48037" y="66086"/>
                    <a:pt x="38270" y="59436"/>
                  </a:cubicBezTo>
                  <a:lnTo>
                    <a:pt x="26009" y="51123"/>
                  </a:lnTo>
                  <a:cubicBezTo>
                    <a:pt x="16449" y="44681"/>
                    <a:pt x="10630" y="36576"/>
                    <a:pt x="10630" y="26601"/>
                  </a:cubicBezTo>
                  <a:cubicBezTo>
                    <a:pt x="10630" y="7066"/>
                    <a:pt x="27671" y="0"/>
                    <a:pt x="46790" y="0"/>
                  </a:cubicBezTo>
                  <a:cubicBezTo>
                    <a:pt x="55103" y="0"/>
                    <a:pt x="67988" y="831"/>
                    <a:pt x="73183" y="166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4559682" y="2797945"/>
              <a:ext cx="65670" cy="79178"/>
            </a:xfrm>
            <a:custGeom>
              <a:avLst/>
              <a:gdLst/>
              <a:ahLst/>
              <a:cxnLst/>
              <a:rect l="l" t="t" r="r" b="b"/>
              <a:pathLst>
                <a:path w="65670" h="79178" extrusionOk="0">
                  <a:moveTo>
                    <a:pt x="65255" y="34290"/>
                  </a:moveTo>
                  <a:lnTo>
                    <a:pt x="63385" y="44889"/>
                  </a:lnTo>
                  <a:cubicBezTo>
                    <a:pt x="59852" y="66294"/>
                    <a:pt x="48214" y="79179"/>
                    <a:pt x="25977" y="79179"/>
                  </a:cubicBezTo>
                  <a:cubicBezTo>
                    <a:pt x="9144" y="79179"/>
                    <a:pt x="0" y="68164"/>
                    <a:pt x="0" y="52578"/>
                  </a:cubicBezTo>
                  <a:cubicBezTo>
                    <a:pt x="0" y="50084"/>
                    <a:pt x="208" y="47590"/>
                    <a:pt x="623" y="44889"/>
                  </a:cubicBezTo>
                  <a:lnTo>
                    <a:pt x="2494" y="34290"/>
                  </a:lnTo>
                  <a:cubicBezTo>
                    <a:pt x="6442" y="11430"/>
                    <a:pt x="18912" y="0"/>
                    <a:pt x="39693" y="0"/>
                  </a:cubicBezTo>
                  <a:cubicBezTo>
                    <a:pt x="56942" y="0"/>
                    <a:pt x="65671" y="11014"/>
                    <a:pt x="65671" y="26393"/>
                  </a:cubicBezTo>
                  <a:cubicBezTo>
                    <a:pt x="65671" y="28887"/>
                    <a:pt x="65463" y="31588"/>
                    <a:pt x="65047" y="34290"/>
                  </a:cubicBezTo>
                  <a:moveTo>
                    <a:pt x="38031" y="10807"/>
                  </a:moveTo>
                  <a:cubicBezTo>
                    <a:pt x="25770" y="10807"/>
                    <a:pt x="17249" y="19951"/>
                    <a:pt x="14963" y="34290"/>
                  </a:cubicBezTo>
                  <a:lnTo>
                    <a:pt x="13093" y="44889"/>
                  </a:lnTo>
                  <a:cubicBezTo>
                    <a:pt x="12469" y="48006"/>
                    <a:pt x="12261" y="50708"/>
                    <a:pt x="12261" y="53201"/>
                  </a:cubicBezTo>
                  <a:cubicBezTo>
                    <a:pt x="12261" y="63177"/>
                    <a:pt x="16833" y="68372"/>
                    <a:pt x="27640" y="68372"/>
                  </a:cubicBezTo>
                  <a:cubicBezTo>
                    <a:pt x="40109" y="68372"/>
                    <a:pt x="48422" y="58605"/>
                    <a:pt x="50916" y="44889"/>
                  </a:cubicBezTo>
                  <a:lnTo>
                    <a:pt x="52786" y="34290"/>
                  </a:lnTo>
                  <a:cubicBezTo>
                    <a:pt x="53409" y="31381"/>
                    <a:pt x="53409" y="28679"/>
                    <a:pt x="53409" y="26185"/>
                  </a:cubicBezTo>
                  <a:cubicBezTo>
                    <a:pt x="53409" y="16002"/>
                    <a:pt x="48837" y="10599"/>
                    <a:pt x="38031" y="10599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4632834" y="2797737"/>
              <a:ext cx="58063" cy="79386"/>
            </a:xfrm>
            <a:custGeom>
              <a:avLst/>
              <a:gdLst/>
              <a:ahLst/>
              <a:cxnLst/>
              <a:rect l="l" t="t" r="r" b="b"/>
              <a:pathLst>
                <a:path w="58063" h="79386" extrusionOk="0">
                  <a:moveTo>
                    <a:pt x="14963" y="34290"/>
                  </a:moveTo>
                  <a:lnTo>
                    <a:pt x="13092" y="45304"/>
                  </a:lnTo>
                  <a:cubicBezTo>
                    <a:pt x="12469" y="48629"/>
                    <a:pt x="12261" y="51123"/>
                    <a:pt x="12261" y="53825"/>
                  </a:cubicBezTo>
                  <a:cubicBezTo>
                    <a:pt x="12261" y="64424"/>
                    <a:pt x="17249" y="68788"/>
                    <a:pt x="26393" y="68788"/>
                  </a:cubicBezTo>
                  <a:cubicBezTo>
                    <a:pt x="33251" y="68788"/>
                    <a:pt x="37823" y="68580"/>
                    <a:pt x="44057" y="67749"/>
                  </a:cubicBezTo>
                  <a:cubicBezTo>
                    <a:pt x="46343" y="67333"/>
                    <a:pt x="46967" y="68372"/>
                    <a:pt x="46551" y="69827"/>
                  </a:cubicBezTo>
                  <a:lnTo>
                    <a:pt x="45720" y="74815"/>
                  </a:lnTo>
                  <a:cubicBezTo>
                    <a:pt x="45512" y="76685"/>
                    <a:pt x="44681" y="77516"/>
                    <a:pt x="42395" y="77932"/>
                  </a:cubicBezTo>
                  <a:cubicBezTo>
                    <a:pt x="37823" y="78763"/>
                    <a:pt x="31173" y="79387"/>
                    <a:pt x="24523" y="79387"/>
                  </a:cubicBezTo>
                  <a:cubicBezTo>
                    <a:pt x="8105" y="79387"/>
                    <a:pt x="0" y="67957"/>
                    <a:pt x="0" y="52994"/>
                  </a:cubicBezTo>
                  <a:cubicBezTo>
                    <a:pt x="0" y="50500"/>
                    <a:pt x="208" y="48006"/>
                    <a:pt x="623" y="45304"/>
                  </a:cubicBezTo>
                  <a:lnTo>
                    <a:pt x="2494" y="34290"/>
                  </a:lnTo>
                  <a:cubicBezTo>
                    <a:pt x="6234" y="11430"/>
                    <a:pt x="19119" y="0"/>
                    <a:pt x="38446" y="0"/>
                  </a:cubicBezTo>
                  <a:cubicBezTo>
                    <a:pt x="44889" y="0"/>
                    <a:pt x="51331" y="831"/>
                    <a:pt x="55695" y="1455"/>
                  </a:cubicBezTo>
                  <a:cubicBezTo>
                    <a:pt x="58189" y="1870"/>
                    <a:pt x="58189" y="2702"/>
                    <a:pt x="57981" y="4572"/>
                  </a:cubicBezTo>
                  <a:lnTo>
                    <a:pt x="57150" y="9560"/>
                  </a:lnTo>
                  <a:cubicBezTo>
                    <a:pt x="56942" y="11014"/>
                    <a:pt x="56319" y="12053"/>
                    <a:pt x="53825" y="11638"/>
                  </a:cubicBezTo>
                  <a:cubicBezTo>
                    <a:pt x="47798" y="11014"/>
                    <a:pt x="43642" y="10599"/>
                    <a:pt x="36576" y="10599"/>
                  </a:cubicBezTo>
                  <a:cubicBezTo>
                    <a:pt x="25354" y="10599"/>
                    <a:pt x="17249" y="19535"/>
                    <a:pt x="14755" y="33874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4692440" y="2769681"/>
              <a:ext cx="30210" cy="106818"/>
            </a:xfrm>
            <a:custGeom>
              <a:avLst/>
              <a:gdLst/>
              <a:ahLst/>
              <a:cxnLst/>
              <a:rect l="l" t="t" r="r" b="b"/>
              <a:pathLst>
                <a:path w="30210" h="106818" extrusionOk="0">
                  <a:moveTo>
                    <a:pt x="22483" y="29302"/>
                  </a:moveTo>
                  <a:cubicBezTo>
                    <a:pt x="24145" y="29302"/>
                    <a:pt x="25184" y="29926"/>
                    <a:pt x="24769" y="32212"/>
                  </a:cubicBezTo>
                  <a:lnTo>
                    <a:pt x="12300" y="103909"/>
                  </a:lnTo>
                  <a:cubicBezTo>
                    <a:pt x="12092" y="105364"/>
                    <a:pt x="11260" y="106819"/>
                    <a:pt x="8974" y="106819"/>
                  </a:cubicBezTo>
                  <a:lnTo>
                    <a:pt x="2324" y="106819"/>
                  </a:lnTo>
                  <a:cubicBezTo>
                    <a:pt x="454" y="106819"/>
                    <a:pt x="-170" y="105364"/>
                    <a:pt x="38" y="103909"/>
                  </a:cubicBezTo>
                  <a:lnTo>
                    <a:pt x="12507" y="32212"/>
                  </a:lnTo>
                  <a:cubicBezTo>
                    <a:pt x="12923" y="29718"/>
                    <a:pt x="14378" y="29302"/>
                    <a:pt x="15832" y="29302"/>
                  </a:cubicBezTo>
                  <a:lnTo>
                    <a:pt x="22690" y="29302"/>
                  </a:lnTo>
                  <a:close/>
                  <a:moveTo>
                    <a:pt x="27886" y="0"/>
                  </a:moveTo>
                  <a:cubicBezTo>
                    <a:pt x="29756" y="0"/>
                    <a:pt x="30380" y="831"/>
                    <a:pt x="30172" y="2909"/>
                  </a:cubicBezTo>
                  <a:lnTo>
                    <a:pt x="28094" y="14132"/>
                  </a:lnTo>
                  <a:cubicBezTo>
                    <a:pt x="27678" y="16210"/>
                    <a:pt x="27055" y="17041"/>
                    <a:pt x="24769" y="17041"/>
                  </a:cubicBezTo>
                  <a:lnTo>
                    <a:pt x="17495" y="17041"/>
                  </a:lnTo>
                  <a:cubicBezTo>
                    <a:pt x="15417" y="17041"/>
                    <a:pt x="15001" y="15586"/>
                    <a:pt x="15209" y="14132"/>
                  </a:cubicBezTo>
                  <a:lnTo>
                    <a:pt x="17287" y="2909"/>
                  </a:lnTo>
                  <a:cubicBezTo>
                    <a:pt x="17495" y="1455"/>
                    <a:pt x="18534" y="0"/>
                    <a:pt x="20612" y="0"/>
                  </a:cubicBezTo>
                  <a:lnTo>
                    <a:pt x="27886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4721781" y="2797945"/>
              <a:ext cx="67294" cy="79386"/>
            </a:xfrm>
            <a:custGeom>
              <a:avLst/>
              <a:gdLst/>
              <a:ahLst/>
              <a:cxnLst/>
              <a:rect l="l" t="t" r="r" b="b"/>
              <a:pathLst>
                <a:path w="67294" h="79386" extrusionOk="0">
                  <a:moveTo>
                    <a:pt x="64839" y="3325"/>
                  </a:moveTo>
                  <a:cubicBezTo>
                    <a:pt x="67333" y="3949"/>
                    <a:pt x="67541" y="4780"/>
                    <a:pt x="67125" y="6442"/>
                  </a:cubicBezTo>
                  <a:lnTo>
                    <a:pt x="55072" y="75438"/>
                  </a:lnTo>
                  <a:cubicBezTo>
                    <a:pt x="54864" y="77101"/>
                    <a:pt x="54033" y="78347"/>
                    <a:pt x="51747" y="78347"/>
                  </a:cubicBezTo>
                  <a:lnTo>
                    <a:pt x="46136" y="78347"/>
                  </a:lnTo>
                  <a:cubicBezTo>
                    <a:pt x="44057" y="78347"/>
                    <a:pt x="43850" y="77308"/>
                    <a:pt x="44057" y="75230"/>
                  </a:cubicBezTo>
                  <a:lnTo>
                    <a:pt x="44681" y="70866"/>
                  </a:lnTo>
                  <a:cubicBezTo>
                    <a:pt x="36368" y="76685"/>
                    <a:pt x="31381" y="79387"/>
                    <a:pt x="22029" y="79387"/>
                  </a:cubicBezTo>
                  <a:cubicBezTo>
                    <a:pt x="9975" y="79387"/>
                    <a:pt x="0" y="71905"/>
                    <a:pt x="0" y="54448"/>
                  </a:cubicBezTo>
                  <a:cubicBezTo>
                    <a:pt x="0" y="51747"/>
                    <a:pt x="208" y="49045"/>
                    <a:pt x="831" y="45928"/>
                  </a:cubicBezTo>
                  <a:lnTo>
                    <a:pt x="3325" y="32004"/>
                  </a:lnTo>
                  <a:cubicBezTo>
                    <a:pt x="7689" y="7689"/>
                    <a:pt x="23068" y="0"/>
                    <a:pt x="39901" y="0"/>
                  </a:cubicBezTo>
                  <a:cubicBezTo>
                    <a:pt x="48422" y="0"/>
                    <a:pt x="57358" y="1455"/>
                    <a:pt x="64424" y="3325"/>
                  </a:cubicBezTo>
                  <a:moveTo>
                    <a:pt x="40317" y="10391"/>
                  </a:moveTo>
                  <a:cubicBezTo>
                    <a:pt x="25769" y="10391"/>
                    <a:pt x="18496" y="18496"/>
                    <a:pt x="15794" y="33251"/>
                  </a:cubicBezTo>
                  <a:lnTo>
                    <a:pt x="13300" y="47798"/>
                  </a:lnTo>
                  <a:cubicBezTo>
                    <a:pt x="12885" y="49876"/>
                    <a:pt x="12677" y="52162"/>
                    <a:pt x="12677" y="54241"/>
                  </a:cubicBezTo>
                  <a:cubicBezTo>
                    <a:pt x="12677" y="65047"/>
                    <a:pt x="18080" y="68788"/>
                    <a:pt x="24938" y="68788"/>
                  </a:cubicBezTo>
                  <a:cubicBezTo>
                    <a:pt x="31796" y="68788"/>
                    <a:pt x="37615" y="65878"/>
                    <a:pt x="45304" y="60683"/>
                  </a:cubicBezTo>
                  <a:lnTo>
                    <a:pt x="53825" y="11638"/>
                  </a:lnTo>
                  <a:cubicBezTo>
                    <a:pt x="50084" y="11014"/>
                    <a:pt x="46136" y="10183"/>
                    <a:pt x="40109" y="1018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4793579" y="2770512"/>
              <a:ext cx="30139" cy="105987"/>
            </a:xfrm>
            <a:custGeom>
              <a:avLst/>
              <a:gdLst/>
              <a:ahLst/>
              <a:cxnLst/>
              <a:rect l="l" t="t" r="r" b="b"/>
              <a:pathLst>
                <a:path w="30139" h="105987" extrusionOk="0">
                  <a:moveTo>
                    <a:pt x="28162" y="0"/>
                  </a:moveTo>
                  <a:cubicBezTo>
                    <a:pt x="29617" y="0"/>
                    <a:pt x="30448" y="623"/>
                    <a:pt x="30033" y="2702"/>
                  </a:cubicBezTo>
                  <a:lnTo>
                    <a:pt x="12368" y="103078"/>
                  </a:lnTo>
                  <a:cubicBezTo>
                    <a:pt x="12160" y="104740"/>
                    <a:pt x="11537" y="105987"/>
                    <a:pt x="9251" y="105987"/>
                  </a:cubicBezTo>
                  <a:lnTo>
                    <a:pt x="1977" y="105987"/>
                  </a:lnTo>
                  <a:cubicBezTo>
                    <a:pt x="523" y="105987"/>
                    <a:pt x="-309" y="104533"/>
                    <a:pt x="107" y="103078"/>
                  </a:cubicBezTo>
                  <a:lnTo>
                    <a:pt x="17771" y="2702"/>
                  </a:lnTo>
                  <a:cubicBezTo>
                    <a:pt x="17979" y="1039"/>
                    <a:pt x="18811" y="0"/>
                    <a:pt x="20889" y="0"/>
                  </a:cubicBezTo>
                  <a:lnTo>
                    <a:pt x="28162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4459722" y="2939053"/>
              <a:ext cx="72774" cy="107026"/>
            </a:xfrm>
            <a:custGeom>
              <a:avLst/>
              <a:gdLst/>
              <a:ahLst/>
              <a:cxnLst/>
              <a:rect l="l" t="t" r="r" b="b"/>
              <a:pathLst>
                <a:path w="72774" h="107026" extrusionOk="0">
                  <a:moveTo>
                    <a:pt x="63385" y="208"/>
                  </a:moveTo>
                  <a:lnTo>
                    <a:pt x="70658" y="208"/>
                  </a:lnTo>
                  <a:cubicBezTo>
                    <a:pt x="72321" y="208"/>
                    <a:pt x="72944" y="831"/>
                    <a:pt x="72736" y="2909"/>
                  </a:cubicBezTo>
                  <a:lnTo>
                    <a:pt x="55487" y="101415"/>
                  </a:lnTo>
                  <a:cubicBezTo>
                    <a:pt x="55280" y="103286"/>
                    <a:pt x="54448" y="104325"/>
                    <a:pt x="51955" y="104740"/>
                  </a:cubicBezTo>
                  <a:cubicBezTo>
                    <a:pt x="43018" y="106403"/>
                    <a:pt x="34290" y="107026"/>
                    <a:pt x="25562" y="107026"/>
                  </a:cubicBezTo>
                  <a:cubicBezTo>
                    <a:pt x="8313" y="107026"/>
                    <a:pt x="0" y="96428"/>
                    <a:pt x="0" y="81049"/>
                  </a:cubicBezTo>
                  <a:cubicBezTo>
                    <a:pt x="0" y="78140"/>
                    <a:pt x="208" y="75230"/>
                    <a:pt x="831" y="72113"/>
                  </a:cubicBezTo>
                  <a:lnTo>
                    <a:pt x="2702" y="61930"/>
                  </a:lnTo>
                  <a:cubicBezTo>
                    <a:pt x="7066" y="37823"/>
                    <a:pt x="18911" y="27432"/>
                    <a:pt x="39485" y="27432"/>
                  </a:cubicBezTo>
                  <a:cubicBezTo>
                    <a:pt x="43850" y="27432"/>
                    <a:pt x="50500" y="27848"/>
                    <a:pt x="55695" y="28887"/>
                  </a:cubicBezTo>
                  <a:lnTo>
                    <a:pt x="60267" y="2702"/>
                  </a:lnTo>
                  <a:cubicBezTo>
                    <a:pt x="60683" y="831"/>
                    <a:pt x="61930" y="0"/>
                    <a:pt x="63385" y="0"/>
                  </a:cubicBezTo>
                  <a:moveTo>
                    <a:pt x="37407" y="38654"/>
                  </a:moveTo>
                  <a:cubicBezTo>
                    <a:pt x="23691" y="38654"/>
                    <a:pt x="17457" y="48629"/>
                    <a:pt x="14963" y="62345"/>
                  </a:cubicBezTo>
                  <a:lnTo>
                    <a:pt x="13093" y="72529"/>
                  </a:lnTo>
                  <a:cubicBezTo>
                    <a:pt x="12469" y="75854"/>
                    <a:pt x="12053" y="78971"/>
                    <a:pt x="12053" y="81673"/>
                  </a:cubicBezTo>
                  <a:cubicBezTo>
                    <a:pt x="12053" y="91232"/>
                    <a:pt x="16210" y="96428"/>
                    <a:pt x="27016" y="96428"/>
                  </a:cubicBezTo>
                  <a:cubicBezTo>
                    <a:pt x="31796" y="96428"/>
                    <a:pt x="38654" y="96012"/>
                    <a:pt x="43642" y="95596"/>
                  </a:cubicBezTo>
                  <a:lnTo>
                    <a:pt x="53409" y="39693"/>
                  </a:lnTo>
                  <a:cubicBezTo>
                    <a:pt x="48837" y="38862"/>
                    <a:pt x="41772" y="38654"/>
                    <a:pt x="37199" y="38654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4530172" y="2966901"/>
              <a:ext cx="67294" cy="79386"/>
            </a:xfrm>
            <a:custGeom>
              <a:avLst/>
              <a:gdLst/>
              <a:ahLst/>
              <a:cxnLst/>
              <a:rect l="l" t="t" r="r" b="b"/>
              <a:pathLst>
                <a:path w="67294" h="79386" extrusionOk="0">
                  <a:moveTo>
                    <a:pt x="64839" y="3117"/>
                  </a:moveTo>
                  <a:cubicBezTo>
                    <a:pt x="67333" y="3741"/>
                    <a:pt x="67541" y="4572"/>
                    <a:pt x="67125" y="6442"/>
                  </a:cubicBezTo>
                  <a:lnTo>
                    <a:pt x="55072" y="75438"/>
                  </a:lnTo>
                  <a:cubicBezTo>
                    <a:pt x="54864" y="76893"/>
                    <a:pt x="54033" y="78347"/>
                    <a:pt x="51747" y="78347"/>
                  </a:cubicBezTo>
                  <a:lnTo>
                    <a:pt x="46136" y="78347"/>
                  </a:lnTo>
                  <a:cubicBezTo>
                    <a:pt x="44058" y="78347"/>
                    <a:pt x="43850" y="77308"/>
                    <a:pt x="44058" y="75230"/>
                  </a:cubicBezTo>
                  <a:lnTo>
                    <a:pt x="44681" y="70866"/>
                  </a:lnTo>
                  <a:cubicBezTo>
                    <a:pt x="36368" y="76893"/>
                    <a:pt x="31381" y="79387"/>
                    <a:pt x="22029" y="79387"/>
                  </a:cubicBezTo>
                  <a:cubicBezTo>
                    <a:pt x="9975" y="79387"/>
                    <a:pt x="0" y="71905"/>
                    <a:pt x="0" y="54448"/>
                  </a:cubicBezTo>
                  <a:cubicBezTo>
                    <a:pt x="0" y="51747"/>
                    <a:pt x="208" y="49045"/>
                    <a:pt x="831" y="45928"/>
                  </a:cubicBezTo>
                  <a:lnTo>
                    <a:pt x="3325" y="32004"/>
                  </a:lnTo>
                  <a:cubicBezTo>
                    <a:pt x="7689" y="7689"/>
                    <a:pt x="23068" y="0"/>
                    <a:pt x="39901" y="0"/>
                  </a:cubicBezTo>
                  <a:cubicBezTo>
                    <a:pt x="48422" y="0"/>
                    <a:pt x="57358" y="1455"/>
                    <a:pt x="64424" y="3325"/>
                  </a:cubicBezTo>
                  <a:moveTo>
                    <a:pt x="40109" y="10391"/>
                  </a:moveTo>
                  <a:cubicBezTo>
                    <a:pt x="25562" y="10391"/>
                    <a:pt x="18288" y="18496"/>
                    <a:pt x="15586" y="33251"/>
                  </a:cubicBezTo>
                  <a:lnTo>
                    <a:pt x="13092" y="47798"/>
                  </a:lnTo>
                  <a:cubicBezTo>
                    <a:pt x="12677" y="49876"/>
                    <a:pt x="12469" y="52162"/>
                    <a:pt x="12469" y="54241"/>
                  </a:cubicBezTo>
                  <a:cubicBezTo>
                    <a:pt x="12469" y="65047"/>
                    <a:pt x="17872" y="68788"/>
                    <a:pt x="24730" y="68788"/>
                  </a:cubicBezTo>
                  <a:cubicBezTo>
                    <a:pt x="31588" y="68788"/>
                    <a:pt x="37407" y="65878"/>
                    <a:pt x="45097" y="60683"/>
                  </a:cubicBezTo>
                  <a:lnTo>
                    <a:pt x="53617" y="11638"/>
                  </a:lnTo>
                  <a:cubicBezTo>
                    <a:pt x="49876" y="11014"/>
                    <a:pt x="45928" y="10183"/>
                    <a:pt x="39901" y="1018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4638090" y="2940716"/>
              <a:ext cx="30329" cy="104740"/>
            </a:xfrm>
            <a:custGeom>
              <a:avLst/>
              <a:gdLst/>
              <a:ahLst/>
              <a:cxnLst/>
              <a:rect l="l" t="t" r="r" b="b"/>
              <a:pathLst>
                <a:path w="30329" h="104740" extrusionOk="0">
                  <a:moveTo>
                    <a:pt x="28203" y="0"/>
                  </a:moveTo>
                  <a:cubicBezTo>
                    <a:pt x="30073" y="0"/>
                    <a:pt x="30489" y="831"/>
                    <a:pt x="30281" y="2702"/>
                  </a:cubicBezTo>
                  <a:lnTo>
                    <a:pt x="12824" y="101831"/>
                  </a:lnTo>
                  <a:cubicBezTo>
                    <a:pt x="12616" y="103909"/>
                    <a:pt x="11785" y="104740"/>
                    <a:pt x="9707" y="104740"/>
                  </a:cubicBezTo>
                  <a:lnTo>
                    <a:pt x="2018" y="104740"/>
                  </a:lnTo>
                  <a:cubicBezTo>
                    <a:pt x="147" y="104740"/>
                    <a:pt x="-268" y="103286"/>
                    <a:pt x="147" y="101831"/>
                  </a:cubicBezTo>
                  <a:lnTo>
                    <a:pt x="17604" y="2702"/>
                  </a:lnTo>
                  <a:cubicBezTo>
                    <a:pt x="17812" y="1247"/>
                    <a:pt x="18435" y="0"/>
                    <a:pt x="20514" y="0"/>
                  </a:cubicBezTo>
                  <a:lnTo>
                    <a:pt x="28203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4669580" y="2966901"/>
              <a:ext cx="68410" cy="78555"/>
            </a:xfrm>
            <a:custGeom>
              <a:avLst/>
              <a:gdLst/>
              <a:ahLst/>
              <a:cxnLst/>
              <a:rect l="l" t="t" r="r" b="b"/>
              <a:pathLst>
                <a:path w="68410" h="78555" extrusionOk="0">
                  <a:moveTo>
                    <a:pt x="67164" y="29095"/>
                  </a:moveTo>
                  <a:lnTo>
                    <a:pt x="59059" y="75438"/>
                  </a:lnTo>
                  <a:cubicBezTo>
                    <a:pt x="58851" y="76893"/>
                    <a:pt x="57189" y="78347"/>
                    <a:pt x="55734" y="78347"/>
                  </a:cubicBezTo>
                  <a:lnTo>
                    <a:pt x="49084" y="78347"/>
                  </a:lnTo>
                  <a:cubicBezTo>
                    <a:pt x="47421" y="78347"/>
                    <a:pt x="46590" y="76893"/>
                    <a:pt x="46798" y="75438"/>
                  </a:cubicBezTo>
                  <a:lnTo>
                    <a:pt x="54903" y="29095"/>
                  </a:lnTo>
                  <a:cubicBezTo>
                    <a:pt x="55318" y="26393"/>
                    <a:pt x="55526" y="23691"/>
                    <a:pt x="55526" y="21405"/>
                  </a:cubicBezTo>
                  <a:cubicBezTo>
                    <a:pt x="55526" y="14547"/>
                    <a:pt x="52617" y="10807"/>
                    <a:pt x="42434" y="10807"/>
                  </a:cubicBezTo>
                  <a:cubicBezTo>
                    <a:pt x="37030" y="10807"/>
                    <a:pt x="31627" y="12053"/>
                    <a:pt x="22691" y="16210"/>
                  </a:cubicBezTo>
                  <a:lnTo>
                    <a:pt x="12300" y="75646"/>
                  </a:lnTo>
                  <a:cubicBezTo>
                    <a:pt x="12092" y="77101"/>
                    <a:pt x="10429" y="78555"/>
                    <a:pt x="8975" y="78555"/>
                  </a:cubicBezTo>
                  <a:lnTo>
                    <a:pt x="2117" y="78555"/>
                  </a:lnTo>
                  <a:cubicBezTo>
                    <a:pt x="454" y="78555"/>
                    <a:pt x="-169" y="77101"/>
                    <a:pt x="39" y="75646"/>
                  </a:cubicBezTo>
                  <a:lnTo>
                    <a:pt x="12508" y="3949"/>
                  </a:lnTo>
                  <a:cubicBezTo>
                    <a:pt x="12716" y="2494"/>
                    <a:pt x="13547" y="1039"/>
                    <a:pt x="16248" y="1039"/>
                  </a:cubicBezTo>
                  <a:lnTo>
                    <a:pt x="22275" y="1039"/>
                  </a:lnTo>
                  <a:cubicBezTo>
                    <a:pt x="24561" y="1039"/>
                    <a:pt x="25185" y="1870"/>
                    <a:pt x="24977" y="3949"/>
                  </a:cubicBezTo>
                  <a:lnTo>
                    <a:pt x="24561" y="6858"/>
                  </a:lnTo>
                  <a:cubicBezTo>
                    <a:pt x="31419" y="3117"/>
                    <a:pt x="37654" y="0"/>
                    <a:pt x="47213" y="0"/>
                  </a:cubicBezTo>
                  <a:cubicBezTo>
                    <a:pt x="62176" y="0"/>
                    <a:pt x="68411" y="9560"/>
                    <a:pt x="68411" y="21613"/>
                  </a:cubicBezTo>
                  <a:cubicBezTo>
                    <a:pt x="68411" y="23899"/>
                    <a:pt x="68203" y="26809"/>
                    <a:pt x="67787" y="2909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4746095" y="2939053"/>
              <a:ext cx="72774" cy="107026"/>
            </a:xfrm>
            <a:custGeom>
              <a:avLst/>
              <a:gdLst/>
              <a:ahLst/>
              <a:cxnLst/>
              <a:rect l="l" t="t" r="r" b="b"/>
              <a:pathLst>
                <a:path w="72774" h="107026" extrusionOk="0">
                  <a:moveTo>
                    <a:pt x="63385" y="208"/>
                  </a:moveTo>
                  <a:lnTo>
                    <a:pt x="70658" y="208"/>
                  </a:lnTo>
                  <a:cubicBezTo>
                    <a:pt x="72321" y="208"/>
                    <a:pt x="72944" y="831"/>
                    <a:pt x="72736" y="2909"/>
                  </a:cubicBezTo>
                  <a:lnTo>
                    <a:pt x="55487" y="101415"/>
                  </a:lnTo>
                  <a:cubicBezTo>
                    <a:pt x="55280" y="103286"/>
                    <a:pt x="54448" y="104325"/>
                    <a:pt x="51955" y="104740"/>
                  </a:cubicBezTo>
                  <a:cubicBezTo>
                    <a:pt x="43018" y="106403"/>
                    <a:pt x="34290" y="107026"/>
                    <a:pt x="25562" y="107026"/>
                  </a:cubicBezTo>
                  <a:cubicBezTo>
                    <a:pt x="8313" y="107026"/>
                    <a:pt x="0" y="96428"/>
                    <a:pt x="0" y="81049"/>
                  </a:cubicBezTo>
                  <a:cubicBezTo>
                    <a:pt x="0" y="78140"/>
                    <a:pt x="208" y="75230"/>
                    <a:pt x="831" y="72113"/>
                  </a:cubicBezTo>
                  <a:lnTo>
                    <a:pt x="2702" y="61930"/>
                  </a:lnTo>
                  <a:cubicBezTo>
                    <a:pt x="7066" y="37823"/>
                    <a:pt x="18912" y="27432"/>
                    <a:pt x="39485" y="27432"/>
                  </a:cubicBezTo>
                  <a:cubicBezTo>
                    <a:pt x="43850" y="27432"/>
                    <a:pt x="50500" y="27848"/>
                    <a:pt x="55695" y="28887"/>
                  </a:cubicBezTo>
                  <a:lnTo>
                    <a:pt x="60267" y="2702"/>
                  </a:lnTo>
                  <a:cubicBezTo>
                    <a:pt x="60683" y="831"/>
                    <a:pt x="61930" y="0"/>
                    <a:pt x="63592" y="0"/>
                  </a:cubicBezTo>
                  <a:moveTo>
                    <a:pt x="37407" y="38654"/>
                  </a:moveTo>
                  <a:cubicBezTo>
                    <a:pt x="23691" y="38654"/>
                    <a:pt x="17457" y="48629"/>
                    <a:pt x="14963" y="62345"/>
                  </a:cubicBezTo>
                  <a:lnTo>
                    <a:pt x="13092" y="72529"/>
                  </a:lnTo>
                  <a:cubicBezTo>
                    <a:pt x="12469" y="75854"/>
                    <a:pt x="12053" y="78971"/>
                    <a:pt x="12053" y="81673"/>
                  </a:cubicBezTo>
                  <a:cubicBezTo>
                    <a:pt x="12053" y="91232"/>
                    <a:pt x="16210" y="96428"/>
                    <a:pt x="27016" y="96428"/>
                  </a:cubicBezTo>
                  <a:cubicBezTo>
                    <a:pt x="31796" y="96428"/>
                    <a:pt x="38654" y="96012"/>
                    <a:pt x="43642" y="95596"/>
                  </a:cubicBezTo>
                  <a:lnTo>
                    <a:pt x="53409" y="39693"/>
                  </a:lnTo>
                  <a:cubicBezTo>
                    <a:pt x="48837" y="38862"/>
                    <a:pt x="41772" y="38654"/>
                    <a:pt x="37199" y="38654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4820286" y="2935520"/>
              <a:ext cx="67956" cy="110767"/>
            </a:xfrm>
            <a:custGeom>
              <a:avLst/>
              <a:gdLst/>
              <a:ahLst/>
              <a:cxnLst/>
              <a:rect l="l" t="t" r="r" b="b"/>
              <a:pathLst>
                <a:path w="67956" h="110767" extrusionOk="0">
                  <a:moveTo>
                    <a:pt x="67957" y="35121"/>
                  </a:moveTo>
                  <a:lnTo>
                    <a:pt x="55487" y="106819"/>
                  </a:lnTo>
                  <a:cubicBezTo>
                    <a:pt x="55280" y="108481"/>
                    <a:pt x="53825" y="109728"/>
                    <a:pt x="52162" y="109728"/>
                  </a:cubicBezTo>
                  <a:lnTo>
                    <a:pt x="45512" y="109728"/>
                  </a:lnTo>
                  <a:cubicBezTo>
                    <a:pt x="44058" y="109728"/>
                    <a:pt x="43434" y="108689"/>
                    <a:pt x="43434" y="107442"/>
                  </a:cubicBezTo>
                  <a:lnTo>
                    <a:pt x="43434" y="106819"/>
                  </a:lnTo>
                  <a:lnTo>
                    <a:pt x="43850" y="104325"/>
                  </a:lnTo>
                  <a:cubicBezTo>
                    <a:pt x="35329" y="108689"/>
                    <a:pt x="28887" y="110767"/>
                    <a:pt x="20574" y="110767"/>
                  </a:cubicBezTo>
                  <a:cubicBezTo>
                    <a:pt x="8521" y="110767"/>
                    <a:pt x="0" y="103286"/>
                    <a:pt x="0" y="88531"/>
                  </a:cubicBezTo>
                  <a:cubicBezTo>
                    <a:pt x="0" y="85829"/>
                    <a:pt x="208" y="83127"/>
                    <a:pt x="831" y="80010"/>
                  </a:cubicBezTo>
                  <a:lnTo>
                    <a:pt x="8728" y="35329"/>
                  </a:lnTo>
                  <a:cubicBezTo>
                    <a:pt x="8936" y="33874"/>
                    <a:pt x="10599" y="32420"/>
                    <a:pt x="12053" y="32420"/>
                  </a:cubicBezTo>
                  <a:lnTo>
                    <a:pt x="18912" y="32420"/>
                  </a:lnTo>
                  <a:cubicBezTo>
                    <a:pt x="20366" y="32420"/>
                    <a:pt x="21198" y="33459"/>
                    <a:pt x="21198" y="34706"/>
                  </a:cubicBezTo>
                  <a:lnTo>
                    <a:pt x="21198" y="35329"/>
                  </a:lnTo>
                  <a:lnTo>
                    <a:pt x="13092" y="81673"/>
                  </a:lnTo>
                  <a:cubicBezTo>
                    <a:pt x="12469" y="84790"/>
                    <a:pt x="12261" y="87491"/>
                    <a:pt x="12261" y="89777"/>
                  </a:cubicBezTo>
                  <a:cubicBezTo>
                    <a:pt x="12261" y="97675"/>
                    <a:pt x="16002" y="100168"/>
                    <a:pt x="25354" y="100168"/>
                  </a:cubicBezTo>
                  <a:cubicBezTo>
                    <a:pt x="31173" y="100168"/>
                    <a:pt x="38239" y="98090"/>
                    <a:pt x="45304" y="94973"/>
                  </a:cubicBezTo>
                  <a:lnTo>
                    <a:pt x="55695" y="35537"/>
                  </a:lnTo>
                  <a:cubicBezTo>
                    <a:pt x="55903" y="34082"/>
                    <a:pt x="57566" y="32627"/>
                    <a:pt x="59020" y="32627"/>
                  </a:cubicBezTo>
                  <a:lnTo>
                    <a:pt x="65878" y="32627"/>
                  </a:lnTo>
                  <a:cubicBezTo>
                    <a:pt x="67333" y="32627"/>
                    <a:pt x="67957" y="33667"/>
                    <a:pt x="67957" y="34913"/>
                  </a:cubicBezTo>
                  <a:lnTo>
                    <a:pt x="67957" y="35537"/>
                  </a:lnTo>
                  <a:close/>
                  <a:moveTo>
                    <a:pt x="65671" y="2078"/>
                  </a:moveTo>
                  <a:lnTo>
                    <a:pt x="46551" y="19743"/>
                  </a:lnTo>
                  <a:cubicBezTo>
                    <a:pt x="45097" y="21197"/>
                    <a:pt x="44473" y="21821"/>
                    <a:pt x="43018" y="21821"/>
                  </a:cubicBezTo>
                  <a:lnTo>
                    <a:pt x="35329" y="21821"/>
                  </a:lnTo>
                  <a:cubicBezTo>
                    <a:pt x="35329" y="21821"/>
                    <a:pt x="34290" y="21613"/>
                    <a:pt x="34290" y="20990"/>
                  </a:cubicBezTo>
                  <a:cubicBezTo>
                    <a:pt x="34290" y="20574"/>
                    <a:pt x="34498" y="19951"/>
                    <a:pt x="35121" y="19535"/>
                  </a:cubicBezTo>
                  <a:lnTo>
                    <a:pt x="51955" y="2078"/>
                  </a:lnTo>
                  <a:cubicBezTo>
                    <a:pt x="53617" y="623"/>
                    <a:pt x="54033" y="0"/>
                    <a:pt x="55695" y="0"/>
                  </a:cubicBezTo>
                  <a:lnTo>
                    <a:pt x="65047" y="0"/>
                  </a:lnTo>
                  <a:cubicBezTo>
                    <a:pt x="65047" y="0"/>
                    <a:pt x="66502" y="208"/>
                    <a:pt x="66502" y="831"/>
                  </a:cubicBezTo>
                  <a:cubicBezTo>
                    <a:pt x="66502" y="1039"/>
                    <a:pt x="66502" y="1455"/>
                    <a:pt x="65878" y="2078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4888785" y="2966901"/>
              <a:ext cx="61450" cy="79594"/>
            </a:xfrm>
            <a:custGeom>
              <a:avLst/>
              <a:gdLst/>
              <a:ahLst/>
              <a:cxnLst/>
              <a:rect l="l" t="t" r="r" b="b"/>
              <a:pathLst>
                <a:path w="61450" h="79594" extrusionOk="0">
                  <a:moveTo>
                    <a:pt x="59309" y="1663"/>
                  </a:moveTo>
                  <a:cubicBezTo>
                    <a:pt x="61387" y="2078"/>
                    <a:pt x="61595" y="2494"/>
                    <a:pt x="61387" y="4572"/>
                  </a:cubicBezTo>
                  <a:lnTo>
                    <a:pt x="60764" y="9144"/>
                  </a:lnTo>
                  <a:cubicBezTo>
                    <a:pt x="60556" y="10807"/>
                    <a:pt x="59517" y="11846"/>
                    <a:pt x="57439" y="11638"/>
                  </a:cubicBezTo>
                  <a:cubicBezTo>
                    <a:pt x="52659" y="11014"/>
                    <a:pt x="44554" y="10599"/>
                    <a:pt x="36865" y="10599"/>
                  </a:cubicBezTo>
                  <a:cubicBezTo>
                    <a:pt x="30423" y="10599"/>
                    <a:pt x="22110" y="12469"/>
                    <a:pt x="22110" y="20574"/>
                  </a:cubicBezTo>
                  <a:cubicBezTo>
                    <a:pt x="22110" y="24107"/>
                    <a:pt x="25019" y="26809"/>
                    <a:pt x="29799" y="29926"/>
                  </a:cubicBezTo>
                  <a:lnTo>
                    <a:pt x="42268" y="38239"/>
                  </a:lnTo>
                  <a:cubicBezTo>
                    <a:pt x="52036" y="44681"/>
                    <a:pt x="54737" y="49669"/>
                    <a:pt x="54737" y="57150"/>
                  </a:cubicBezTo>
                  <a:cubicBezTo>
                    <a:pt x="54737" y="73775"/>
                    <a:pt x="39982" y="79594"/>
                    <a:pt x="24396" y="79594"/>
                  </a:cubicBezTo>
                  <a:cubicBezTo>
                    <a:pt x="18577" y="79594"/>
                    <a:pt x="8602" y="78971"/>
                    <a:pt x="2367" y="77516"/>
                  </a:cubicBezTo>
                  <a:cubicBezTo>
                    <a:pt x="912" y="77308"/>
                    <a:pt x="-335" y="76269"/>
                    <a:pt x="81" y="74607"/>
                  </a:cubicBezTo>
                  <a:lnTo>
                    <a:pt x="912" y="69619"/>
                  </a:lnTo>
                  <a:cubicBezTo>
                    <a:pt x="1328" y="67749"/>
                    <a:pt x="2159" y="67333"/>
                    <a:pt x="4445" y="67541"/>
                  </a:cubicBezTo>
                  <a:cubicBezTo>
                    <a:pt x="11095" y="68372"/>
                    <a:pt x="21278" y="68996"/>
                    <a:pt x="26266" y="68996"/>
                  </a:cubicBezTo>
                  <a:cubicBezTo>
                    <a:pt x="34579" y="68996"/>
                    <a:pt x="42060" y="66086"/>
                    <a:pt x="42060" y="56942"/>
                  </a:cubicBezTo>
                  <a:cubicBezTo>
                    <a:pt x="42060" y="53617"/>
                    <a:pt x="40398" y="51123"/>
                    <a:pt x="33955" y="46967"/>
                  </a:cubicBezTo>
                  <a:lnTo>
                    <a:pt x="21278" y="38654"/>
                  </a:lnTo>
                  <a:cubicBezTo>
                    <a:pt x="13589" y="33667"/>
                    <a:pt x="9433" y="28055"/>
                    <a:pt x="9433" y="20366"/>
                  </a:cubicBezTo>
                  <a:cubicBezTo>
                    <a:pt x="9433" y="4780"/>
                    <a:pt x="24396" y="0"/>
                    <a:pt x="38527" y="0"/>
                  </a:cubicBezTo>
                  <a:cubicBezTo>
                    <a:pt x="49334" y="0"/>
                    <a:pt x="53075" y="623"/>
                    <a:pt x="59309" y="187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4955965" y="2950876"/>
              <a:ext cx="47232" cy="95826"/>
            </a:xfrm>
            <a:custGeom>
              <a:avLst/>
              <a:gdLst/>
              <a:ahLst/>
              <a:cxnLst/>
              <a:rect l="l" t="t" r="r" b="b"/>
              <a:pathLst>
                <a:path w="47232" h="95826" extrusionOk="0">
                  <a:moveTo>
                    <a:pt x="44915" y="16856"/>
                  </a:moveTo>
                  <a:cubicBezTo>
                    <a:pt x="46578" y="16856"/>
                    <a:pt x="47409" y="17687"/>
                    <a:pt x="47201" y="19766"/>
                  </a:cubicBezTo>
                  <a:lnTo>
                    <a:pt x="46370" y="24545"/>
                  </a:lnTo>
                  <a:cubicBezTo>
                    <a:pt x="45954" y="27039"/>
                    <a:pt x="44707" y="27455"/>
                    <a:pt x="43045" y="27455"/>
                  </a:cubicBezTo>
                  <a:lnTo>
                    <a:pt x="27874" y="27455"/>
                  </a:lnTo>
                  <a:lnTo>
                    <a:pt x="19146" y="76916"/>
                  </a:lnTo>
                  <a:cubicBezTo>
                    <a:pt x="18938" y="78578"/>
                    <a:pt x="18730" y="79825"/>
                    <a:pt x="18730" y="81072"/>
                  </a:cubicBezTo>
                  <a:cubicBezTo>
                    <a:pt x="18730" y="85228"/>
                    <a:pt x="20601" y="85644"/>
                    <a:pt x="25172" y="85644"/>
                  </a:cubicBezTo>
                  <a:lnTo>
                    <a:pt x="33693" y="85644"/>
                  </a:lnTo>
                  <a:cubicBezTo>
                    <a:pt x="35148" y="85644"/>
                    <a:pt x="35979" y="86060"/>
                    <a:pt x="35771" y="87722"/>
                  </a:cubicBezTo>
                  <a:lnTo>
                    <a:pt x="34940" y="92710"/>
                  </a:lnTo>
                  <a:cubicBezTo>
                    <a:pt x="34732" y="93957"/>
                    <a:pt x="33901" y="94788"/>
                    <a:pt x="32030" y="95204"/>
                  </a:cubicBezTo>
                  <a:cubicBezTo>
                    <a:pt x="29121" y="95619"/>
                    <a:pt x="25796" y="95827"/>
                    <a:pt x="23094" y="95827"/>
                  </a:cubicBezTo>
                  <a:cubicBezTo>
                    <a:pt x="13535" y="95827"/>
                    <a:pt x="6261" y="92086"/>
                    <a:pt x="6261" y="82527"/>
                  </a:cubicBezTo>
                  <a:cubicBezTo>
                    <a:pt x="6261" y="80656"/>
                    <a:pt x="6261" y="79202"/>
                    <a:pt x="6884" y="77123"/>
                  </a:cubicBezTo>
                  <a:lnTo>
                    <a:pt x="15613" y="28078"/>
                  </a:lnTo>
                  <a:lnTo>
                    <a:pt x="2312" y="26416"/>
                  </a:lnTo>
                  <a:cubicBezTo>
                    <a:pt x="858" y="26416"/>
                    <a:pt x="-181" y="25377"/>
                    <a:pt x="26" y="23922"/>
                  </a:cubicBezTo>
                  <a:lnTo>
                    <a:pt x="650" y="20181"/>
                  </a:lnTo>
                  <a:cubicBezTo>
                    <a:pt x="1066" y="18103"/>
                    <a:pt x="2312" y="17687"/>
                    <a:pt x="3767" y="17687"/>
                  </a:cubicBezTo>
                  <a:lnTo>
                    <a:pt x="17483" y="17687"/>
                  </a:lnTo>
                  <a:lnTo>
                    <a:pt x="19769" y="3971"/>
                  </a:lnTo>
                  <a:cubicBezTo>
                    <a:pt x="19977" y="2517"/>
                    <a:pt x="21224" y="1478"/>
                    <a:pt x="22886" y="1062"/>
                  </a:cubicBezTo>
                  <a:lnTo>
                    <a:pt x="30368" y="23"/>
                  </a:lnTo>
                  <a:cubicBezTo>
                    <a:pt x="32446" y="-185"/>
                    <a:pt x="32862" y="1062"/>
                    <a:pt x="32446" y="2309"/>
                  </a:cubicBezTo>
                  <a:lnTo>
                    <a:pt x="29952" y="17687"/>
                  </a:lnTo>
                  <a:lnTo>
                    <a:pt x="45123" y="17687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5000372" y="2966901"/>
              <a:ext cx="47387" cy="78347"/>
            </a:xfrm>
            <a:custGeom>
              <a:avLst/>
              <a:gdLst/>
              <a:ahLst/>
              <a:cxnLst/>
              <a:rect l="l" t="t" r="r" b="b"/>
              <a:pathLst>
                <a:path w="47387" h="78347" extrusionOk="0">
                  <a:moveTo>
                    <a:pt x="12354" y="75438"/>
                  </a:moveTo>
                  <a:cubicBezTo>
                    <a:pt x="12146" y="77101"/>
                    <a:pt x="10483" y="78347"/>
                    <a:pt x="9029" y="78347"/>
                  </a:cubicBezTo>
                  <a:lnTo>
                    <a:pt x="2171" y="78347"/>
                  </a:lnTo>
                  <a:cubicBezTo>
                    <a:pt x="716" y="78347"/>
                    <a:pt x="-323" y="76893"/>
                    <a:pt x="92" y="75438"/>
                  </a:cubicBezTo>
                  <a:lnTo>
                    <a:pt x="12562" y="3741"/>
                  </a:lnTo>
                  <a:cubicBezTo>
                    <a:pt x="12769" y="2286"/>
                    <a:pt x="14224" y="831"/>
                    <a:pt x="15679" y="831"/>
                  </a:cubicBezTo>
                  <a:lnTo>
                    <a:pt x="22329" y="831"/>
                  </a:lnTo>
                  <a:cubicBezTo>
                    <a:pt x="23991" y="831"/>
                    <a:pt x="24615" y="2286"/>
                    <a:pt x="24407" y="3741"/>
                  </a:cubicBezTo>
                  <a:lnTo>
                    <a:pt x="23784" y="7066"/>
                  </a:lnTo>
                  <a:cubicBezTo>
                    <a:pt x="31473" y="1247"/>
                    <a:pt x="38123" y="0"/>
                    <a:pt x="44565" y="0"/>
                  </a:cubicBezTo>
                  <a:lnTo>
                    <a:pt x="44773" y="0"/>
                  </a:lnTo>
                  <a:cubicBezTo>
                    <a:pt x="47059" y="0"/>
                    <a:pt x="47683" y="1039"/>
                    <a:pt x="47267" y="2494"/>
                  </a:cubicBezTo>
                  <a:lnTo>
                    <a:pt x="46228" y="8313"/>
                  </a:lnTo>
                  <a:cubicBezTo>
                    <a:pt x="46020" y="9767"/>
                    <a:pt x="44773" y="10807"/>
                    <a:pt x="42903" y="10807"/>
                  </a:cubicBezTo>
                  <a:lnTo>
                    <a:pt x="42487" y="10807"/>
                  </a:lnTo>
                  <a:cubicBezTo>
                    <a:pt x="34590" y="10807"/>
                    <a:pt x="29187" y="12261"/>
                    <a:pt x="22329" y="16625"/>
                  </a:cubicBezTo>
                  <a:lnTo>
                    <a:pt x="12146" y="75646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5046562" y="2938430"/>
              <a:ext cx="30417" cy="106818"/>
            </a:xfrm>
            <a:custGeom>
              <a:avLst/>
              <a:gdLst/>
              <a:ahLst/>
              <a:cxnLst/>
              <a:rect l="l" t="t" r="r" b="b"/>
              <a:pathLst>
                <a:path w="30417" h="106818" extrusionOk="0">
                  <a:moveTo>
                    <a:pt x="22483" y="29302"/>
                  </a:moveTo>
                  <a:cubicBezTo>
                    <a:pt x="24145" y="29302"/>
                    <a:pt x="25184" y="29926"/>
                    <a:pt x="24769" y="32212"/>
                  </a:cubicBezTo>
                  <a:lnTo>
                    <a:pt x="12300" y="103909"/>
                  </a:lnTo>
                  <a:cubicBezTo>
                    <a:pt x="12092" y="105572"/>
                    <a:pt x="11260" y="106819"/>
                    <a:pt x="8974" y="106819"/>
                  </a:cubicBezTo>
                  <a:lnTo>
                    <a:pt x="2324" y="106819"/>
                  </a:lnTo>
                  <a:cubicBezTo>
                    <a:pt x="454" y="106819"/>
                    <a:pt x="-170" y="105364"/>
                    <a:pt x="38" y="103909"/>
                  </a:cubicBezTo>
                  <a:lnTo>
                    <a:pt x="12507" y="32212"/>
                  </a:lnTo>
                  <a:cubicBezTo>
                    <a:pt x="12923" y="29718"/>
                    <a:pt x="14378" y="29302"/>
                    <a:pt x="15832" y="29302"/>
                  </a:cubicBezTo>
                  <a:lnTo>
                    <a:pt x="22690" y="29302"/>
                  </a:lnTo>
                  <a:close/>
                  <a:moveTo>
                    <a:pt x="28094" y="0"/>
                  </a:moveTo>
                  <a:cubicBezTo>
                    <a:pt x="29964" y="0"/>
                    <a:pt x="30588" y="831"/>
                    <a:pt x="30380" y="2909"/>
                  </a:cubicBezTo>
                  <a:lnTo>
                    <a:pt x="28301" y="14132"/>
                  </a:lnTo>
                  <a:cubicBezTo>
                    <a:pt x="27886" y="16210"/>
                    <a:pt x="27262" y="17041"/>
                    <a:pt x="24976" y="17041"/>
                  </a:cubicBezTo>
                  <a:lnTo>
                    <a:pt x="17703" y="17041"/>
                  </a:lnTo>
                  <a:cubicBezTo>
                    <a:pt x="15625" y="17041"/>
                    <a:pt x="15209" y="15586"/>
                    <a:pt x="15417" y="14132"/>
                  </a:cubicBezTo>
                  <a:lnTo>
                    <a:pt x="17287" y="2909"/>
                  </a:lnTo>
                  <a:cubicBezTo>
                    <a:pt x="17495" y="1455"/>
                    <a:pt x="18534" y="0"/>
                    <a:pt x="20612" y="0"/>
                  </a:cubicBezTo>
                  <a:lnTo>
                    <a:pt x="27886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5076111" y="2966901"/>
              <a:ext cx="67294" cy="79386"/>
            </a:xfrm>
            <a:custGeom>
              <a:avLst/>
              <a:gdLst/>
              <a:ahLst/>
              <a:cxnLst/>
              <a:rect l="l" t="t" r="r" b="b"/>
              <a:pathLst>
                <a:path w="67294" h="79386" extrusionOk="0">
                  <a:moveTo>
                    <a:pt x="64839" y="3117"/>
                  </a:moveTo>
                  <a:cubicBezTo>
                    <a:pt x="67333" y="3741"/>
                    <a:pt x="67541" y="4572"/>
                    <a:pt x="67125" y="6442"/>
                  </a:cubicBezTo>
                  <a:lnTo>
                    <a:pt x="55072" y="75438"/>
                  </a:lnTo>
                  <a:cubicBezTo>
                    <a:pt x="54864" y="76893"/>
                    <a:pt x="54033" y="78347"/>
                    <a:pt x="51747" y="78347"/>
                  </a:cubicBezTo>
                  <a:lnTo>
                    <a:pt x="46136" y="78347"/>
                  </a:lnTo>
                  <a:cubicBezTo>
                    <a:pt x="44058" y="78347"/>
                    <a:pt x="43850" y="77308"/>
                    <a:pt x="44058" y="75230"/>
                  </a:cubicBezTo>
                  <a:lnTo>
                    <a:pt x="44681" y="70866"/>
                  </a:lnTo>
                  <a:cubicBezTo>
                    <a:pt x="36368" y="76893"/>
                    <a:pt x="31381" y="79387"/>
                    <a:pt x="22029" y="79387"/>
                  </a:cubicBezTo>
                  <a:cubicBezTo>
                    <a:pt x="9975" y="79387"/>
                    <a:pt x="0" y="71905"/>
                    <a:pt x="0" y="54448"/>
                  </a:cubicBezTo>
                  <a:cubicBezTo>
                    <a:pt x="0" y="51747"/>
                    <a:pt x="208" y="49045"/>
                    <a:pt x="831" y="45928"/>
                  </a:cubicBezTo>
                  <a:lnTo>
                    <a:pt x="3325" y="32004"/>
                  </a:lnTo>
                  <a:cubicBezTo>
                    <a:pt x="7689" y="7689"/>
                    <a:pt x="23068" y="0"/>
                    <a:pt x="39901" y="0"/>
                  </a:cubicBezTo>
                  <a:cubicBezTo>
                    <a:pt x="48422" y="0"/>
                    <a:pt x="57358" y="1455"/>
                    <a:pt x="64424" y="3325"/>
                  </a:cubicBezTo>
                  <a:moveTo>
                    <a:pt x="40109" y="10391"/>
                  </a:moveTo>
                  <a:cubicBezTo>
                    <a:pt x="25562" y="10391"/>
                    <a:pt x="18288" y="18496"/>
                    <a:pt x="15586" y="33251"/>
                  </a:cubicBezTo>
                  <a:lnTo>
                    <a:pt x="13093" y="47798"/>
                  </a:lnTo>
                  <a:cubicBezTo>
                    <a:pt x="12677" y="49876"/>
                    <a:pt x="12469" y="52162"/>
                    <a:pt x="12469" y="54241"/>
                  </a:cubicBezTo>
                  <a:cubicBezTo>
                    <a:pt x="12469" y="65047"/>
                    <a:pt x="17872" y="68788"/>
                    <a:pt x="24730" y="68788"/>
                  </a:cubicBezTo>
                  <a:cubicBezTo>
                    <a:pt x="31588" y="68788"/>
                    <a:pt x="37407" y="65878"/>
                    <a:pt x="45097" y="60683"/>
                  </a:cubicBezTo>
                  <a:lnTo>
                    <a:pt x="53617" y="11638"/>
                  </a:lnTo>
                  <a:cubicBezTo>
                    <a:pt x="49876" y="11014"/>
                    <a:pt x="45928" y="10183"/>
                    <a:pt x="39901" y="1018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2" name="Google Shape;992;p13"/>
          <p:cNvGrpSpPr/>
          <p:nvPr/>
        </p:nvGrpSpPr>
        <p:grpSpPr>
          <a:xfrm>
            <a:off x="751218" y="3898523"/>
            <a:ext cx="1091207" cy="335604"/>
            <a:chOff x="1290617" y="2596777"/>
            <a:chExt cx="1475755" cy="453874"/>
          </a:xfrm>
        </p:grpSpPr>
        <p:sp>
          <p:nvSpPr>
            <p:cNvPr id="993" name="Google Shape;993;p13"/>
            <p:cNvSpPr/>
            <p:nvPr/>
          </p:nvSpPr>
          <p:spPr>
            <a:xfrm>
              <a:off x="1345935" y="2602388"/>
              <a:ext cx="140475" cy="117001"/>
            </a:xfrm>
            <a:custGeom>
              <a:avLst/>
              <a:gdLst/>
              <a:ahLst/>
              <a:cxnLst/>
              <a:rect l="l" t="t" r="r" b="b"/>
              <a:pathLst>
                <a:path w="140475" h="117001" extrusionOk="0">
                  <a:moveTo>
                    <a:pt x="140277" y="11222"/>
                  </a:moveTo>
                  <a:cubicBezTo>
                    <a:pt x="141524" y="3533"/>
                    <a:pt x="136744" y="0"/>
                    <a:pt x="130094" y="0"/>
                  </a:cubicBezTo>
                  <a:lnTo>
                    <a:pt x="32420" y="0"/>
                  </a:lnTo>
                  <a:cubicBezTo>
                    <a:pt x="25769" y="0"/>
                    <a:pt x="19951" y="4780"/>
                    <a:pt x="18704" y="11222"/>
                  </a:cubicBezTo>
                  <a:lnTo>
                    <a:pt x="0" y="117002"/>
                  </a:lnTo>
                  <a:lnTo>
                    <a:pt x="132380" y="54864"/>
                  </a:lnTo>
                  <a:lnTo>
                    <a:pt x="140069" y="11222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1290617" y="2704634"/>
              <a:ext cx="179593" cy="340198"/>
            </a:xfrm>
            <a:custGeom>
              <a:avLst/>
              <a:gdLst/>
              <a:ahLst/>
              <a:cxnLst/>
              <a:rect l="l" t="t" r="r" b="b"/>
              <a:pathLst>
                <a:path w="179593" h="340198" extrusionOk="0">
                  <a:moveTo>
                    <a:pt x="47213" y="62138"/>
                  </a:moveTo>
                  <a:lnTo>
                    <a:pt x="246" y="328353"/>
                  </a:lnTo>
                  <a:cubicBezTo>
                    <a:pt x="-1001" y="334379"/>
                    <a:pt x="2532" y="340198"/>
                    <a:pt x="9806" y="340198"/>
                  </a:cubicBezTo>
                  <a:lnTo>
                    <a:pt x="107480" y="340198"/>
                  </a:lnTo>
                  <a:cubicBezTo>
                    <a:pt x="116417" y="340198"/>
                    <a:pt x="120573" y="334795"/>
                    <a:pt x="121820" y="328353"/>
                  </a:cubicBezTo>
                  <a:lnTo>
                    <a:pt x="179593" y="0"/>
                  </a:lnTo>
                  <a:lnTo>
                    <a:pt x="47213" y="6213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2282315" y="2602388"/>
              <a:ext cx="30438" cy="104532"/>
            </a:xfrm>
            <a:custGeom>
              <a:avLst/>
              <a:gdLst/>
              <a:ahLst/>
              <a:cxnLst/>
              <a:rect l="l" t="t" r="r" b="b"/>
              <a:pathLst>
                <a:path w="30438" h="104532" extrusionOk="0">
                  <a:moveTo>
                    <a:pt x="28312" y="0"/>
                  </a:moveTo>
                  <a:cubicBezTo>
                    <a:pt x="30182" y="0"/>
                    <a:pt x="30598" y="831"/>
                    <a:pt x="30390" y="2702"/>
                  </a:cubicBezTo>
                  <a:lnTo>
                    <a:pt x="12933" y="101623"/>
                  </a:lnTo>
                  <a:cubicBezTo>
                    <a:pt x="12726" y="103493"/>
                    <a:pt x="11894" y="104533"/>
                    <a:pt x="9816" y="104533"/>
                  </a:cubicBezTo>
                  <a:lnTo>
                    <a:pt x="2127" y="104533"/>
                  </a:lnTo>
                  <a:cubicBezTo>
                    <a:pt x="256" y="104533"/>
                    <a:pt x="-159" y="103078"/>
                    <a:pt x="49" y="101623"/>
                  </a:cubicBezTo>
                  <a:lnTo>
                    <a:pt x="17505" y="2702"/>
                  </a:lnTo>
                  <a:cubicBezTo>
                    <a:pt x="17713" y="1247"/>
                    <a:pt x="18337" y="0"/>
                    <a:pt x="20415" y="0"/>
                  </a:cubicBezTo>
                  <a:lnTo>
                    <a:pt x="28104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2313706" y="2628365"/>
              <a:ext cx="67995" cy="78347"/>
            </a:xfrm>
            <a:custGeom>
              <a:avLst/>
              <a:gdLst/>
              <a:ahLst/>
              <a:cxnLst/>
              <a:rect l="l" t="t" r="r" b="b"/>
              <a:pathLst>
                <a:path w="67995" h="78347" extrusionOk="0">
                  <a:moveTo>
                    <a:pt x="67164" y="29302"/>
                  </a:moveTo>
                  <a:lnTo>
                    <a:pt x="59059" y="75438"/>
                  </a:lnTo>
                  <a:cubicBezTo>
                    <a:pt x="58851" y="76893"/>
                    <a:pt x="57189" y="78140"/>
                    <a:pt x="55734" y="78140"/>
                  </a:cubicBezTo>
                  <a:lnTo>
                    <a:pt x="49084" y="78140"/>
                  </a:lnTo>
                  <a:cubicBezTo>
                    <a:pt x="47421" y="78140"/>
                    <a:pt x="46590" y="76685"/>
                    <a:pt x="46798" y="75438"/>
                  </a:cubicBezTo>
                  <a:lnTo>
                    <a:pt x="54903" y="29302"/>
                  </a:lnTo>
                  <a:cubicBezTo>
                    <a:pt x="55318" y="26601"/>
                    <a:pt x="55526" y="23899"/>
                    <a:pt x="55526" y="21613"/>
                  </a:cubicBezTo>
                  <a:cubicBezTo>
                    <a:pt x="55526" y="14963"/>
                    <a:pt x="52617" y="11014"/>
                    <a:pt x="42433" y="11014"/>
                  </a:cubicBezTo>
                  <a:cubicBezTo>
                    <a:pt x="37030" y="11014"/>
                    <a:pt x="31627" y="12053"/>
                    <a:pt x="22691" y="16418"/>
                  </a:cubicBezTo>
                  <a:lnTo>
                    <a:pt x="12300" y="75646"/>
                  </a:lnTo>
                  <a:cubicBezTo>
                    <a:pt x="12092" y="77101"/>
                    <a:pt x="10429" y="78347"/>
                    <a:pt x="8975" y="78347"/>
                  </a:cubicBezTo>
                  <a:lnTo>
                    <a:pt x="2117" y="78347"/>
                  </a:lnTo>
                  <a:cubicBezTo>
                    <a:pt x="454" y="78347"/>
                    <a:pt x="-169" y="76893"/>
                    <a:pt x="39" y="75646"/>
                  </a:cubicBezTo>
                  <a:lnTo>
                    <a:pt x="12508" y="3949"/>
                  </a:lnTo>
                  <a:cubicBezTo>
                    <a:pt x="12715" y="2494"/>
                    <a:pt x="13547" y="1247"/>
                    <a:pt x="16041" y="1247"/>
                  </a:cubicBezTo>
                  <a:lnTo>
                    <a:pt x="22067" y="1247"/>
                  </a:lnTo>
                  <a:cubicBezTo>
                    <a:pt x="24353" y="1247"/>
                    <a:pt x="24977" y="2078"/>
                    <a:pt x="24769" y="3949"/>
                  </a:cubicBezTo>
                  <a:lnTo>
                    <a:pt x="24353" y="6858"/>
                  </a:lnTo>
                  <a:cubicBezTo>
                    <a:pt x="31004" y="3117"/>
                    <a:pt x="37446" y="0"/>
                    <a:pt x="47006" y="0"/>
                  </a:cubicBezTo>
                  <a:cubicBezTo>
                    <a:pt x="61968" y="0"/>
                    <a:pt x="67995" y="9560"/>
                    <a:pt x="67995" y="21613"/>
                  </a:cubicBezTo>
                  <a:cubicBezTo>
                    <a:pt x="67995" y="23899"/>
                    <a:pt x="67787" y="26809"/>
                    <a:pt x="67372" y="2909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2385776" y="2628573"/>
              <a:ext cx="61243" cy="79386"/>
            </a:xfrm>
            <a:custGeom>
              <a:avLst/>
              <a:gdLst/>
              <a:ahLst/>
              <a:cxnLst/>
              <a:rect l="l" t="t" r="r" b="b"/>
              <a:pathLst>
                <a:path w="61243" h="79386" extrusionOk="0">
                  <a:moveTo>
                    <a:pt x="59101" y="1663"/>
                  </a:moveTo>
                  <a:cubicBezTo>
                    <a:pt x="61180" y="2078"/>
                    <a:pt x="61387" y="2494"/>
                    <a:pt x="61180" y="4572"/>
                  </a:cubicBezTo>
                  <a:lnTo>
                    <a:pt x="60556" y="9144"/>
                  </a:lnTo>
                  <a:cubicBezTo>
                    <a:pt x="60348" y="10807"/>
                    <a:pt x="59517" y="11846"/>
                    <a:pt x="57231" y="11638"/>
                  </a:cubicBezTo>
                  <a:cubicBezTo>
                    <a:pt x="52451" y="11014"/>
                    <a:pt x="44554" y="10599"/>
                    <a:pt x="36657" y="10599"/>
                  </a:cubicBezTo>
                  <a:cubicBezTo>
                    <a:pt x="30215" y="10599"/>
                    <a:pt x="21902" y="12469"/>
                    <a:pt x="21902" y="20574"/>
                  </a:cubicBezTo>
                  <a:cubicBezTo>
                    <a:pt x="21902" y="24107"/>
                    <a:pt x="24811" y="26809"/>
                    <a:pt x="29383" y="29926"/>
                  </a:cubicBezTo>
                  <a:lnTo>
                    <a:pt x="41852" y="38239"/>
                  </a:lnTo>
                  <a:cubicBezTo>
                    <a:pt x="51620" y="44681"/>
                    <a:pt x="54322" y="49669"/>
                    <a:pt x="54322" y="56942"/>
                  </a:cubicBezTo>
                  <a:cubicBezTo>
                    <a:pt x="54322" y="73568"/>
                    <a:pt x="39566" y="79387"/>
                    <a:pt x="24188" y="79387"/>
                  </a:cubicBezTo>
                  <a:cubicBezTo>
                    <a:pt x="18369" y="79387"/>
                    <a:pt x="8394" y="78763"/>
                    <a:pt x="2367" y="77308"/>
                  </a:cubicBezTo>
                  <a:cubicBezTo>
                    <a:pt x="912" y="77101"/>
                    <a:pt x="-335" y="76061"/>
                    <a:pt x="81" y="74607"/>
                  </a:cubicBezTo>
                  <a:lnTo>
                    <a:pt x="912" y="69619"/>
                  </a:lnTo>
                  <a:cubicBezTo>
                    <a:pt x="1328" y="67749"/>
                    <a:pt x="1951" y="67125"/>
                    <a:pt x="4445" y="67541"/>
                  </a:cubicBezTo>
                  <a:cubicBezTo>
                    <a:pt x="11095" y="68372"/>
                    <a:pt x="21071" y="68996"/>
                    <a:pt x="26266" y="68996"/>
                  </a:cubicBezTo>
                  <a:cubicBezTo>
                    <a:pt x="34579" y="68996"/>
                    <a:pt x="42060" y="66086"/>
                    <a:pt x="42060" y="56942"/>
                  </a:cubicBezTo>
                  <a:cubicBezTo>
                    <a:pt x="42060" y="53825"/>
                    <a:pt x="40398" y="51123"/>
                    <a:pt x="33955" y="46967"/>
                  </a:cubicBezTo>
                  <a:lnTo>
                    <a:pt x="21279" y="38654"/>
                  </a:lnTo>
                  <a:cubicBezTo>
                    <a:pt x="13589" y="33667"/>
                    <a:pt x="9433" y="28055"/>
                    <a:pt x="9433" y="20366"/>
                  </a:cubicBezTo>
                  <a:cubicBezTo>
                    <a:pt x="9433" y="4780"/>
                    <a:pt x="24396" y="0"/>
                    <a:pt x="38527" y="0"/>
                  </a:cubicBezTo>
                  <a:cubicBezTo>
                    <a:pt x="49334" y="0"/>
                    <a:pt x="53075" y="623"/>
                    <a:pt x="59101" y="1870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452540" y="2611924"/>
              <a:ext cx="47232" cy="95619"/>
            </a:xfrm>
            <a:custGeom>
              <a:avLst/>
              <a:gdLst/>
              <a:ahLst/>
              <a:cxnLst/>
              <a:rect l="l" t="t" r="r" b="b"/>
              <a:pathLst>
                <a:path w="47232" h="95619" extrusionOk="0">
                  <a:moveTo>
                    <a:pt x="44915" y="17480"/>
                  </a:moveTo>
                  <a:cubicBezTo>
                    <a:pt x="46578" y="17480"/>
                    <a:pt x="47409" y="18311"/>
                    <a:pt x="47201" y="20389"/>
                  </a:cubicBezTo>
                  <a:lnTo>
                    <a:pt x="46370" y="25169"/>
                  </a:lnTo>
                  <a:cubicBezTo>
                    <a:pt x="45954" y="27663"/>
                    <a:pt x="44707" y="27870"/>
                    <a:pt x="43045" y="27870"/>
                  </a:cubicBezTo>
                  <a:lnTo>
                    <a:pt x="27874" y="27870"/>
                  </a:lnTo>
                  <a:lnTo>
                    <a:pt x="19146" y="77123"/>
                  </a:lnTo>
                  <a:cubicBezTo>
                    <a:pt x="18938" y="78786"/>
                    <a:pt x="18730" y="80033"/>
                    <a:pt x="18730" y="81280"/>
                  </a:cubicBezTo>
                  <a:cubicBezTo>
                    <a:pt x="18730" y="85436"/>
                    <a:pt x="20601" y="85852"/>
                    <a:pt x="25172" y="85852"/>
                  </a:cubicBezTo>
                  <a:lnTo>
                    <a:pt x="33693" y="85852"/>
                  </a:lnTo>
                  <a:cubicBezTo>
                    <a:pt x="35148" y="85852"/>
                    <a:pt x="35979" y="86267"/>
                    <a:pt x="35771" y="87722"/>
                  </a:cubicBezTo>
                  <a:lnTo>
                    <a:pt x="34940" y="92710"/>
                  </a:lnTo>
                  <a:cubicBezTo>
                    <a:pt x="34732" y="93957"/>
                    <a:pt x="33901" y="94788"/>
                    <a:pt x="32030" y="94996"/>
                  </a:cubicBezTo>
                  <a:cubicBezTo>
                    <a:pt x="29121" y="95411"/>
                    <a:pt x="25796" y="95619"/>
                    <a:pt x="23094" y="95619"/>
                  </a:cubicBezTo>
                  <a:cubicBezTo>
                    <a:pt x="13535" y="95619"/>
                    <a:pt x="6261" y="91878"/>
                    <a:pt x="6261" y="82319"/>
                  </a:cubicBezTo>
                  <a:cubicBezTo>
                    <a:pt x="6261" y="80448"/>
                    <a:pt x="6261" y="79202"/>
                    <a:pt x="6885" y="76916"/>
                  </a:cubicBezTo>
                  <a:lnTo>
                    <a:pt x="15613" y="27870"/>
                  </a:lnTo>
                  <a:lnTo>
                    <a:pt x="2312" y="26416"/>
                  </a:lnTo>
                  <a:cubicBezTo>
                    <a:pt x="858" y="26416"/>
                    <a:pt x="-181" y="25377"/>
                    <a:pt x="26" y="23922"/>
                  </a:cubicBezTo>
                  <a:lnTo>
                    <a:pt x="650" y="20181"/>
                  </a:lnTo>
                  <a:cubicBezTo>
                    <a:pt x="1066" y="18103"/>
                    <a:pt x="2105" y="17687"/>
                    <a:pt x="3767" y="17687"/>
                  </a:cubicBezTo>
                  <a:lnTo>
                    <a:pt x="17483" y="17687"/>
                  </a:lnTo>
                  <a:lnTo>
                    <a:pt x="19769" y="3971"/>
                  </a:lnTo>
                  <a:cubicBezTo>
                    <a:pt x="19977" y="2517"/>
                    <a:pt x="21432" y="1478"/>
                    <a:pt x="22886" y="1062"/>
                  </a:cubicBezTo>
                  <a:lnTo>
                    <a:pt x="30368" y="23"/>
                  </a:lnTo>
                  <a:cubicBezTo>
                    <a:pt x="32238" y="-185"/>
                    <a:pt x="32654" y="1062"/>
                    <a:pt x="32446" y="2309"/>
                  </a:cubicBezTo>
                  <a:lnTo>
                    <a:pt x="29952" y="17687"/>
                  </a:lnTo>
                  <a:lnTo>
                    <a:pt x="45123" y="17687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2498456" y="2600102"/>
              <a:ext cx="30625" cy="106402"/>
            </a:xfrm>
            <a:custGeom>
              <a:avLst/>
              <a:gdLst/>
              <a:ahLst/>
              <a:cxnLst/>
              <a:rect l="l" t="t" r="r" b="b"/>
              <a:pathLst>
                <a:path w="30625" h="106402" extrusionOk="0">
                  <a:moveTo>
                    <a:pt x="22690" y="29302"/>
                  </a:moveTo>
                  <a:cubicBezTo>
                    <a:pt x="24353" y="29302"/>
                    <a:pt x="25392" y="29926"/>
                    <a:pt x="24976" y="32004"/>
                  </a:cubicBezTo>
                  <a:lnTo>
                    <a:pt x="12507" y="103701"/>
                  </a:lnTo>
                  <a:cubicBezTo>
                    <a:pt x="12299" y="105156"/>
                    <a:pt x="11468" y="106403"/>
                    <a:pt x="9182" y="106403"/>
                  </a:cubicBezTo>
                  <a:lnTo>
                    <a:pt x="2324" y="106403"/>
                  </a:lnTo>
                  <a:cubicBezTo>
                    <a:pt x="454" y="106403"/>
                    <a:pt x="-170" y="104948"/>
                    <a:pt x="38" y="103701"/>
                  </a:cubicBezTo>
                  <a:lnTo>
                    <a:pt x="12507" y="32004"/>
                  </a:lnTo>
                  <a:cubicBezTo>
                    <a:pt x="12923" y="29510"/>
                    <a:pt x="14378" y="29302"/>
                    <a:pt x="15832" y="29302"/>
                  </a:cubicBezTo>
                  <a:lnTo>
                    <a:pt x="22483" y="29302"/>
                  </a:lnTo>
                  <a:close/>
                  <a:moveTo>
                    <a:pt x="28301" y="0"/>
                  </a:moveTo>
                  <a:cubicBezTo>
                    <a:pt x="30172" y="0"/>
                    <a:pt x="30795" y="831"/>
                    <a:pt x="30587" y="2909"/>
                  </a:cubicBezTo>
                  <a:lnTo>
                    <a:pt x="28717" y="14132"/>
                  </a:lnTo>
                  <a:cubicBezTo>
                    <a:pt x="28301" y="16002"/>
                    <a:pt x="27678" y="17041"/>
                    <a:pt x="25392" y="17041"/>
                  </a:cubicBezTo>
                  <a:lnTo>
                    <a:pt x="18326" y="17041"/>
                  </a:lnTo>
                  <a:cubicBezTo>
                    <a:pt x="16248" y="17041"/>
                    <a:pt x="15832" y="15586"/>
                    <a:pt x="16040" y="14132"/>
                  </a:cubicBezTo>
                  <a:lnTo>
                    <a:pt x="18118" y="2909"/>
                  </a:lnTo>
                  <a:cubicBezTo>
                    <a:pt x="18326" y="1455"/>
                    <a:pt x="19365" y="0"/>
                    <a:pt x="21444" y="0"/>
                  </a:cubicBezTo>
                  <a:lnTo>
                    <a:pt x="28717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2532550" y="2611924"/>
              <a:ext cx="47232" cy="95619"/>
            </a:xfrm>
            <a:custGeom>
              <a:avLst/>
              <a:gdLst/>
              <a:ahLst/>
              <a:cxnLst/>
              <a:rect l="l" t="t" r="r" b="b"/>
              <a:pathLst>
                <a:path w="47232" h="95619" extrusionOk="0">
                  <a:moveTo>
                    <a:pt x="44915" y="17480"/>
                  </a:moveTo>
                  <a:cubicBezTo>
                    <a:pt x="46578" y="17480"/>
                    <a:pt x="47409" y="18311"/>
                    <a:pt x="47201" y="20389"/>
                  </a:cubicBezTo>
                  <a:lnTo>
                    <a:pt x="46370" y="25169"/>
                  </a:lnTo>
                  <a:cubicBezTo>
                    <a:pt x="45954" y="27663"/>
                    <a:pt x="44707" y="27870"/>
                    <a:pt x="43045" y="27870"/>
                  </a:cubicBezTo>
                  <a:lnTo>
                    <a:pt x="27874" y="27870"/>
                  </a:lnTo>
                  <a:lnTo>
                    <a:pt x="19146" y="77123"/>
                  </a:lnTo>
                  <a:cubicBezTo>
                    <a:pt x="18938" y="78786"/>
                    <a:pt x="18730" y="80033"/>
                    <a:pt x="18730" y="81280"/>
                  </a:cubicBezTo>
                  <a:cubicBezTo>
                    <a:pt x="18730" y="85436"/>
                    <a:pt x="20601" y="85852"/>
                    <a:pt x="25173" y="85852"/>
                  </a:cubicBezTo>
                  <a:lnTo>
                    <a:pt x="33693" y="85852"/>
                  </a:lnTo>
                  <a:cubicBezTo>
                    <a:pt x="35356" y="85852"/>
                    <a:pt x="35979" y="86267"/>
                    <a:pt x="35771" y="87722"/>
                  </a:cubicBezTo>
                  <a:lnTo>
                    <a:pt x="34940" y="92710"/>
                  </a:lnTo>
                  <a:cubicBezTo>
                    <a:pt x="34732" y="93957"/>
                    <a:pt x="33901" y="94788"/>
                    <a:pt x="32030" y="94996"/>
                  </a:cubicBezTo>
                  <a:cubicBezTo>
                    <a:pt x="29121" y="95411"/>
                    <a:pt x="25796" y="95619"/>
                    <a:pt x="23094" y="95619"/>
                  </a:cubicBezTo>
                  <a:cubicBezTo>
                    <a:pt x="13535" y="95619"/>
                    <a:pt x="6261" y="91878"/>
                    <a:pt x="6261" y="82319"/>
                  </a:cubicBezTo>
                  <a:cubicBezTo>
                    <a:pt x="6261" y="80448"/>
                    <a:pt x="6261" y="79202"/>
                    <a:pt x="6885" y="76916"/>
                  </a:cubicBezTo>
                  <a:lnTo>
                    <a:pt x="15613" y="27870"/>
                  </a:lnTo>
                  <a:lnTo>
                    <a:pt x="2312" y="26416"/>
                  </a:lnTo>
                  <a:cubicBezTo>
                    <a:pt x="858" y="26416"/>
                    <a:pt x="-181" y="25377"/>
                    <a:pt x="26" y="23922"/>
                  </a:cubicBezTo>
                  <a:lnTo>
                    <a:pt x="650" y="20181"/>
                  </a:lnTo>
                  <a:cubicBezTo>
                    <a:pt x="1066" y="18103"/>
                    <a:pt x="2105" y="17687"/>
                    <a:pt x="3767" y="17687"/>
                  </a:cubicBezTo>
                  <a:lnTo>
                    <a:pt x="17483" y="17687"/>
                  </a:lnTo>
                  <a:lnTo>
                    <a:pt x="19769" y="3971"/>
                  </a:lnTo>
                  <a:cubicBezTo>
                    <a:pt x="19977" y="2517"/>
                    <a:pt x="21224" y="1478"/>
                    <a:pt x="22887" y="1062"/>
                  </a:cubicBezTo>
                  <a:lnTo>
                    <a:pt x="30368" y="23"/>
                  </a:lnTo>
                  <a:cubicBezTo>
                    <a:pt x="32238" y="-185"/>
                    <a:pt x="32654" y="1062"/>
                    <a:pt x="32446" y="2309"/>
                  </a:cubicBezTo>
                  <a:lnTo>
                    <a:pt x="29952" y="17687"/>
                  </a:lnTo>
                  <a:lnTo>
                    <a:pt x="45123" y="17687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2580791" y="2629404"/>
              <a:ext cx="68005" cy="78555"/>
            </a:xfrm>
            <a:custGeom>
              <a:avLst/>
              <a:gdLst/>
              <a:ahLst/>
              <a:cxnLst/>
              <a:rect l="l" t="t" r="r" b="b"/>
              <a:pathLst>
                <a:path w="68005" h="78555" extrusionOk="0">
                  <a:moveTo>
                    <a:pt x="65878" y="0"/>
                  </a:moveTo>
                  <a:cubicBezTo>
                    <a:pt x="67749" y="0"/>
                    <a:pt x="68164" y="1455"/>
                    <a:pt x="67956" y="2909"/>
                  </a:cubicBezTo>
                  <a:lnTo>
                    <a:pt x="55487" y="74607"/>
                  </a:lnTo>
                  <a:cubicBezTo>
                    <a:pt x="55280" y="76061"/>
                    <a:pt x="53825" y="77516"/>
                    <a:pt x="52162" y="77516"/>
                  </a:cubicBezTo>
                  <a:lnTo>
                    <a:pt x="45512" y="77516"/>
                  </a:lnTo>
                  <a:cubicBezTo>
                    <a:pt x="43850" y="77516"/>
                    <a:pt x="43226" y="76061"/>
                    <a:pt x="43434" y="74607"/>
                  </a:cubicBezTo>
                  <a:lnTo>
                    <a:pt x="43850" y="72113"/>
                  </a:lnTo>
                  <a:cubicBezTo>
                    <a:pt x="35537" y="76477"/>
                    <a:pt x="28887" y="78555"/>
                    <a:pt x="20574" y="78555"/>
                  </a:cubicBezTo>
                  <a:cubicBezTo>
                    <a:pt x="8521" y="78555"/>
                    <a:pt x="0" y="71074"/>
                    <a:pt x="0" y="56319"/>
                  </a:cubicBezTo>
                  <a:cubicBezTo>
                    <a:pt x="0" y="53617"/>
                    <a:pt x="208" y="50915"/>
                    <a:pt x="831" y="47798"/>
                  </a:cubicBezTo>
                  <a:lnTo>
                    <a:pt x="8728" y="3117"/>
                  </a:lnTo>
                  <a:cubicBezTo>
                    <a:pt x="9144" y="1039"/>
                    <a:pt x="10599" y="208"/>
                    <a:pt x="12053" y="208"/>
                  </a:cubicBezTo>
                  <a:lnTo>
                    <a:pt x="18704" y="208"/>
                  </a:lnTo>
                  <a:cubicBezTo>
                    <a:pt x="20366" y="208"/>
                    <a:pt x="21197" y="1247"/>
                    <a:pt x="20990" y="3117"/>
                  </a:cubicBezTo>
                  <a:lnTo>
                    <a:pt x="12885" y="49253"/>
                  </a:lnTo>
                  <a:cubicBezTo>
                    <a:pt x="12261" y="52370"/>
                    <a:pt x="12053" y="55072"/>
                    <a:pt x="12053" y="57358"/>
                  </a:cubicBezTo>
                  <a:cubicBezTo>
                    <a:pt x="12053" y="65255"/>
                    <a:pt x="15794" y="67749"/>
                    <a:pt x="25146" y="67749"/>
                  </a:cubicBezTo>
                  <a:cubicBezTo>
                    <a:pt x="30965" y="67749"/>
                    <a:pt x="38031" y="65671"/>
                    <a:pt x="45097" y="62553"/>
                  </a:cubicBezTo>
                  <a:lnTo>
                    <a:pt x="55487" y="3117"/>
                  </a:lnTo>
                  <a:cubicBezTo>
                    <a:pt x="55695" y="1663"/>
                    <a:pt x="56527" y="208"/>
                    <a:pt x="58813" y="208"/>
                  </a:cubicBezTo>
                  <a:lnTo>
                    <a:pt x="65670" y="208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2656202" y="2611924"/>
              <a:ext cx="47232" cy="95619"/>
            </a:xfrm>
            <a:custGeom>
              <a:avLst/>
              <a:gdLst/>
              <a:ahLst/>
              <a:cxnLst/>
              <a:rect l="l" t="t" r="r" b="b"/>
              <a:pathLst>
                <a:path w="47232" h="95619" extrusionOk="0">
                  <a:moveTo>
                    <a:pt x="44915" y="17480"/>
                  </a:moveTo>
                  <a:cubicBezTo>
                    <a:pt x="46578" y="17480"/>
                    <a:pt x="47409" y="18311"/>
                    <a:pt x="47201" y="20389"/>
                  </a:cubicBezTo>
                  <a:lnTo>
                    <a:pt x="46370" y="25169"/>
                  </a:lnTo>
                  <a:cubicBezTo>
                    <a:pt x="45954" y="27663"/>
                    <a:pt x="44707" y="27870"/>
                    <a:pt x="43045" y="27870"/>
                  </a:cubicBezTo>
                  <a:lnTo>
                    <a:pt x="27874" y="27870"/>
                  </a:lnTo>
                  <a:lnTo>
                    <a:pt x="19146" y="77123"/>
                  </a:lnTo>
                  <a:cubicBezTo>
                    <a:pt x="18938" y="78786"/>
                    <a:pt x="18730" y="80033"/>
                    <a:pt x="18730" y="81280"/>
                  </a:cubicBezTo>
                  <a:cubicBezTo>
                    <a:pt x="18730" y="85436"/>
                    <a:pt x="20600" y="85852"/>
                    <a:pt x="25172" y="85852"/>
                  </a:cubicBezTo>
                  <a:lnTo>
                    <a:pt x="33693" y="85852"/>
                  </a:lnTo>
                  <a:cubicBezTo>
                    <a:pt x="35356" y="85852"/>
                    <a:pt x="35979" y="86267"/>
                    <a:pt x="35771" y="87722"/>
                  </a:cubicBezTo>
                  <a:lnTo>
                    <a:pt x="34940" y="92710"/>
                  </a:lnTo>
                  <a:cubicBezTo>
                    <a:pt x="34732" y="93957"/>
                    <a:pt x="33901" y="94788"/>
                    <a:pt x="32031" y="94996"/>
                  </a:cubicBezTo>
                  <a:cubicBezTo>
                    <a:pt x="29121" y="95411"/>
                    <a:pt x="25796" y="95619"/>
                    <a:pt x="23094" y="95619"/>
                  </a:cubicBezTo>
                  <a:cubicBezTo>
                    <a:pt x="13535" y="95619"/>
                    <a:pt x="6261" y="91878"/>
                    <a:pt x="6261" y="82319"/>
                  </a:cubicBezTo>
                  <a:cubicBezTo>
                    <a:pt x="6261" y="80448"/>
                    <a:pt x="6261" y="79202"/>
                    <a:pt x="6885" y="76916"/>
                  </a:cubicBezTo>
                  <a:lnTo>
                    <a:pt x="15613" y="27870"/>
                  </a:lnTo>
                  <a:lnTo>
                    <a:pt x="2313" y="26416"/>
                  </a:lnTo>
                  <a:cubicBezTo>
                    <a:pt x="858" y="26416"/>
                    <a:pt x="-181" y="25377"/>
                    <a:pt x="26" y="23922"/>
                  </a:cubicBezTo>
                  <a:lnTo>
                    <a:pt x="650" y="20181"/>
                  </a:lnTo>
                  <a:cubicBezTo>
                    <a:pt x="1066" y="18103"/>
                    <a:pt x="2105" y="17687"/>
                    <a:pt x="3767" y="17687"/>
                  </a:cubicBezTo>
                  <a:lnTo>
                    <a:pt x="17483" y="17687"/>
                  </a:lnTo>
                  <a:lnTo>
                    <a:pt x="19769" y="3971"/>
                  </a:lnTo>
                  <a:cubicBezTo>
                    <a:pt x="19977" y="2517"/>
                    <a:pt x="21224" y="1478"/>
                    <a:pt x="22886" y="1062"/>
                  </a:cubicBezTo>
                  <a:lnTo>
                    <a:pt x="30368" y="23"/>
                  </a:lnTo>
                  <a:cubicBezTo>
                    <a:pt x="32238" y="-185"/>
                    <a:pt x="32654" y="1062"/>
                    <a:pt x="32446" y="2309"/>
                  </a:cubicBezTo>
                  <a:lnTo>
                    <a:pt x="29952" y="17687"/>
                  </a:lnTo>
                  <a:lnTo>
                    <a:pt x="45123" y="17687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2700702" y="2628365"/>
              <a:ext cx="65670" cy="79178"/>
            </a:xfrm>
            <a:custGeom>
              <a:avLst/>
              <a:gdLst/>
              <a:ahLst/>
              <a:cxnLst/>
              <a:rect l="l" t="t" r="r" b="b"/>
              <a:pathLst>
                <a:path w="65670" h="79178" extrusionOk="0">
                  <a:moveTo>
                    <a:pt x="65047" y="34290"/>
                  </a:moveTo>
                  <a:lnTo>
                    <a:pt x="63177" y="44889"/>
                  </a:lnTo>
                  <a:cubicBezTo>
                    <a:pt x="59644" y="66294"/>
                    <a:pt x="48006" y="79179"/>
                    <a:pt x="25769" y="79179"/>
                  </a:cubicBezTo>
                  <a:cubicBezTo>
                    <a:pt x="8936" y="79179"/>
                    <a:pt x="0" y="68164"/>
                    <a:pt x="0" y="52578"/>
                  </a:cubicBezTo>
                  <a:cubicBezTo>
                    <a:pt x="0" y="50084"/>
                    <a:pt x="208" y="47590"/>
                    <a:pt x="623" y="44889"/>
                  </a:cubicBezTo>
                  <a:lnTo>
                    <a:pt x="2494" y="34290"/>
                  </a:lnTo>
                  <a:cubicBezTo>
                    <a:pt x="6442" y="11430"/>
                    <a:pt x="18704" y="0"/>
                    <a:pt x="39693" y="0"/>
                  </a:cubicBezTo>
                  <a:cubicBezTo>
                    <a:pt x="56942" y="0"/>
                    <a:pt x="65671" y="11014"/>
                    <a:pt x="65671" y="26393"/>
                  </a:cubicBezTo>
                  <a:cubicBezTo>
                    <a:pt x="65671" y="28887"/>
                    <a:pt x="65463" y="31588"/>
                    <a:pt x="65047" y="34290"/>
                  </a:cubicBezTo>
                  <a:moveTo>
                    <a:pt x="37823" y="10807"/>
                  </a:moveTo>
                  <a:cubicBezTo>
                    <a:pt x="25562" y="10807"/>
                    <a:pt x="17249" y="19951"/>
                    <a:pt x="14755" y="34290"/>
                  </a:cubicBezTo>
                  <a:lnTo>
                    <a:pt x="12885" y="44889"/>
                  </a:lnTo>
                  <a:cubicBezTo>
                    <a:pt x="12261" y="48006"/>
                    <a:pt x="12053" y="50708"/>
                    <a:pt x="12053" y="53201"/>
                  </a:cubicBezTo>
                  <a:cubicBezTo>
                    <a:pt x="12053" y="63177"/>
                    <a:pt x="16626" y="68372"/>
                    <a:pt x="27432" y="68372"/>
                  </a:cubicBezTo>
                  <a:cubicBezTo>
                    <a:pt x="39901" y="68372"/>
                    <a:pt x="48214" y="58605"/>
                    <a:pt x="50708" y="44889"/>
                  </a:cubicBezTo>
                  <a:lnTo>
                    <a:pt x="52578" y="34290"/>
                  </a:lnTo>
                  <a:cubicBezTo>
                    <a:pt x="53202" y="31381"/>
                    <a:pt x="53202" y="28679"/>
                    <a:pt x="53202" y="26185"/>
                  </a:cubicBezTo>
                  <a:cubicBezTo>
                    <a:pt x="53202" y="16002"/>
                    <a:pt x="48630" y="10807"/>
                    <a:pt x="37823" y="1080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2257426" y="2770305"/>
              <a:ext cx="72895" cy="106195"/>
            </a:xfrm>
            <a:custGeom>
              <a:avLst/>
              <a:gdLst/>
              <a:ahLst/>
              <a:cxnLst/>
              <a:rect l="l" t="t" r="r" b="b"/>
              <a:pathLst>
                <a:path w="72895" h="106195" extrusionOk="0">
                  <a:moveTo>
                    <a:pt x="22652" y="25562"/>
                  </a:moveTo>
                  <a:lnTo>
                    <a:pt x="19327" y="45097"/>
                  </a:lnTo>
                  <a:lnTo>
                    <a:pt x="62553" y="45097"/>
                  </a:lnTo>
                  <a:cubicBezTo>
                    <a:pt x="64008" y="45097"/>
                    <a:pt x="65047" y="45720"/>
                    <a:pt x="64839" y="48006"/>
                  </a:cubicBezTo>
                  <a:lnTo>
                    <a:pt x="64008" y="53409"/>
                  </a:lnTo>
                  <a:cubicBezTo>
                    <a:pt x="63800" y="55072"/>
                    <a:pt x="62969" y="56319"/>
                    <a:pt x="60683" y="56319"/>
                  </a:cubicBezTo>
                  <a:lnTo>
                    <a:pt x="17457" y="56319"/>
                  </a:lnTo>
                  <a:lnTo>
                    <a:pt x="13300" y="80010"/>
                  </a:lnTo>
                  <a:cubicBezTo>
                    <a:pt x="12885" y="82296"/>
                    <a:pt x="12677" y="84166"/>
                    <a:pt x="12677" y="85829"/>
                  </a:cubicBezTo>
                  <a:cubicBezTo>
                    <a:pt x="12677" y="92063"/>
                    <a:pt x="16210" y="94765"/>
                    <a:pt x="28055" y="94765"/>
                  </a:cubicBezTo>
                  <a:lnTo>
                    <a:pt x="54656" y="94765"/>
                  </a:lnTo>
                  <a:cubicBezTo>
                    <a:pt x="56111" y="94765"/>
                    <a:pt x="56527" y="94973"/>
                    <a:pt x="56319" y="96428"/>
                  </a:cubicBezTo>
                  <a:lnTo>
                    <a:pt x="55072" y="103286"/>
                  </a:lnTo>
                  <a:cubicBezTo>
                    <a:pt x="55072" y="103286"/>
                    <a:pt x="54864" y="104948"/>
                    <a:pt x="53409" y="105156"/>
                  </a:cubicBezTo>
                  <a:cubicBezTo>
                    <a:pt x="49253" y="105572"/>
                    <a:pt x="34082" y="106195"/>
                    <a:pt x="25769" y="106195"/>
                  </a:cubicBezTo>
                  <a:cubicBezTo>
                    <a:pt x="9767" y="106195"/>
                    <a:pt x="0" y="99545"/>
                    <a:pt x="0" y="86037"/>
                  </a:cubicBezTo>
                  <a:cubicBezTo>
                    <a:pt x="0" y="84166"/>
                    <a:pt x="0" y="82296"/>
                    <a:pt x="623" y="80218"/>
                  </a:cubicBezTo>
                  <a:lnTo>
                    <a:pt x="9975" y="26185"/>
                  </a:lnTo>
                  <a:cubicBezTo>
                    <a:pt x="13716" y="5611"/>
                    <a:pt x="24938" y="0"/>
                    <a:pt x="44473" y="0"/>
                  </a:cubicBezTo>
                  <a:cubicBezTo>
                    <a:pt x="60267" y="0"/>
                    <a:pt x="67957" y="623"/>
                    <a:pt x="71697" y="1247"/>
                  </a:cubicBezTo>
                  <a:cubicBezTo>
                    <a:pt x="72736" y="1247"/>
                    <a:pt x="73152" y="1870"/>
                    <a:pt x="72736" y="3117"/>
                  </a:cubicBezTo>
                  <a:lnTo>
                    <a:pt x="71489" y="9767"/>
                  </a:lnTo>
                  <a:cubicBezTo>
                    <a:pt x="71489" y="11222"/>
                    <a:pt x="70658" y="11430"/>
                    <a:pt x="69619" y="11430"/>
                  </a:cubicBezTo>
                  <a:lnTo>
                    <a:pt x="42603" y="11430"/>
                  </a:lnTo>
                  <a:cubicBezTo>
                    <a:pt x="27640" y="11430"/>
                    <a:pt x="24523" y="15379"/>
                    <a:pt x="22652" y="2597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2329954" y="2797945"/>
              <a:ext cx="68005" cy="78555"/>
            </a:xfrm>
            <a:custGeom>
              <a:avLst/>
              <a:gdLst/>
              <a:ahLst/>
              <a:cxnLst/>
              <a:rect l="l" t="t" r="r" b="b"/>
              <a:pathLst>
                <a:path w="68005" h="78555" extrusionOk="0">
                  <a:moveTo>
                    <a:pt x="65878" y="0"/>
                  </a:moveTo>
                  <a:cubicBezTo>
                    <a:pt x="67749" y="0"/>
                    <a:pt x="68164" y="1455"/>
                    <a:pt x="67957" y="2909"/>
                  </a:cubicBezTo>
                  <a:lnTo>
                    <a:pt x="55487" y="74607"/>
                  </a:lnTo>
                  <a:cubicBezTo>
                    <a:pt x="55280" y="76269"/>
                    <a:pt x="53825" y="77516"/>
                    <a:pt x="52162" y="77516"/>
                  </a:cubicBezTo>
                  <a:lnTo>
                    <a:pt x="45512" y="77516"/>
                  </a:lnTo>
                  <a:cubicBezTo>
                    <a:pt x="43850" y="77516"/>
                    <a:pt x="43226" y="76061"/>
                    <a:pt x="43434" y="74607"/>
                  </a:cubicBezTo>
                  <a:lnTo>
                    <a:pt x="43850" y="72113"/>
                  </a:lnTo>
                  <a:cubicBezTo>
                    <a:pt x="35537" y="76477"/>
                    <a:pt x="28887" y="78555"/>
                    <a:pt x="20574" y="78555"/>
                  </a:cubicBezTo>
                  <a:cubicBezTo>
                    <a:pt x="8521" y="78555"/>
                    <a:pt x="0" y="71074"/>
                    <a:pt x="0" y="56319"/>
                  </a:cubicBezTo>
                  <a:cubicBezTo>
                    <a:pt x="0" y="53617"/>
                    <a:pt x="208" y="50915"/>
                    <a:pt x="831" y="47798"/>
                  </a:cubicBezTo>
                  <a:lnTo>
                    <a:pt x="8728" y="3117"/>
                  </a:lnTo>
                  <a:cubicBezTo>
                    <a:pt x="9144" y="1039"/>
                    <a:pt x="10599" y="208"/>
                    <a:pt x="12053" y="208"/>
                  </a:cubicBezTo>
                  <a:lnTo>
                    <a:pt x="18704" y="208"/>
                  </a:lnTo>
                  <a:cubicBezTo>
                    <a:pt x="20366" y="208"/>
                    <a:pt x="21197" y="1247"/>
                    <a:pt x="20990" y="3117"/>
                  </a:cubicBezTo>
                  <a:lnTo>
                    <a:pt x="12885" y="49253"/>
                  </a:lnTo>
                  <a:cubicBezTo>
                    <a:pt x="12261" y="52370"/>
                    <a:pt x="12053" y="55072"/>
                    <a:pt x="12053" y="57358"/>
                  </a:cubicBezTo>
                  <a:cubicBezTo>
                    <a:pt x="12053" y="65255"/>
                    <a:pt x="15794" y="67749"/>
                    <a:pt x="25146" y="67749"/>
                  </a:cubicBezTo>
                  <a:cubicBezTo>
                    <a:pt x="30965" y="67749"/>
                    <a:pt x="38031" y="65878"/>
                    <a:pt x="45097" y="62553"/>
                  </a:cubicBezTo>
                  <a:lnTo>
                    <a:pt x="55487" y="3117"/>
                  </a:lnTo>
                  <a:cubicBezTo>
                    <a:pt x="55695" y="1663"/>
                    <a:pt x="56527" y="208"/>
                    <a:pt x="58813" y="208"/>
                  </a:cubicBezTo>
                  <a:lnTo>
                    <a:pt x="65671" y="208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2409318" y="2797945"/>
              <a:ext cx="64030" cy="78347"/>
            </a:xfrm>
            <a:custGeom>
              <a:avLst/>
              <a:gdLst/>
              <a:ahLst/>
              <a:cxnLst/>
              <a:rect l="l" t="t" r="r" b="b"/>
              <a:pathLst>
                <a:path w="64030" h="78347" extrusionOk="0">
                  <a:moveTo>
                    <a:pt x="63407" y="3325"/>
                  </a:moveTo>
                  <a:lnTo>
                    <a:pt x="34105" y="67125"/>
                  </a:lnTo>
                  <a:cubicBezTo>
                    <a:pt x="29948" y="76061"/>
                    <a:pt x="24130" y="78347"/>
                    <a:pt x="18518" y="78347"/>
                  </a:cubicBezTo>
                  <a:cubicBezTo>
                    <a:pt x="12907" y="78347"/>
                    <a:pt x="7920" y="76061"/>
                    <a:pt x="6881" y="67125"/>
                  </a:cubicBezTo>
                  <a:lnTo>
                    <a:pt x="23" y="3325"/>
                  </a:lnTo>
                  <a:cubicBezTo>
                    <a:pt x="-185" y="831"/>
                    <a:pt x="1062" y="0"/>
                    <a:pt x="2724" y="0"/>
                  </a:cubicBezTo>
                  <a:lnTo>
                    <a:pt x="9790" y="0"/>
                  </a:lnTo>
                  <a:cubicBezTo>
                    <a:pt x="10829" y="0"/>
                    <a:pt x="11868" y="831"/>
                    <a:pt x="12076" y="2702"/>
                  </a:cubicBezTo>
                  <a:lnTo>
                    <a:pt x="17064" y="63592"/>
                  </a:lnTo>
                  <a:cubicBezTo>
                    <a:pt x="17272" y="67125"/>
                    <a:pt x="18311" y="67957"/>
                    <a:pt x="19765" y="67957"/>
                  </a:cubicBezTo>
                  <a:cubicBezTo>
                    <a:pt x="21012" y="67957"/>
                    <a:pt x="22259" y="67125"/>
                    <a:pt x="23922" y="63592"/>
                  </a:cubicBezTo>
                  <a:lnTo>
                    <a:pt x="50522" y="2702"/>
                  </a:lnTo>
                  <a:cubicBezTo>
                    <a:pt x="51354" y="831"/>
                    <a:pt x="51977" y="0"/>
                    <a:pt x="54263" y="0"/>
                  </a:cubicBezTo>
                  <a:lnTo>
                    <a:pt x="62160" y="0"/>
                  </a:lnTo>
                  <a:cubicBezTo>
                    <a:pt x="63199" y="0"/>
                    <a:pt x="64031" y="623"/>
                    <a:pt x="64031" y="1663"/>
                  </a:cubicBezTo>
                  <a:cubicBezTo>
                    <a:pt x="64031" y="2286"/>
                    <a:pt x="64031" y="2909"/>
                    <a:pt x="63615" y="3325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2468985" y="2797113"/>
              <a:ext cx="66878" cy="79178"/>
            </a:xfrm>
            <a:custGeom>
              <a:avLst/>
              <a:gdLst/>
              <a:ahLst/>
              <a:cxnLst/>
              <a:rect l="l" t="t" r="r" b="b"/>
              <a:pathLst>
                <a:path w="66878" h="79178" extrusionOk="0">
                  <a:moveTo>
                    <a:pt x="64424" y="3117"/>
                  </a:moveTo>
                  <a:cubicBezTo>
                    <a:pt x="66917" y="3741"/>
                    <a:pt x="67125" y="4572"/>
                    <a:pt x="66710" y="6442"/>
                  </a:cubicBezTo>
                  <a:lnTo>
                    <a:pt x="54656" y="75438"/>
                  </a:lnTo>
                  <a:cubicBezTo>
                    <a:pt x="54448" y="76893"/>
                    <a:pt x="53617" y="78140"/>
                    <a:pt x="51539" y="78140"/>
                  </a:cubicBezTo>
                  <a:lnTo>
                    <a:pt x="45928" y="78140"/>
                  </a:lnTo>
                  <a:cubicBezTo>
                    <a:pt x="43850" y="78140"/>
                    <a:pt x="43642" y="77101"/>
                    <a:pt x="43850" y="75022"/>
                  </a:cubicBezTo>
                  <a:lnTo>
                    <a:pt x="44473" y="70658"/>
                  </a:lnTo>
                  <a:cubicBezTo>
                    <a:pt x="36160" y="76477"/>
                    <a:pt x="31173" y="79179"/>
                    <a:pt x="21821" y="79179"/>
                  </a:cubicBezTo>
                  <a:cubicBezTo>
                    <a:pt x="9975" y="79179"/>
                    <a:pt x="0" y="71489"/>
                    <a:pt x="0" y="54241"/>
                  </a:cubicBezTo>
                  <a:cubicBezTo>
                    <a:pt x="0" y="51539"/>
                    <a:pt x="208" y="48837"/>
                    <a:pt x="831" y="45928"/>
                  </a:cubicBezTo>
                  <a:lnTo>
                    <a:pt x="3325" y="32004"/>
                  </a:lnTo>
                  <a:cubicBezTo>
                    <a:pt x="7689" y="7689"/>
                    <a:pt x="23068" y="0"/>
                    <a:pt x="39901" y="0"/>
                  </a:cubicBezTo>
                  <a:cubicBezTo>
                    <a:pt x="48422" y="0"/>
                    <a:pt x="57358" y="1455"/>
                    <a:pt x="64424" y="3325"/>
                  </a:cubicBezTo>
                  <a:moveTo>
                    <a:pt x="39901" y="10183"/>
                  </a:moveTo>
                  <a:cubicBezTo>
                    <a:pt x="25354" y="10183"/>
                    <a:pt x="18080" y="18288"/>
                    <a:pt x="15379" y="33043"/>
                  </a:cubicBezTo>
                  <a:lnTo>
                    <a:pt x="12885" y="47590"/>
                  </a:lnTo>
                  <a:cubicBezTo>
                    <a:pt x="12469" y="49669"/>
                    <a:pt x="12261" y="51955"/>
                    <a:pt x="12261" y="54033"/>
                  </a:cubicBezTo>
                  <a:cubicBezTo>
                    <a:pt x="12261" y="64839"/>
                    <a:pt x="17665" y="68580"/>
                    <a:pt x="24523" y="68580"/>
                  </a:cubicBezTo>
                  <a:cubicBezTo>
                    <a:pt x="31381" y="68580"/>
                    <a:pt x="37199" y="65671"/>
                    <a:pt x="44889" y="60475"/>
                  </a:cubicBezTo>
                  <a:lnTo>
                    <a:pt x="53409" y="11638"/>
                  </a:lnTo>
                  <a:cubicBezTo>
                    <a:pt x="49669" y="11014"/>
                    <a:pt x="45720" y="10183"/>
                    <a:pt x="39693" y="10183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2540235" y="2769473"/>
              <a:ext cx="30064" cy="105571"/>
            </a:xfrm>
            <a:custGeom>
              <a:avLst/>
              <a:gdLst/>
              <a:ahLst/>
              <a:cxnLst/>
              <a:rect l="l" t="t" r="r" b="b"/>
              <a:pathLst>
                <a:path w="30064" h="105571" extrusionOk="0">
                  <a:moveTo>
                    <a:pt x="28087" y="0"/>
                  </a:moveTo>
                  <a:cubicBezTo>
                    <a:pt x="29542" y="0"/>
                    <a:pt x="30373" y="623"/>
                    <a:pt x="29957" y="2702"/>
                  </a:cubicBezTo>
                  <a:lnTo>
                    <a:pt x="12501" y="102870"/>
                  </a:lnTo>
                  <a:cubicBezTo>
                    <a:pt x="12293" y="104325"/>
                    <a:pt x="11669" y="105572"/>
                    <a:pt x="9383" y="105572"/>
                  </a:cubicBezTo>
                  <a:lnTo>
                    <a:pt x="2110" y="105572"/>
                  </a:lnTo>
                  <a:cubicBezTo>
                    <a:pt x="655" y="105572"/>
                    <a:pt x="-176" y="104117"/>
                    <a:pt x="32" y="102870"/>
                  </a:cubicBezTo>
                  <a:lnTo>
                    <a:pt x="17696" y="2702"/>
                  </a:lnTo>
                  <a:cubicBezTo>
                    <a:pt x="17904" y="1039"/>
                    <a:pt x="18735" y="0"/>
                    <a:pt x="20813" y="0"/>
                  </a:cubicBezTo>
                  <a:lnTo>
                    <a:pt x="28087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13"/>
            <p:cNvSpPr/>
            <p:nvPr/>
          </p:nvSpPr>
          <p:spPr>
            <a:xfrm>
              <a:off x="2571855" y="2769473"/>
              <a:ext cx="72427" cy="106818"/>
            </a:xfrm>
            <a:custGeom>
              <a:avLst/>
              <a:gdLst/>
              <a:ahLst/>
              <a:cxnLst/>
              <a:rect l="l" t="t" r="r" b="b"/>
              <a:pathLst>
                <a:path w="72427" h="106818" extrusionOk="0">
                  <a:moveTo>
                    <a:pt x="63177" y="0"/>
                  </a:moveTo>
                  <a:lnTo>
                    <a:pt x="70450" y="0"/>
                  </a:lnTo>
                  <a:cubicBezTo>
                    <a:pt x="71905" y="0"/>
                    <a:pt x="72736" y="831"/>
                    <a:pt x="72321" y="2702"/>
                  </a:cubicBezTo>
                  <a:lnTo>
                    <a:pt x="55072" y="101000"/>
                  </a:lnTo>
                  <a:cubicBezTo>
                    <a:pt x="54864" y="102870"/>
                    <a:pt x="54033" y="103909"/>
                    <a:pt x="51539" y="104325"/>
                  </a:cubicBezTo>
                  <a:cubicBezTo>
                    <a:pt x="42603" y="105987"/>
                    <a:pt x="33874" y="106819"/>
                    <a:pt x="25354" y="106819"/>
                  </a:cubicBezTo>
                  <a:cubicBezTo>
                    <a:pt x="8313" y="106819"/>
                    <a:pt x="0" y="96220"/>
                    <a:pt x="0" y="81049"/>
                  </a:cubicBezTo>
                  <a:cubicBezTo>
                    <a:pt x="0" y="78140"/>
                    <a:pt x="208" y="75230"/>
                    <a:pt x="831" y="72113"/>
                  </a:cubicBezTo>
                  <a:lnTo>
                    <a:pt x="2702" y="61930"/>
                  </a:lnTo>
                  <a:cubicBezTo>
                    <a:pt x="7066" y="37823"/>
                    <a:pt x="18911" y="27640"/>
                    <a:pt x="39278" y="27640"/>
                  </a:cubicBezTo>
                  <a:cubicBezTo>
                    <a:pt x="43642" y="27640"/>
                    <a:pt x="50292" y="28055"/>
                    <a:pt x="55487" y="29095"/>
                  </a:cubicBezTo>
                  <a:lnTo>
                    <a:pt x="60059" y="2909"/>
                  </a:lnTo>
                  <a:cubicBezTo>
                    <a:pt x="60475" y="1039"/>
                    <a:pt x="61722" y="208"/>
                    <a:pt x="63384" y="208"/>
                  </a:cubicBezTo>
                  <a:moveTo>
                    <a:pt x="37199" y="38239"/>
                  </a:moveTo>
                  <a:cubicBezTo>
                    <a:pt x="23483" y="38239"/>
                    <a:pt x="17249" y="48214"/>
                    <a:pt x="14755" y="61930"/>
                  </a:cubicBezTo>
                  <a:lnTo>
                    <a:pt x="12885" y="72113"/>
                  </a:lnTo>
                  <a:cubicBezTo>
                    <a:pt x="12261" y="75438"/>
                    <a:pt x="11846" y="78555"/>
                    <a:pt x="11846" y="81257"/>
                  </a:cubicBezTo>
                  <a:cubicBezTo>
                    <a:pt x="11846" y="90817"/>
                    <a:pt x="16002" y="96012"/>
                    <a:pt x="26808" y="96012"/>
                  </a:cubicBezTo>
                  <a:cubicBezTo>
                    <a:pt x="31588" y="96012"/>
                    <a:pt x="38446" y="95596"/>
                    <a:pt x="43434" y="95181"/>
                  </a:cubicBezTo>
                  <a:lnTo>
                    <a:pt x="53201" y="39485"/>
                  </a:lnTo>
                  <a:cubicBezTo>
                    <a:pt x="48629" y="38654"/>
                    <a:pt x="41564" y="38446"/>
                    <a:pt x="36992" y="38446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13"/>
            <p:cNvSpPr/>
            <p:nvPr/>
          </p:nvSpPr>
          <p:spPr>
            <a:xfrm>
              <a:off x="2643967" y="2796905"/>
              <a:ext cx="65670" cy="79178"/>
            </a:xfrm>
            <a:custGeom>
              <a:avLst/>
              <a:gdLst/>
              <a:ahLst/>
              <a:cxnLst/>
              <a:rect l="l" t="t" r="r" b="b"/>
              <a:pathLst>
                <a:path w="65670" h="79178" extrusionOk="0">
                  <a:moveTo>
                    <a:pt x="65047" y="34290"/>
                  </a:moveTo>
                  <a:lnTo>
                    <a:pt x="63177" y="44889"/>
                  </a:lnTo>
                  <a:cubicBezTo>
                    <a:pt x="59644" y="66294"/>
                    <a:pt x="48006" y="79179"/>
                    <a:pt x="25769" y="79179"/>
                  </a:cubicBezTo>
                  <a:cubicBezTo>
                    <a:pt x="8936" y="79179"/>
                    <a:pt x="0" y="68164"/>
                    <a:pt x="0" y="52578"/>
                  </a:cubicBezTo>
                  <a:cubicBezTo>
                    <a:pt x="0" y="50084"/>
                    <a:pt x="208" y="47590"/>
                    <a:pt x="623" y="44889"/>
                  </a:cubicBezTo>
                  <a:lnTo>
                    <a:pt x="2494" y="34290"/>
                  </a:lnTo>
                  <a:cubicBezTo>
                    <a:pt x="6442" y="11430"/>
                    <a:pt x="18704" y="0"/>
                    <a:pt x="39693" y="0"/>
                  </a:cubicBezTo>
                  <a:cubicBezTo>
                    <a:pt x="56942" y="0"/>
                    <a:pt x="65670" y="11014"/>
                    <a:pt x="65670" y="26393"/>
                  </a:cubicBezTo>
                  <a:cubicBezTo>
                    <a:pt x="65670" y="28887"/>
                    <a:pt x="65463" y="31588"/>
                    <a:pt x="65047" y="34290"/>
                  </a:cubicBezTo>
                  <a:moveTo>
                    <a:pt x="38031" y="10807"/>
                  </a:moveTo>
                  <a:cubicBezTo>
                    <a:pt x="25769" y="10807"/>
                    <a:pt x="17457" y="19951"/>
                    <a:pt x="14963" y="34290"/>
                  </a:cubicBezTo>
                  <a:lnTo>
                    <a:pt x="13092" y="44889"/>
                  </a:lnTo>
                  <a:cubicBezTo>
                    <a:pt x="12469" y="48006"/>
                    <a:pt x="12261" y="50708"/>
                    <a:pt x="12261" y="53201"/>
                  </a:cubicBezTo>
                  <a:cubicBezTo>
                    <a:pt x="12261" y="63177"/>
                    <a:pt x="16833" y="68372"/>
                    <a:pt x="27640" y="68372"/>
                  </a:cubicBezTo>
                  <a:cubicBezTo>
                    <a:pt x="39901" y="68372"/>
                    <a:pt x="48422" y="58605"/>
                    <a:pt x="50708" y="44889"/>
                  </a:cubicBezTo>
                  <a:lnTo>
                    <a:pt x="52578" y="34290"/>
                  </a:lnTo>
                  <a:cubicBezTo>
                    <a:pt x="53201" y="31381"/>
                    <a:pt x="53201" y="28679"/>
                    <a:pt x="53201" y="26185"/>
                  </a:cubicBezTo>
                  <a:cubicBezTo>
                    <a:pt x="53201" y="16002"/>
                    <a:pt x="48629" y="10807"/>
                    <a:pt x="37823" y="1080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13"/>
            <p:cNvSpPr/>
            <p:nvPr/>
          </p:nvSpPr>
          <p:spPr>
            <a:xfrm>
              <a:off x="2229994" y="2939261"/>
              <a:ext cx="56318" cy="105571"/>
            </a:xfrm>
            <a:custGeom>
              <a:avLst/>
              <a:gdLst/>
              <a:ahLst/>
              <a:cxnLst/>
              <a:rect l="l" t="t" r="r" b="b"/>
              <a:pathLst>
                <a:path w="56318" h="105571" extrusionOk="0">
                  <a:moveTo>
                    <a:pt x="56319" y="96012"/>
                  </a:moveTo>
                  <a:lnTo>
                    <a:pt x="55280" y="102247"/>
                  </a:lnTo>
                  <a:cubicBezTo>
                    <a:pt x="55280" y="103493"/>
                    <a:pt x="55072" y="103909"/>
                    <a:pt x="53409" y="104325"/>
                  </a:cubicBezTo>
                  <a:cubicBezTo>
                    <a:pt x="49669" y="104948"/>
                    <a:pt x="39070" y="105572"/>
                    <a:pt x="25769" y="105572"/>
                  </a:cubicBezTo>
                  <a:cubicBezTo>
                    <a:pt x="11846" y="105572"/>
                    <a:pt x="0" y="102039"/>
                    <a:pt x="0" y="85621"/>
                  </a:cubicBezTo>
                  <a:cubicBezTo>
                    <a:pt x="0" y="83335"/>
                    <a:pt x="0" y="80633"/>
                    <a:pt x="623" y="77724"/>
                  </a:cubicBezTo>
                  <a:lnTo>
                    <a:pt x="13716" y="2909"/>
                  </a:lnTo>
                  <a:cubicBezTo>
                    <a:pt x="13924" y="1455"/>
                    <a:pt x="14547" y="0"/>
                    <a:pt x="17041" y="0"/>
                  </a:cubicBezTo>
                  <a:lnTo>
                    <a:pt x="24107" y="0"/>
                  </a:lnTo>
                  <a:cubicBezTo>
                    <a:pt x="25769" y="0"/>
                    <a:pt x="26601" y="1455"/>
                    <a:pt x="26393" y="2909"/>
                  </a:cubicBezTo>
                  <a:lnTo>
                    <a:pt x="13093" y="79387"/>
                  </a:lnTo>
                  <a:cubicBezTo>
                    <a:pt x="12677" y="81673"/>
                    <a:pt x="12469" y="83959"/>
                    <a:pt x="12469" y="85621"/>
                  </a:cubicBezTo>
                  <a:cubicBezTo>
                    <a:pt x="12469" y="91856"/>
                    <a:pt x="16002" y="93934"/>
                    <a:pt x="27848" y="93934"/>
                  </a:cubicBezTo>
                  <a:lnTo>
                    <a:pt x="54241" y="93934"/>
                  </a:lnTo>
                  <a:cubicBezTo>
                    <a:pt x="55280" y="93934"/>
                    <a:pt x="56111" y="94557"/>
                    <a:pt x="56111" y="95596"/>
                  </a:cubicBezTo>
                  <a:lnTo>
                    <a:pt x="56111" y="96012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2292547" y="2965446"/>
              <a:ext cx="65670" cy="79178"/>
            </a:xfrm>
            <a:custGeom>
              <a:avLst/>
              <a:gdLst/>
              <a:ahLst/>
              <a:cxnLst/>
              <a:rect l="l" t="t" r="r" b="b"/>
              <a:pathLst>
                <a:path w="65670" h="79178" extrusionOk="0">
                  <a:moveTo>
                    <a:pt x="65047" y="34290"/>
                  </a:moveTo>
                  <a:lnTo>
                    <a:pt x="63177" y="44889"/>
                  </a:lnTo>
                  <a:cubicBezTo>
                    <a:pt x="59644" y="66294"/>
                    <a:pt x="48006" y="79179"/>
                    <a:pt x="25769" y="79179"/>
                  </a:cubicBezTo>
                  <a:cubicBezTo>
                    <a:pt x="8936" y="79179"/>
                    <a:pt x="0" y="68164"/>
                    <a:pt x="0" y="52578"/>
                  </a:cubicBezTo>
                  <a:cubicBezTo>
                    <a:pt x="0" y="50084"/>
                    <a:pt x="208" y="47590"/>
                    <a:pt x="624" y="44889"/>
                  </a:cubicBezTo>
                  <a:lnTo>
                    <a:pt x="2494" y="34290"/>
                  </a:lnTo>
                  <a:cubicBezTo>
                    <a:pt x="6442" y="11430"/>
                    <a:pt x="18704" y="0"/>
                    <a:pt x="39693" y="0"/>
                  </a:cubicBezTo>
                  <a:cubicBezTo>
                    <a:pt x="56942" y="0"/>
                    <a:pt x="65671" y="11014"/>
                    <a:pt x="65671" y="26393"/>
                  </a:cubicBezTo>
                  <a:cubicBezTo>
                    <a:pt x="65671" y="28887"/>
                    <a:pt x="65463" y="31588"/>
                    <a:pt x="65047" y="34290"/>
                  </a:cubicBezTo>
                  <a:moveTo>
                    <a:pt x="37823" y="10807"/>
                  </a:moveTo>
                  <a:cubicBezTo>
                    <a:pt x="25562" y="10807"/>
                    <a:pt x="17249" y="19951"/>
                    <a:pt x="14755" y="34290"/>
                  </a:cubicBezTo>
                  <a:lnTo>
                    <a:pt x="12885" y="44889"/>
                  </a:lnTo>
                  <a:cubicBezTo>
                    <a:pt x="12261" y="48006"/>
                    <a:pt x="12053" y="50708"/>
                    <a:pt x="12053" y="53201"/>
                  </a:cubicBezTo>
                  <a:cubicBezTo>
                    <a:pt x="12053" y="63177"/>
                    <a:pt x="16625" y="68372"/>
                    <a:pt x="27432" y="68372"/>
                  </a:cubicBezTo>
                  <a:cubicBezTo>
                    <a:pt x="39901" y="68372"/>
                    <a:pt x="48214" y="58605"/>
                    <a:pt x="50708" y="44889"/>
                  </a:cubicBezTo>
                  <a:lnTo>
                    <a:pt x="52578" y="34290"/>
                  </a:lnTo>
                  <a:cubicBezTo>
                    <a:pt x="53201" y="31381"/>
                    <a:pt x="53201" y="28679"/>
                    <a:pt x="53201" y="26185"/>
                  </a:cubicBezTo>
                  <a:cubicBezTo>
                    <a:pt x="53201" y="16002"/>
                    <a:pt x="48629" y="10807"/>
                    <a:pt x="37823" y="10807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2365491" y="2938014"/>
              <a:ext cx="72359" cy="106818"/>
            </a:xfrm>
            <a:custGeom>
              <a:avLst/>
              <a:gdLst/>
              <a:ahLst/>
              <a:cxnLst/>
              <a:rect l="l" t="t" r="r" b="b"/>
              <a:pathLst>
                <a:path w="72359" h="106818" extrusionOk="0">
                  <a:moveTo>
                    <a:pt x="63177" y="0"/>
                  </a:moveTo>
                  <a:lnTo>
                    <a:pt x="70242" y="0"/>
                  </a:lnTo>
                  <a:cubicBezTo>
                    <a:pt x="71905" y="0"/>
                    <a:pt x="72529" y="831"/>
                    <a:pt x="72321" y="2702"/>
                  </a:cubicBezTo>
                  <a:lnTo>
                    <a:pt x="55072" y="101000"/>
                  </a:lnTo>
                  <a:cubicBezTo>
                    <a:pt x="54864" y="102870"/>
                    <a:pt x="54033" y="103909"/>
                    <a:pt x="51539" y="104325"/>
                  </a:cubicBezTo>
                  <a:cubicBezTo>
                    <a:pt x="42603" y="105987"/>
                    <a:pt x="33874" y="106819"/>
                    <a:pt x="25354" y="106819"/>
                  </a:cubicBezTo>
                  <a:cubicBezTo>
                    <a:pt x="8313" y="106819"/>
                    <a:pt x="0" y="96220"/>
                    <a:pt x="0" y="81049"/>
                  </a:cubicBezTo>
                  <a:cubicBezTo>
                    <a:pt x="0" y="78140"/>
                    <a:pt x="208" y="75230"/>
                    <a:pt x="831" y="72113"/>
                  </a:cubicBezTo>
                  <a:lnTo>
                    <a:pt x="2702" y="61930"/>
                  </a:lnTo>
                  <a:cubicBezTo>
                    <a:pt x="7066" y="37823"/>
                    <a:pt x="18911" y="27640"/>
                    <a:pt x="39278" y="27640"/>
                  </a:cubicBezTo>
                  <a:cubicBezTo>
                    <a:pt x="43642" y="27640"/>
                    <a:pt x="50292" y="28055"/>
                    <a:pt x="55487" y="29095"/>
                  </a:cubicBezTo>
                  <a:lnTo>
                    <a:pt x="60059" y="2909"/>
                  </a:lnTo>
                  <a:cubicBezTo>
                    <a:pt x="60475" y="1039"/>
                    <a:pt x="61722" y="208"/>
                    <a:pt x="63385" y="208"/>
                  </a:cubicBezTo>
                  <a:moveTo>
                    <a:pt x="37199" y="38239"/>
                  </a:moveTo>
                  <a:cubicBezTo>
                    <a:pt x="23483" y="38239"/>
                    <a:pt x="17249" y="48214"/>
                    <a:pt x="14755" y="61930"/>
                  </a:cubicBezTo>
                  <a:lnTo>
                    <a:pt x="12885" y="72113"/>
                  </a:lnTo>
                  <a:cubicBezTo>
                    <a:pt x="12261" y="75438"/>
                    <a:pt x="11846" y="78555"/>
                    <a:pt x="11846" y="81257"/>
                  </a:cubicBezTo>
                  <a:cubicBezTo>
                    <a:pt x="11846" y="90817"/>
                    <a:pt x="16002" y="96012"/>
                    <a:pt x="26808" y="96012"/>
                  </a:cubicBezTo>
                  <a:cubicBezTo>
                    <a:pt x="31588" y="96012"/>
                    <a:pt x="38446" y="95596"/>
                    <a:pt x="43434" y="95181"/>
                  </a:cubicBezTo>
                  <a:lnTo>
                    <a:pt x="53201" y="39485"/>
                  </a:lnTo>
                  <a:cubicBezTo>
                    <a:pt x="48629" y="38654"/>
                    <a:pt x="41564" y="38446"/>
                    <a:pt x="36992" y="38446"/>
                  </a:cubicBezTo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2436942" y="2937183"/>
              <a:ext cx="30625" cy="106402"/>
            </a:xfrm>
            <a:custGeom>
              <a:avLst/>
              <a:gdLst/>
              <a:ahLst/>
              <a:cxnLst/>
              <a:rect l="l" t="t" r="r" b="b"/>
              <a:pathLst>
                <a:path w="30625" h="106402" extrusionOk="0">
                  <a:moveTo>
                    <a:pt x="22690" y="29302"/>
                  </a:moveTo>
                  <a:cubicBezTo>
                    <a:pt x="24353" y="29302"/>
                    <a:pt x="25392" y="29926"/>
                    <a:pt x="24976" y="32004"/>
                  </a:cubicBezTo>
                  <a:lnTo>
                    <a:pt x="12507" y="103701"/>
                  </a:lnTo>
                  <a:cubicBezTo>
                    <a:pt x="12299" y="105156"/>
                    <a:pt x="11468" y="106403"/>
                    <a:pt x="9182" y="106403"/>
                  </a:cubicBezTo>
                  <a:lnTo>
                    <a:pt x="2324" y="106403"/>
                  </a:lnTo>
                  <a:cubicBezTo>
                    <a:pt x="454" y="106403"/>
                    <a:pt x="-170" y="104948"/>
                    <a:pt x="38" y="103701"/>
                  </a:cubicBezTo>
                  <a:lnTo>
                    <a:pt x="12507" y="32004"/>
                  </a:lnTo>
                  <a:cubicBezTo>
                    <a:pt x="12923" y="29510"/>
                    <a:pt x="14378" y="29302"/>
                    <a:pt x="15832" y="29302"/>
                  </a:cubicBezTo>
                  <a:lnTo>
                    <a:pt x="22483" y="29302"/>
                  </a:lnTo>
                  <a:close/>
                  <a:moveTo>
                    <a:pt x="28301" y="0"/>
                  </a:moveTo>
                  <a:cubicBezTo>
                    <a:pt x="30172" y="0"/>
                    <a:pt x="30795" y="831"/>
                    <a:pt x="30587" y="2909"/>
                  </a:cubicBezTo>
                  <a:lnTo>
                    <a:pt x="28717" y="14132"/>
                  </a:lnTo>
                  <a:cubicBezTo>
                    <a:pt x="28301" y="16002"/>
                    <a:pt x="27678" y="17041"/>
                    <a:pt x="25392" y="17041"/>
                  </a:cubicBezTo>
                  <a:lnTo>
                    <a:pt x="18326" y="17041"/>
                  </a:lnTo>
                  <a:cubicBezTo>
                    <a:pt x="16248" y="17041"/>
                    <a:pt x="15832" y="15586"/>
                    <a:pt x="16040" y="14132"/>
                  </a:cubicBezTo>
                  <a:lnTo>
                    <a:pt x="18118" y="2909"/>
                  </a:lnTo>
                  <a:cubicBezTo>
                    <a:pt x="18326" y="1455"/>
                    <a:pt x="19365" y="0"/>
                    <a:pt x="21443" y="0"/>
                  </a:cubicBezTo>
                  <a:lnTo>
                    <a:pt x="28717" y="0"/>
                  </a:ln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13"/>
            <p:cNvSpPr/>
            <p:nvPr/>
          </p:nvSpPr>
          <p:spPr>
            <a:xfrm>
              <a:off x="1488291" y="2596777"/>
              <a:ext cx="337496" cy="453874"/>
            </a:xfrm>
            <a:custGeom>
              <a:avLst/>
              <a:gdLst/>
              <a:ahLst/>
              <a:cxnLst/>
              <a:rect l="l" t="t" r="r" b="b"/>
              <a:pathLst>
                <a:path w="337496" h="453874" extrusionOk="0">
                  <a:moveTo>
                    <a:pt x="337497" y="19119"/>
                  </a:moveTo>
                  <a:lnTo>
                    <a:pt x="325028" y="91856"/>
                  </a:lnTo>
                  <a:cubicBezTo>
                    <a:pt x="323781" y="98506"/>
                    <a:pt x="317338" y="103701"/>
                    <a:pt x="310688" y="103701"/>
                  </a:cubicBezTo>
                  <a:lnTo>
                    <a:pt x="190361" y="103701"/>
                  </a:lnTo>
                  <a:cubicBezTo>
                    <a:pt x="168956" y="103701"/>
                    <a:pt x="160643" y="110767"/>
                    <a:pt x="156487" y="133419"/>
                  </a:cubicBezTo>
                  <a:lnTo>
                    <a:pt x="148798" y="176853"/>
                  </a:lnTo>
                  <a:lnTo>
                    <a:pt x="295310" y="176853"/>
                  </a:lnTo>
                  <a:cubicBezTo>
                    <a:pt x="301336" y="176853"/>
                    <a:pt x="305493" y="181010"/>
                    <a:pt x="305493" y="187036"/>
                  </a:cubicBezTo>
                  <a:lnTo>
                    <a:pt x="305493" y="188907"/>
                  </a:lnTo>
                  <a:lnTo>
                    <a:pt x="293024" y="259149"/>
                  </a:lnTo>
                  <a:cubicBezTo>
                    <a:pt x="291777" y="265799"/>
                    <a:pt x="285958" y="270995"/>
                    <a:pt x="279308" y="270995"/>
                  </a:cubicBezTo>
                  <a:lnTo>
                    <a:pt x="132796" y="270995"/>
                  </a:lnTo>
                  <a:lnTo>
                    <a:pt x="123860" y="320456"/>
                  </a:lnTo>
                  <a:cubicBezTo>
                    <a:pt x="123236" y="325235"/>
                    <a:pt x="122613" y="328768"/>
                    <a:pt x="122613" y="332301"/>
                  </a:cubicBezTo>
                  <a:cubicBezTo>
                    <a:pt x="122613" y="346017"/>
                    <a:pt x="129679" y="350174"/>
                    <a:pt x="147135" y="350174"/>
                  </a:cubicBezTo>
                  <a:lnTo>
                    <a:pt x="267462" y="350174"/>
                  </a:lnTo>
                  <a:cubicBezTo>
                    <a:pt x="273489" y="350174"/>
                    <a:pt x="277645" y="354330"/>
                    <a:pt x="277645" y="360357"/>
                  </a:cubicBezTo>
                  <a:lnTo>
                    <a:pt x="277645" y="362227"/>
                  </a:lnTo>
                  <a:lnTo>
                    <a:pt x="264553" y="434963"/>
                  </a:lnTo>
                  <a:cubicBezTo>
                    <a:pt x="263306" y="442029"/>
                    <a:pt x="258526" y="445770"/>
                    <a:pt x="250837" y="446809"/>
                  </a:cubicBezTo>
                  <a:cubicBezTo>
                    <a:pt x="227561" y="449719"/>
                    <a:pt x="191193" y="453875"/>
                    <a:pt x="133419" y="453875"/>
                  </a:cubicBezTo>
                  <a:cubicBezTo>
                    <a:pt x="63800" y="453875"/>
                    <a:pt x="0" y="428937"/>
                    <a:pt x="0" y="350797"/>
                  </a:cubicBezTo>
                  <a:cubicBezTo>
                    <a:pt x="0" y="341237"/>
                    <a:pt x="1247" y="331054"/>
                    <a:pt x="2909" y="320456"/>
                  </a:cubicBezTo>
                  <a:lnTo>
                    <a:pt x="35745" y="133419"/>
                  </a:lnTo>
                  <a:cubicBezTo>
                    <a:pt x="56319" y="13093"/>
                    <a:pt x="127808" y="0"/>
                    <a:pt x="211767" y="0"/>
                  </a:cubicBezTo>
                  <a:cubicBezTo>
                    <a:pt x="269540" y="0"/>
                    <a:pt x="305908" y="4156"/>
                    <a:pt x="327937" y="7066"/>
                  </a:cubicBezTo>
                  <a:cubicBezTo>
                    <a:pt x="334587" y="7689"/>
                    <a:pt x="337497" y="10599"/>
                    <a:pt x="337497" y="16625"/>
                  </a:cubicBezTo>
                  <a:lnTo>
                    <a:pt x="337497" y="18911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13"/>
            <p:cNvSpPr/>
            <p:nvPr/>
          </p:nvSpPr>
          <p:spPr>
            <a:xfrm>
              <a:off x="1825372" y="2602803"/>
              <a:ext cx="254369" cy="447848"/>
            </a:xfrm>
            <a:custGeom>
              <a:avLst/>
              <a:gdLst/>
              <a:ahLst/>
              <a:cxnLst/>
              <a:rect l="l" t="t" r="r" b="b"/>
              <a:pathLst>
                <a:path w="254369" h="447848" extrusionOk="0">
                  <a:moveTo>
                    <a:pt x="254369" y="356200"/>
                  </a:moveTo>
                  <a:lnTo>
                    <a:pt x="241277" y="428937"/>
                  </a:lnTo>
                  <a:cubicBezTo>
                    <a:pt x="240030" y="436210"/>
                    <a:pt x="235250" y="439743"/>
                    <a:pt x="227561" y="440782"/>
                  </a:cubicBezTo>
                  <a:cubicBezTo>
                    <a:pt x="204909" y="444939"/>
                    <a:pt x="165008" y="447848"/>
                    <a:pt x="133419" y="447848"/>
                  </a:cubicBezTo>
                  <a:cubicBezTo>
                    <a:pt x="66086" y="447848"/>
                    <a:pt x="0" y="425819"/>
                    <a:pt x="0" y="345394"/>
                  </a:cubicBezTo>
                  <a:cubicBezTo>
                    <a:pt x="0" y="335834"/>
                    <a:pt x="1247" y="325651"/>
                    <a:pt x="2909" y="314429"/>
                  </a:cubicBezTo>
                  <a:lnTo>
                    <a:pt x="55903" y="11846"/>
                  </a:lnTo>
                  <a:cubicBezTo>
                    <a:pt x="57150" y="5195"/>
                    <a:pt x="64216" y="0"/>
                    <a:pt x="70866" y="0"/>
                  </a:cubicBezTo>
                  <a:lnTo>
                    <a:pt x="167917" y="0"/>
                  </a:lnTo>
                  <a:cubicBezTo>
                    <a:pt x="173944" y="0"/>
                    <a:pt x="177477" y="4156"/>
                    <a:pt x="177477" y="9560"/>
                  </a:cubicBezTo>
                  <a:lnTo>
                    <a:pt x="177477" y="11846"/>
                  </a:lnTo>
                  <a:lnTo>
                    <a:pt x="124483" y="314429"/>
                  </a:lnTo>
                  <a:cubicBezTo>
                    <a:pt x="123860" y="318585"/>
                    <a:pt x="123236" y="322118"/>
                    <a:pt x="123236" y="325651"/>
                  </a:cubicBezTo>
                  <a:cubicBezTo>
                    <a:pt x="123236" y="339367"/>
                    <a:pt x="130302" y="344147"/>
                    <a:pt x="147551" y="344147"/>
                  </a:cubicBezTo>
                  <a:lnTo>
                    <a:pt x="243979" y="344147"/>
                  </a:lnTo>
                  <a:cubicBezTo>
                    <a:pt x="250005" y="344147"/>
                    <a:pt x="254162" y="348303"/>
                    <a:pt x="254162" y="354330"/>
                  </a:cubicBezTo>
                  <a:lnTo>
                    <a:pt x="254162" y="35620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13"/>
          <p:cNvGrpSpPr/>
          <p:nvPr/>
        </p:nvGrpSpPr>
        <p:grpSpPr>
          <a:xfrm>
            <a:off x="2357630" y="466255"/>
            <a:ext cx="1516361" cy="819767"/>
            <a:chOff x="6648521" y="-914229"/>
            <a:chExt cx="791631" cy="427967"/>
          </a:xfrm>
        </p:grpSpPr>
        <p:sp>
          <p:nvSpPr>
            <p:cNvPr id="1018" name="Google Shape;1018;p13"/>
            <p:cNvSpPr/>
            <p:nvPr/>
          </p:nvSpPr>
          <p:spPr>
            <a:xfrm>
              <a:off x="6707551" y="-911246"/>
              <a:ext cx="81748" cy="102985"/>
            </a:xfrm>
            <a:custGeom>
              <a:avLst/>
              <a:gdLst/>
              <a:ahLst/>
              <a:cxnLst/>
              <a:rect l="l" t="t" r="r" b="b"/>
              <a:pathLst>
                <a:path w="81748" h="102985" extrusionOk="0">
                  <a:moveTo>
                    <a:pt x="81748" y="5942"/>
                  </a:moveTo>
                  <a:lnTo>
                    <a:pt x="78766" y="22833"/>
                  </a:lnTo>
                  <a:cubicBezTo>
                    <a:pt x="78488" y="24324"/>
                    <a:pt x="77401" y="25411"/>
                    <a:pt x="75910" y="25411"/>
                  </a:cubicBezTo>
                  <a:lnTo>
                    <a:pt x="75644" y="25411"/>
                  </a:lnTo>
                  <a:cubicBezTo>
                    <a:pt x="70199" y="25007"/>
                    <a:pt x="54869" y="23654"/>
                    <a:pt x="45088" y="23654"/>
                  </a:cubicBezTo>
                  <a:cubicBezTo>
                    <a:pt x="41285" y="23654"/>
                    <a:pt x="37342" y="24868"/>
                    <a:pt x="37342" y="29330"/>
                  </a:cubicBezTo>
                  <a:cubicBezTo>
                    <a:pt x="37342" y="31215"/>
                    <a:pt x="38695" y="32429"/>
                    <a:pt x="43319" y="35134"/>
                  </a:cubicBezTo>
                  <a:lnTo>
                    <a:pt x="59875" y="44868"/>
                  </a:lnTo>
                  <a:cubicBezTo>
                    <a:pt x="69655" y="50545"/>
                    <a:pt x="73447" y="57979"/>
                    <a:pt x="73447" y="67436"/>
                  </a:cubicBezTo>
                  <a:cubicBezTo>
                    <a:pt x="73447" y="92708"/>
                    <a:pt x="52129" y="102986"/>
                    <a:pt x="29053" y="102986"/>
                  </a:cubicBezTo>
                  <a:cubicBezTo>
                    <a:pt x="17908" y="102986"/>
                    <a:pt x="9226" y="101506"/>
                    <a:pt x="2301" y="99483"/>
                  </a:cubicBezTo>
                  <a:cubicBezTo>
                    <a:pt x="1087" y="99078"/>
                    <a:pt x="0" y="98408"/>
                    <a:pt x="0" y="97182"/>
                  </a:cubicBezTo>
                  <a:lnTo>
                    <a:pt x="0" y="96789"/>
                  </a:lnTo>
                  <a:lnTo>
                    <a:pt x="2844" y="80164"/>
                  </a:lnTo>
                  <a:cubicBezTo>
                    <a:pt x="3110" y="78673"/>
                    <a:pt x="4335" y="77459"/>
                    <a:pt x="5966" y="77459"/>
                  </a:cubicBezTo>
                  <a:lnTo>
                    <a:pt x="6231" y="77459"/>
                  </a:lnTo>
                  <a:cubicBezTo>
                    <a:pt x="11792" y="78002"/>
                    <a:pt x="26197" y="79482"/>
                    <a:pt x="33388" y="79482"/>
                  </a:cubicBezTo>
                  <a:cubicBezTo>
                    <a:pt x="38822" y="79482"/>
                    <a:pt x="43296" y="77586"/>
                    <a:pt x="43296" y="71505"/>
                  </a:cubicBezTo>
                  <a:cubicBezTo>
                    <a:pt x="43296" y="69470"/>
                    <a:pt x="41932" y="67991"/>
                    <a:pt x="38001" y="65424"/>
                  </a:cubicBezTo>
                  <a:lnTo>
                    <a:pt x="20475" y="53932"/>
                  </a:lnTo>
                  <a:cubicBezTo>
                    <a:pt x="12602" y="48788"/>
                    <a:pt x="8798" y="40013"/>
                    <a:pt x="8798" y="31631"/>
                  </a:cubicBezTo>
                  <a:cubicBezTo>
                    <a:pt x="8798" y="7307"/>
                    <a:pt x="27943" y="0"/>
                    <a:pt x="49528" y="0"/>
                  </a:cubicBezTo>
                  <a:cubicBezTo>
                    <a:pt x="60256" y="0"/>
                    <a:pt x="74372" y="1757"/>
                    <a:pt x="79679" y="3387"/>
                  </a:cubicBezTo>
                  <a:cubicBezTo>
                    <a:pt x="80766" y="3792"/>
                    <a:pt x="81714" y="4335"/>
                    <a:pt x="81714" y="5549"/>
                  </a:cubicBezTo>
                  <a:lnTo>
                    <a:pt x="81714" y="5954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13"/>
            <p:cNvSpPr/>
            <p:nvPr/>
          </p:nvSpPr>
          <p:spPr>
            <a:xfrm>
              <a:off x="6785539" y="-914229"/>
              <a:ext cx="44542" cy="104766"/>
            </a:xfrm>
            <a:custGeom>
              <a:avLst/>
              <a:gdLst/>
              <a:ahLst/>
              <a:cxnLst/>
              <a:rect l="l" t="t" r="r" b="b"/>
              <a:pathLst>
                <a:path w="44542" h="104766" extrusionOk="0">
                  <a:moveTo>
                    <a:pt x="36733" y="26093"/>
                  </a:moveTo>
                  <a:cubicBezTo>
                    <a:pt x="38224" y="26093"/>
                    <a:pt x="39588" y="26498"/>
                    <a:pt x="39172" y="28926"/>
                  </a:cubicBezTo>
                  <a:lnTo>
                    <a:pt x="26282" y="101784"/>
                  </a:lnTo>
                  <a:cubicBezTo>
                    <a:pt x="26004" y="103263"/>
                    <a:pt x="25333" y="104766"/>
                    <a:pt x="22744" y="104766"/>
                  </a:cubicBezTo>
                  <a:lnTo>
                    <a:pt x="2512" y="104766"/>
                  </a:lnTo>
                  <a:cubicBezTo>
                    <a:pt x="1021" y="104766"/>
                    <a:pt x="-332" y="104223"/>
                    <a:pt x="73" y="101784"/>
                  </a:cubicBezTo>
                  <a:lnTo>
                    <a:pt x="12975" y="28926"/>
                  </a:lnTo>
                  <a:cubicBezTo>
                    <a:pt x="13252" y="27446"/>
                    <a:pt x="14200" y="26093"/>
                    <a:pt x="16501" y="26093"/>
                  </a:cubicBezTo>
                  <a:lnTo>
                    <a:pt x="36733" y="26093"/>
                  </a:lnTo>
                  <a:close/>
                  <a:moveTo>
                    <a:pt x="42028" y="0"/>
                  </a:moveTo>
                  <a:cubicBezTo>
                    <a:pt x="43519" y="0"/>
                    <a:pt x="44883" y="405"/>
                    <a:pt x="44467" y="2705"/>
                  </a:cubicBezTo>
                  <a:lnTo>
                    <a:pt x="42166" y="15954"/>
                  </a:lnTo>
                  <a:cubicBezTo>
                    <a:pt x="41889" y="17434"/>
                    <a:pt x="41346" y="18660"/>
                    <a:pt x="38629" y="18660"/>
                  </a:cubicBezTo>
                  <a:lnTo>
                    <a:pt x="17171" y="18660"/>
                  </a:lnTo>
                  <a:cubicBezTo>
                    <a:pt x="14593" y="18660"/>
                    <a:pt x="14316" y="17446"/>
                    <a:pt x="14593" y="15954"/>
                  </a:cubicBezTo>
                  <a:lnTo>
                    <a:pt x="16894" y="2705"/>
                  </a:lnTo>
                  <a:cubicBezTo>
                    <a:pt x="17171" y="1214"/>
                    <a:pt x="18119" y="0"/>
                    <a:pt x="20559" y="0"/>
                  </a:cubicBezTo>
                  <a:lnTo>
                    <a:pt x="42016" y="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13"/>
            <p:cNvSpPr/>
            <p:nvPr/>
          </p:nvSpPr>
          <p:spPr>
            <a:xfrm>
              <a:off x="6822474" y="-889349"/>
              <a:ext cx="69344" cy="81100"/>
            </a:xfrm>
            <a:custGeom>
              <a:avLst/>
              <a:gdLst/>
              <a:ahLst/>
              <a:cxnLst/>
              <a:rect l="l" t="t" r="r" b="b"/>
              <a:pathLst>
                <a:path w="69344" h="81100" extrusionOk="0">
                  <a:moveTo>
                    <a:pt x="66736" y="20671"/>
                  </a:moveTo>
                  <a:cubicBezTo>
                    <a:pt x="66459" y="22290"/>
                    <a:pt x="65788" y="23642"/>
                    <a:pt x="63615" y="23376"/>
                  </a:cubicBezTo>
                  <a:cubicBezTo>
                    <a:pt x="59684" y="22833"/>
                    <a:pt x="46770" y="21215"/>
                    <a:pt x="40666" y="21215"/>
                  </a:cubicBezTo>
                  <a:cubicBezTo>
                    <a:pt x="37949" y="21215"/>
                    <a:pt x="35105" y="21492"/>
                    <a:pt x="35105" y="23781"/>
                  </a:cubicBezTo>
                  <a:cubicBezTo>
                    <a:pt x="35105" y="25550"/>
                    <a:pt x="35915" y="26359"/>
                    <a:pt x="39984" y="28787"/>
                  </a:cubicBezTo>
                  <a:lnTo>
                    <a:pt x="48539" y="33781"/>
                  </a:lnTo>
                  <a:cubicBezTo>
                    <a:pt x="60089" y="40683"/>
                    <a:pt x="62806" y="47308"/>
                    <a:pt x="62806" y="54476"/>
                  </a:cubicBezTo>
                  <a:cubicBezTo>
                    <a:pt x="62806" y="74210"/>
                    <a:pt x="46239" y="81101"/>
                    <a:pt x="27359" y="81101"/>
                  </a:cubicBezTo>
                  <a:cubicBezTo>
                    <a:pt x="17718" y="81101"/>
                    <a:pt x="7948" y="79609"/>
                    <a:pt x="2110" y="77852"/>
                  </a:cubicBezTo>
                  <a:cubicBezTo>
                    <a:pt x="341" y="77309"/>
                    <a:pt x="-202" y="76361"/>
                    <a:pt x="64" y="74869"/>
                  </a:cubicBezTo>
                  <a:lnTo>
                    <a:pt x="2503" y="60950"/>
                  </a:lnTo>
                  <a:cubicBezTo>
                    <a:pt x="2781" y="58927"/>
                    <a:pt x="3601" y="57713"/>
                    <a:pt x="6307" y="58106"/>
                  </a:cubicBezTo>
                  <a:cubicBezTo>
                    <a:pt x="14180" y="59181"/>
                    <a:pt x="24909" y="60268"/>
                    <a:pt x="29383" y="60268"/>
                  </a:cubicBezTo>
                  <a:cubicBezTo>
                    <a:pt x="32643" y="60268"/>
                    <a:pt x="36446" y="59724"/>
                    <a:pt x="36446" y="55678"/>
                  </a:cubicBezTo>
                  <a:cubicBezTo>
                    <a:pt x="36446" y="54187"/>
                    <a:pt x="35764" y="53389"/>
                    <a:pt x="33186" y="51898"/>
                  </a:cubicBezTo>
                  <a:lnTo>
                    <a:pt x="22180" y="45412"/>
                  </a:lnTo>
                  <a:cubicBezTo>
                    <a:pt x="12134" y="39458"/>
                    <a:pt x="8607" y="33250"/>
                    <a:pt x="8607" y="25272"/>
                  </a:cubicBezTo>
                  <a:cubicBezTo>
                    <a:pt x="8607" y="5133"/>
                    <a:pt x="25036" y="0"/>
                    <a:pt x="42424" y="0"/>
                  </a:cubicBezTo>
                  <a:cubicBezTo>
                    <a:pt x="52875" y="0"/>
                    <a:pt x="61014" y="1619"/>
                    <a:pt x="67130" y="3376"/>
                  </a:cubicBezTo>
                  <a:cubicBezTo>
                    <a:pt x="68748" y="3919"/>
                    <a:pt x="69569" y="4463"/>
                    <a:pt x="69291" y="6347"/>
                  </a:cubicBezTo>
                  <a:lnTo>
                    <a:pt x="66713" y="2068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6896978" y="-905489"/>
              <a:ext cx="53134" cy="97229"/>
            </a:xfrm>
            <a:custGeom>
              <a:avLst/>
              <a:gdLst/>
              <a:ahLst/>
              <a:cxnLst/>
              <a:rect l="l" t="t" r="r" b="b"/>
              <a:pathLst>
                <a:path w="53134" h="97229" extrusionOk="0">
                  <a:moveTo>
                    <a:pt x="50327" y="17354"/>
                  </a:moveTo>
                  <a:cubicBezTo>
                    <a:pt x="52500" y="17354"/>
                    <a:pt x="53448" y="17897"/>
                    <a:pt x="53043" y="20048"/>
                  </a:cubicBezTo>
                  <a:lnTo>
                    <a:pt x="50604" y="33840"/>
                  </a:lnTo>
                  <a:cubicBezTo>
                    <a:pt x="50327" y="35331"/>
                    <a:pt x="49795" y="36545"/>
                    <a:pt x="47483" y="36545"/>
                  </a:cubicBezTo>
                  <a:lnTo>
                    <a:pt x="37170" y="36545"/>
                  </a:lnTo>
                  <a:lnTo>
                    <a:pt x="30661" y="72905"/>
                  </a:lnTo>
                  <a:cubicBezTo>
                    <a:pt x="30384" y="74119"/>
                    <a:pt x="30245" y="75067"/>
                    <a:pt x="30245" y="75737"/>
                  </a:cubicBezTo>
                  <a:cubicBezTo>
                    <a:pt x="30245" y="77495"/>
                    <a:pt x="31054" y="78038"/>
                    <a:pt x="33494" y="78038"/>
                  </a:cubicBezTo>
                  <a:lnTo>
                    <a:pt x="39737" y="78038"/>
                  </a:lnTo>
                  <a:cubicBezTo>
                    <a:pt x="41228" y="78038"/>
                    <a:pt x="42453" y="78581"/>
                    <a:pt x="42176" y="80605"/>
                  </a:cubicBezTo>
                  <a:lnTo>
                    <a:pt x="40003" y="93310"/>
                  </a:lnTo>
                  <a:cubicBezTo>
                    <a:pt x="39725" y="94802"/>
                    <a:pt x="38916" y="95599"/>
                    <a:pt x="36604" y="96015"/>
                  </a:cubicBezTo>
                  <a:cubicBezTo>
                    <a:pt x="35528" y="96143"/>
                    <a:pt x="29274" y="97229"/>
                    <a:pt x="24256" y="97229"/>
                  </a:cubicBezTo>
                  <a:cubicBezTo>
                    <a:pt x="12441" y="97229"/>
                    <a:pt x="4024" y="92767"/>
                    <a:pt x="4024" y="79657"/>
                  </a:cubicBezTo>
                  <a:cubicBezTo>
                    <a:pt x="4024" y="77495"/>
                    <a:pt x="4302" y="75194"/>
                    <a:pt x="4707" y="72627"/>
                  </a:cubicBezTo>
                  <a:lnTo>
                    <a:pt x="11088" y="36534"/>
                  </a:lnTo>
                  <a:lnTo>
                    <a:pt x="2394" y="34511"/>
                  </a:lnTo>
                  <a:cubicBezTo>
                    <a:pt x="891" y="34118"/>
                    <a:pt x="-334" y="33701"/>
                    <a:pt x="82" y="31539"/>
                  </a:cubicBezTo>
                  <a:lnTo>
                    <a:pt x="2117" y="20198"/>
                  </a:lnTo>
                  <a:cubicBezTo>
                    <a:pt x="2394" y="18707"/>
                    <a:pt x="2799" y="17354"/>
                    <a:pt x="5516" y="17354"/>
                  </a:cubicBezTo>
                  <a:lnTo>
                    <a:pt x="14476" y="17354"/>
                  </a:lnTo>
                  <a:lnTo>
                    <a:pt x="16372" y="6406"/>
                  </a:lnTo>
                  <a:cubicBezTo>
                    <a:pt x="16649" y="4914"/>
                    <a:pt x="18141" y="3828"/>
                    <a:pt x="19782" y="3562"/>
                  </a:cubicBezTo>
                  <a:lnTo>
                    <a:pt x="40557" y="47"/>
                  </a:lnTo>
                  <a:cubicBezTo>
                    <a:pt x="42453" y="-230"/>
                    <a:pt x="43401" y="729"/>
                    <a:pt x="43136" y="2625"/>
                  </a:cubicBezTo>
                  <a:lnTo>
                    <a:pt x="40557" y="17354"/>
                  </a:lnTo>
                  <a:lnTo>
                    <a:pt x="50327" y="17354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13"/>
            <p:cNvSpPr/>
            <p:nvPr/>
          </p:nvSpPr>
          <p:spPr>
            <a:xfrm>
              <a:off x="6947004" y="-889372"/>
              <a:ext cx="73597" cy="81112"/>
            </a:xfrm>
            <a:custGeom>
              <a:avLst/>
              <a:gdLst/>
              <a:ahLst/>
              <a:cxnLst/>
              <a:rect l="l" t="t" r="r" b="b"/>
              <a:pathLst>
                <a:path w="73597" h="81112" extrusionOk="0">
                  <a:moveTo>
                    <a:pt x="72939" y="36776"/>
                  </a:moveTo>
                  <a:lnTo>
                    <a:pt x="71575" y="44892"/>
                  </a:lnTo>
                  <a:cubicBezTo>
                    <a:pt x="71297" y="46649"/>
                    <a:pt x="69806" y="47863"/>
                    <a:pt x="68176" y="47863"/>
                  </a:cubicBezTo>
                  <a:lnTo>
                    <a:pt x="25943" y="47863"/>
                  </a:lnTo>
                  <a:cubicBezTo>
                    <a:pt x="25666" y="49481"/>
                    <a:pt x="25538" y="50846"/>
                    <a:pt x="25538" y="52048"/>
                  </a:cubicBezTo>
                  <a:cubicBezTo>
                    <a:pt x="25538" y="58811"/>
                    <a:pt x="29874" y="59748"/>
                    <a:pt x="36660" y="59748"/>
                  </a:cubicBezTo>
                  <a:cubicBezTo>
                    <a:pt x="43863" y="59748"/>
                    <a:pt x="57574" y="59204"/>
                    <a:pt x="62742" y="58661"/>
                  </a:cubicBezTo>
                  <a:lnTo>
                    <a:pt x="63285" y="58661"/>
                  </a:lnTo>
                  <a:cubicBezTo>
                    <a:pt x="64499" y="58661"/>
                    <a:pt x="65320" y="59204"/>
                    <a:pt x="65320" y="60430"/>
                  </a:cubicBezTo>
                  <a:lnTo>
                    <a:pt x="65320" y="60973"/>
                  </a:lnTo>
                  <a:lnTo>
                    <a:pt x="63158" y="73147"/>
                  </a:lnTo>
                  <a:cubicBezTo>
                    <a:pt x="62753" y="75309"/>
                    <a:pt x="62071" y="76245"/>
                    <a:pt x="59748" y="76927"/>
                  </a:cubicBezTo>
                  <a:cubicBezTo>
                    <a:pt x="50649" y="79760"/>
                    <a:pt x="41412" y="81112"/>
                    <a:pt x="30013" y="81112"/>
                  </a:cubicBezTo>
                  <a:cubicBezTo>
                    <a:pt x="14937" y="81112"/>
                    <a:pt x="0" y="71783"/>
                    <a:pt x="0" y="52591"/>
                  </a:cubicBezTo>
                  <a:cubicBezTo>
                    <a:pt x="0" y="50418"/>
                    <a:pt x="127" y="48129"/>
                    <a:pt x="543" y="45689"/>
                  </a:cubicBezTo>
                  <a:lnTo>
                    <a:pt x="2035" y="36764"/>
                  </a:lnTo>
                  <a:cubicBezTo>
                    <a:pt x="6520" y="10000"/>
                    <a:pt x="22001" y="0"/>
                    <a:pt x="44672" y="0"/>
                  </a:cubicBezTo>
                  <a:cubicBezTo>
                    <a:pt x="64360" y="0"/>
                    <a:pt x="73598" y="12983"/>
                    <a:pt x="73598" y="29064"/>
                  </a:cubicBezTo>
                  <a:cubicBezTo>
                    <a:pt x="73598" y="31631"/>
                    <a:pt x="73320" y="34209"/>
                    <a:pt x="72916" y="36764"/>
                  </a:cubicBezTo>
                  <a:moveTo>
                    <a:pt x="40891" y="20151"/>
                  </a:moveTo>
                  <a:cubicBezTo>
                    <a:pt x="33284" y="20151"/>
                    <a:pt x="30036" y="25827"/>
                    <a:pt x="28394" y="33527"/>
                  </a:cubicBezTo>
                  <a:lnTo>
                    <a:pt x="48487" y="33527"/>
                  </a:lnTo>
                  <a:cubicBezTo>
                    <a:pt x="48892" y="31631"/>
                    <a:pt x="49181" y="29735"/>
                    <a:pt x="49181" y="28116"/>
                  </a:cubicBezTo>
                  <a:cubicBezTo>
                    <a:pt x="49181" y="23388"/>
                    <a:pt x="46996" y="20151"/>
                    <a:pt x="40891" y="20151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13"/>
            <p:cNvSpPr/>
            <p:nvPr/>
          </p:nvSpPr>
          <p:spPr>
            <a:xfrm>
              <a:off x="7022255" y="-889361"/>
              <a:ext cx="116512" cy="79886"/>
            </a:xfrm>
            <a:custGeom>
              <a:avLst/>
              <a:gdLst/>
              <a:ahLst/>
              <a:cxnLst/>
              <a:rect l="l" t="t" r="r" b="b"/>
              <a:pathLst>
                <a:path w="116512" h="79886" extrusionOk="0">
                  <a:moveTo>
                    <a:pt x="114986" y="34336"/>
                  </a:moveTo>
                  <a:lnTo>
                    <a:pt x="107518" y="76916"/>
                  </a:lnTo>
                  <a:cubicBezTo>
                    <a:pt x="107252" y="78396"/>
                    <a:pt x="105761" y="79887"/>
                    <a:pt x="104131" y="79887"/>
                  </a:cubicBezTo>
                  <a:lnTo>
                    <a:pt x="83760" y="79887"/>
                  </a:lnTo>
                  <a:cubicBezTo>
                    <a:pt x="82257" y="79887"/>
                    <a:pt x="81448" y="78673"/>
                    <a:pt x="81448" y="77459"/>
                  </a:cubicBezTo>
                  <a:lnTo>
                    <a:pt x="81448" y="76916"/>
                  </a:lnTo>
                  <a:lnTo>
                    <a:pt x="89598" y="30822"/>
                  </a:lnTo>
                  <a:cubicBezTo>
                    <a:pt x="89864" y="29330"/>
                    <a:pt x="89991" y="28116"/>
                    <a:pt x="89991" y="26903"/>
                  </a:cubicBezTo>
                  <a:cubicBezTo>
                    <a:pt x="89991" y="24059"/>
                    <a:pt x="88916" y="22313"/>
                    <a:pt x="84292" y="22313"/>
                  </a:cubicBezTo>
                  <a:cubicBezTo>
                    <a:pt x="82257" y="22313"/>
                    <a:pt x="78997" y="22706"/>
                    <a:pt x="75748" y="23793"/>
                  </a:cubicBezTo>
                  <a:cubicBezTo>
                    <a:pt x="75609" y="26220"/>
                    <a:pt x="75343" y="28244"/>
                    <a:pt x="74927" y="30822"/>
                  </a:cubicBezTo>
                  <a:lnTo>
                    <a:pt x="66777" y="76916"/>
                  </a:lnTo>
                  <a:cubicBezTo>
                    <a:pt x="66511" y="78396"/>
                    <a:pt x="65147" y="79887"/>
                    <a:pt x="63528" y="79887"/>
                  </a:cubicBezTo>
                  <a:lnTo>
                    <a:pt x="43030" y="79887"/>
                  </a:lnTo>
                  <a:cubicBezTo>
                    <a:pt x="41539" y="79887"/>
                    <a:pt x="40718" y="78673"/>
                    <a:pt x="40718" y="77459"/>
                  </a:cubicBezTo>
                  <a:lnTo>
                    <a:pt x="40718" y="76916"/>
                  </a:lnTo>
                  <a:lnTo>
                    <a:pt x="48869" y="30822"/>
                  </a:lnTo>
                  <a:cubicBezTo>
                    <a:pt x="49135" y="29469"/>
                    <a:pt x="49412" y="27989"/>
                    <a:pt x="49412" y="26764"/>
                  </a:cubicBezTo>
                  <a:cubicBezTo>
                    <a:pt x="49412" y="24197"/>
                    <a:pt x="48464" y="22313"/>
                    <a:pt x="44522" y="22313"/>
                  </a:cubicBezTo>
                  <a:cubicBezTo>
                    <a:pt x="41932" y="22313"/>
                    <a:pt x="38417" y="23388"/>
                    <a:pt x="35423" y="24741"/>
                  </a:cubicBezTo>
                  <a:lnTo>
                    <a:pt x="26197" y="76916"/>
                  </a:lnTo>
                  <a:cubicBezTo>
                    <a:pt x="25920" y="78396"/>
                    <a:pt x="24579" y="79887"/>
                    <a:pt x="22949" y="79887"/>
                  </a:cubicBezTo>
                  <a:lnTo>
                    <a:pt x="2451" y="79887"/>
                  </a:lnTo>
                  <a:cubicBezTo>
                    <a:pt x="948" y="79887"/>
                    <a:pt x="0" y="78673"/>
                    <a:pt x="0" y="77320"/>
                  </a:cubicBezTo>
                  <a:lnTo>
                    <a:pt x="0" y="76916"/>
                  </a:lnTo>
                  <a:lnTo>
                    <a:pt x="13041" y="3919"/>
                  </a:lnTo>
                  <a:cubicBezTo>
                    <a:pt x="13318" y="2439"/>
                    <a:pt x="14659" y="1225"/>
                    <a:pt x="16174" y="1225"/>
                  </a:cubicBezTo>
                  <a:lnTo>
                    <a:pt x="34510" y="1225"/>
                  </a:lnTo>
                  <a:cubicBezTo>
                    <a:pt x="36001" y="1225"/>
                    <a:pt x="36810" y="2162"/>
                    <a:pt x="36810" y="3515"/>
                  </a:cubicBezTo>
                  <a:lnTo>
                    <a:pt x="36810" y="3919"/>
                  </a:lnTo>
                  <a:lnTo>
                    <a:pt x="36394" y="7572"/>
                  </a:lnTo>
                  <a:cubicBezTo>
                    <a:pt x="42510" y="1225"/>
                    <a:pt x="49296" y="0"/>
                    <a:pt x="56487" y="0"/>
                  </a:cubicBezTo>
                  <a:cubicBezTo>
                    <a:pt x="63019" y="0"/>
                    <a:pt x="68707" y="2983"/>
                    <a:pt x="71968" y="7168"/>
                  </a:cubicBezTo>
                  <a:cubicBezTo>
                    <a:pt x="79841" y="1619"/>
                    <a:pt x="84743" y="0"/>
                    <a:pt x="92072" y="0"/>
                  </a:cubicBezTo>
                  <a:cubicBezTo>
                    <a:pt x="107957" y="0"/>
                    <a:pt x="116512" y="10417"/>
                    <a:pt x="116512" y="22174"/>
                  </a:cubicBezTo>
                  <a:cubicBezTo>
                    <a:pt x="116512" y="26232"/>
                    <a:pt x="115703" y="30417"/>
                    <a:pt x="115021" y="34336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3"/>
            <p:cNvSpPr/>
            <p:nvPr/>
          </p:nvSpPr>
          <p:spPr>
            <a:xfrm>
              <a:off x="7143473" y="-889361"/>
              <a:ext cx="78626" cy="81112"/>
            </a:xfrm>
            <a:custGeom>
              <a:avLst/>
              <a:gdLst/>
              <a:ahLst/>
              <a:cxnLst/>
              <a:rect l="l" t="t" r="r" b="b"/>
              <a:pathLst>
                <a:path w="78626" h="81112" extrusionOk="0">
                  <a:moveTo>
                    <a:pt x="78488" y="7711"/>
                  </a:moveTo>
                  <a:lnTo>
                    <a:pt x="66268" y="77182"/>
                  </a:lnTo>
                  <a:cubicBezTo>
                    <a:pt x="65991" y="78673"/>
                    <a:pt x="64904" y="79887"/>
                    <a:pt x="63412" y="79887"/>
                  </a:cubicBezTo>
                  <a:lnTo>
                    <a:pt x="46441" y="79887"/>
                  </a:lnTo>
                  <a:cubicBezTo>
                    <a:pt x="44949" y="79887"/>
                    <a:pt x="44001" y="78939"/>
                    <a:pt x="44001" y="77598"/>
                  </a:cubicBezTo>
                  <a:lnTo>
                    <a:pt x="44001" y="77182"/>
                  </a:lnTo>
                  <a:lnTo>
                    <a:pt x="44545" y="72997"/>
                  </a:lnTo>
                  <a:cubicBezTo>
                    <a:pt x="37342" y="78546"/>
                    <a:pt x="31226" y="81112"/>
                    <a:pt x="23631" y="81112"/>
                  </a:cubicBezTo>
                  <a:cubicBezTo>
                    <a:pt x="10463" y="81112"/>
                    <a:pt x="0" y="71644"/>
                    <a:pt x="0" y="54753"/>
                  </a:cubicBezTo>
                  <a:cubicBezTo>
                    <a:pt x="0" y="52325"/>
                    <a:pt x="416" y="49215"/>
                    <a:pt x="821" y="46903"/>
                  </a:cubicBezTo>
                  <a:lnTo>
                    <a:pt x="3122" y="33250"/>
                  </a:lnTo>
                  <a:cubicBezTo>
                    <a:pt x="7468" y="7434"/>
                    <a:pt x="23897" y="0"/>
                    <a:pt x="44672" y="0"/>
                  </a:cubicBezTo>
                  <a:cubicBezTo>
                    <a:pt x="54314" y="0"/>
                    <a:pt x="64765" y="1480"/>
                    <a:pt x="74419" y="3376"/>
                  </a:cubicBezTo>
                  <a:cubicBezTo>
                    <a:pt x="76997" y="3919"/>
                    <a:pt x="78627" y="4324"/>
                    <a:pt x="78627" y="6624"/>
                  </a:cubicBezTo>
                  <a:lnTo>
                    <a:pt x="78500" y="7711"/>
                  </a:lnTo>
                  <a:close/>
                  <a:moveTo>
                    <a:pt x="41678" y="21492"/>
                  </a:moveTo>
                  <a:cubicBezTo>
                    <a:pt x="34070" y="21492"/>
                    <a:pt x="30672" y="24463"/>
                    <a:pt x="28787" y="35284"/>
                  </a:cubicBezTo>
                  <a:lnTo>
                    <a:pt x="26197" y="49747"/>
                  </a:lnTo>
                  <a:cubicBezTo>
                    <a:pt x="25931" y="50961"/>
                    <a:pt x="25931" y="52175"/>
                    <a:pt x="25931" y="53123"/>
                  </a:cubicBezTo>
                  <a:cubicBezTo>
                    <a:pt x="25931" y="57990"/>
                    <a:pt x="28371" y="59331"/>
                    <a:pt x="32174" y="59331"/>
                  </a:cubicBezTo>
                  <a:cubicBezTo>
                    <a:pt x="36244" y="59331"/>
                    <a:pt x="41134" y="57297"/>
                    <a:pt x="43851" y="55678"/>
                  </a:cubicBezTo>
                  <a:lnTo>
                    <a:pt x="49828" y="22024"/>
                  </a:lnTo>
                  <a:cubicBezTo>
                    <a:pt x="47516" y="21758"/>
                    <a:pt x="44394" y="21480"/>
                    <a:pt x="41678" y="21480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13"/>
            <p:cNvSpPr/>
            <p:nvPr/>
          </p:nvSpPr>
          <p:spPr>
            <a:xfrm>
              <a:off x="6648521" y="-774872"/>
              <a:ext cx="225752" cy="285211"/>
            </a:xfrm>
            <a:custGeom>
              <a:avLst/>
              <a:gdLst/>
              <a:ahLst/>
              <a:cxnLst/>
              <a:rect l="l" t="t" r="r" b="b"/>
              <a:pathLst>
                <a:path w="225752" h="285211" extrusionOk="0">
                  <a:moveTo>
                    <a:pt x="225741" y="12498"/>
                  </a:moveTo>
                  <a:lnTo>
                    <a:pt x="217406" y="58707"/>
                  </a:lnTo>
                  <a:cubicBezTo>
                    <a:pt x="216643" y="62869"/>
                    <a:pt x="212862" y="66280"/>
                    <a:pt x="208700" y="66280"/>
                  </a:cubicBezTo>
                  <a:lnTo>
                    <a:pt x="132189" y="66280"/>
                  </a:lnTo>
                  <a:cubicBezTo>
                    <a:pt x="118547" y="66280"/>
                    <a:pt x="113252" y="70823"/>
                    <a:pt x="110605" y="85228"/>
                  </a:cubicBezTo>
                  <a:lnTo>
                    <a:pt x="105680" y="112501"/>
                  </a:lnTo>
                  <a:lnTo>
                    <a:pt x="198850" y="112501"/>
                  </a:lnTo>
                  <a:cubicBezTo>
                    <a:pt x="202642" y="112501"/>
                    <a:pt x="205290" y="115148"/>
                    <a:pt x="205290" y="118940"/>
                  </a:cubicBezTo>
                  <a:lnTo>
                    <a:pt x="205290" y="120073"/>
                  </a:lnTo>
                  <a:lnTo>
                    <a:pt x="197336" y="164768"/>
                  </a:lnTo>
                  <a:cubicBezTo>
                    <a:pt x="196573" y="168930"/>
                    <a:pt x="192792" y="172341"/>
                    <a:pt x="188619" y="172341"/>
                  </a:cubicBezTo>
                  <a:lnTo>
                    <a:pt x="95448" y="172341"/>
                  </a:lnTo>
                  <a:lnTo>
                    <a:pt x="76881" y="277639"/>
                  </a:lnTo>
                  <a:cubicBezTo>
                    <a:pt x="76130" y="281801"/>
                    <a:pt x="71956" y="285211"/>
                    <a:pt x="67794" y="285211"/>
                  </a:cubicBezTo>
                  <a:lnTo>
                    <a:pt x="6058" y="285211"/>
                  </a:lnTo>
                  <a:cubicBezTo>
                    <a:pt x="2278" y="285211"/>
                    <a:pt x="0" y="282564"/>
                    <a:pt x="0" y="279153"/>
                  </a:cubicBezTo>
                  <a:lnTo>
                    <a:pt x="0" y="277639"/>
                  </a:lnTo>
                  <a:lnTo>
                    <a:pt x="33712" y="85228"/>
                  </a:lnTo>
                  <a:cubicBezTo>
                    <a:pt x="46973" y="8336"/>
                    <a:pt x="95067" y="0"/>
                    <a:pt x="145831" y="0"/>
                  </a:cubicBezTo>
                  <a:cubicBezTo>
                    <a:pt x="182561" y="0"/>
                    <a:pt x="205290" y="3029"/>
                    <a:pt x="219313" y="4925"/>
                  </a:cubicBezTo>
                  <a:cubicBezTo>
                    <a:pt x="223475" y="5307"/>
                    <a:pt x="225753" y="7572"/>
                    <a:pt x="225753" y="10983"/>
                  </a:cubicBezTo>
                  <a:lnTo>
                    <a:pt x="225753" y="1249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13"/>
            <p:cNvSpPr/>
            <p:nvPr/>
          </p:nvSpPr>
          <p:spPr>
            <a:xfrm>
              <a:off x="6986404" y="-774883"/>
              <a:ext cx="214758" cy="288621"/>
            </a:xfrm>
            <a:custGeom>
              <a:avLst/>
              <a:gdLst/>
              <a:ahLst/>
              <a:cxnLst/>
              <a:rect l="l" t="t" r="r" b="b"/>
              <a:pathLst>
                <a:path w="214758" h="288621" extrusionOk="0">
                  <a:moveTo>
                    <a:pt x="214758" y="12139"/>
                  </a:moveTo>
                  <a:lnTo>
                    <a:pt x="206804" y="58349"/>
                  </a:lnTo>
                  <a:cubicBezTo>
                    <a:pt x="206041" y="62511"/>
                    <a:pt x="201879" y="65921"/>
                    <a:pt x="197717" y="65921"/>
                  </a:cubicBezTo>
                  <a:lnTo>
                    <a:pt x="121206" y="65921"/>
                  </a:lnTo>
                  <a:cubicBezTo>
                    <a:pt x="107576" y="65921"/>
                    <a:pt x="102269" y="70465"/>
                    <a:pt x="99622" y="84870"/>
                  </a:cubicBezTo>
                  <a:lnTo>
                    <a:pt x="94697" y="112512"/>
                  </a:lnTo>
                  <a:lnTo>
                    <a:pt x="187867" y="112512"/>
                  </a:lnTo>
                  <a:cubicBezTo>
                    <a:pt x="191659" y="112512"/>
                    <a:pt x="194307" y="115160"/>
                    <a:pt x="194307" y="118952"/>
                  </a:cubicBezTo>
                  <a:lnTo>
                    <a:pt x="194307" y="120085"/>
                  </a:lnTo>
                  <a:lnTo>
                    <a:pt x="186353" y="164780"/>
                  </a:lnTo>
                  <a:cubicBezTo>
                    <a:pt x="185590" y="168942"/>
                    <a:pt x="181798" y="172352"/>
                    <a:pt x="177636" y="172352"/>
                  </a:cubicBezTo>
                  <a:lnTo>
                    <a:pt x="84465" y="172352"/>
                  </a:lnTo>
                  <a:lnTo>
                    <a:pt x="78777" y="203787"/>
                  </a:lnTo>
                  <a:cubicBezTo>
                    <a:pt x="78407" y="206816"/>
                    <a:pt x="78026" y="209093"/>
                    <a:pt x="78026" y="211359"/>
                  </a:cubicBezTo>
                  <a:cubicBezTo>
                    <a:pt x="78026" y="220076"/>
                    <a:pt x="82569" y="222724"/>
                    <a:pt x="93552" y="222724"/>
                  </a:cubicBezTo>
                  <a:lnTo>
                    <a:pt x="170063" y="222724"/>
                  </a:lnTo>
                  <a:cubicBezTo>
                    <a:pt x="173855" y="222724"/>
                    <a:pt x="176491" y="225371"/>
                    <a:pt x="176491" y="229163"/>
                  </a:cubicBezTo>
                  <a:lnTo>
                    <a:pt x="176491" y="230296"/>
                  </a:lnTo>
                  <a:lnTo>
                    <a:pt x="168156" y="276506"/>
                  </a:lnTo>
                  <a:cubicBezTo>
                    <a:pt x="167393" y="281049"/>
                    <a:pt x="164364" y="283315"/>
                    <a:pt x="159450" y="284078"/>
                  </a:cubicBezTo>
                  <a:cubicBezTo>
                    <a:pt x="144675" y="285974"/>
                    <a:pt x="121576" y="288622"/>
                    <a:pt x="84835" y="288622"/>
                  </a:cubicBezTo>
                  <a:cubicBezTo>
                    <a:pt x="40522" y="288622"/>
                    <a:pt x="0" y="272714"/>
                    <a:pt x="0" y="223094"/>
                  </a:cubicBezTo>
                  <a:cubicBezTo>
                    <a:pt x="0" y="217036"/>
                    <a:pt x="763" y="210596"/>
                    <a:pt x="1896" y="203775"/>
                  </a:cubicBezTo>
                  <a:lnTo>
                    <a:pt x="22729" y="84847"/>
                  </a:lnTo>
                  <a:cubicBezTo>
                    <a:pt x="35990" y="8336"/>
                    <a:pt x="81448" y="0"/>
                    <a:pt x="134848" y="0"/>
                  </a:cubicBezTo>
                  <a:cubicBezTo>
                    <a:pt x="171578" y="0"/>
                    <a:pt x="194688" y="2647"/>
                    <a:pt x="208700" y="4543"/>
                  </a:cubicBezTo>
                  <a:cubicBezTo>
                    <a:pt x="212862" y="4913"/>
                    <a:pt x="214758" y="6809"/>
                    <a:pt x="214758" y="10601"/>
                  </a:cubicBezTo>
                  <a:lnTo>
                    <a:pt x="214758" y="1211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3"/>
            <p:cNvSpPr/>
            <p:nvPr/>
          </p:nvSpPr>
          <p:spPr>
            <a:xfrm>
              <a:off x="7201151" y="-774883"/>
              <a:ext cx="239001" cy="288621"/>
            </a:xfrm>
            <a:custGeom>
              <a:avLst/>
              <a:gdLst/>
              <a:ahLst/>
              <a:cxnLst/>
              <a:rect l="l" t="t" r="r" b="b"/>
              <a:pathLst>
                <a:path w="239001" h="288621" extrusionOk="0">
                  <a:moveTo>
                    <a:pt x="238632" y="17434"/>
                  </a:moveTo>
                  <a:lnTo>
                    <a:pt x="229915" y="65158"/>
                  </a:lnTo>
                  <a:cubicBezTo>
                    <a:pt x="229163" y="69702"/>
                    <a:pt x="227637" y="71216"/>
                    <a:pt x="223857" y="71216"/>
                  </a:cubicBezTo>
                  <a:lnTo>
                    <a:pt x="222712" y="71216"/>
                  </a:lnTo>
                  <a:cubicBezTo>
                    <a:pt x="208330" y="70453"/>
                    <a:pt x="178017" y="67806"/>
                    <a:pt x="149993" y="67806"/>
                  </a:cubicBezTo>
                  <a:cubicBezTo>
                    <a:pt x="112108" y="67806"/>
                    <a:pt x="96200" y="79170"/>
                    <a:pt x="87876" y="124617"/>
                  </a:cubicBezTo>
                  <a:lnTo>
                    <a:pt x="80673" y="164768"/>
                  </a:lnTo>
                  <a:cubicBezTo>
                    <a:pt x="79159" y="174237"/>
                    <a:pt x="78407" y="181809"/>
                    <a:pt x="78407" y="188630"/>
                  </a:cubicBezTo>
                  <a:cubicBezTo>
                    <a:pt x="78407" y="217799"/>
                    <a:pt x="92789" y="222712"/>
                    <a:pt x="106813" y="222712"/>
                  </a:cubicBezTo>
                  <a:cubicBezTo>
                    <a:pt x="114015" y="222712"/>
                    <a:pt x="121588" y="222331"/>
                    <a:pt x="128027" y="221579"/>
                  </a:cubicBezTo>
                  <a:lnTo>
                    <a:pt x="141658" y="143935"/>
                  </a:lnTo>
                  <a:cubicBezTo>
                    <a:pt x="142421" y="139773"/>
                    <a:pt x="145820" y="136363"/>
                    <a:pt x="149993" y="136363"/>
                  </a:cubicBezTo>
                  <a:lnTo>
                    <a:pt x="209833" y="136363"/>
                  </a:lnTo>
                  <a:cubicBezTo>
                    <a:pt x="213625" y="136363"/>
                    <a:pt x="216273" y="139010"/>
                    <a:pt x="216273" y="142802"/>
                  </a:cubicBezTo>
                  <a:lnTo>
                    <a:pt x="216273" y="143935"/>
                  </a:lnTo>
                  <a:lnTo>
                    <a:pt x="193925" y="270818"/>
                  </a:lnTo>
                  <a:cubicBezTo>
                    <a:pt x="192792" y="276506"/>
                    <a:pt x="190896" y="278402"/>
                    <a:pt x="184457" y="279535"/>
                  </a:cubicBezTo>
                  <a:cubicBezTo>
                    <a:pt x="161728" y="284078"/>
                    <a:pt x="131808" y="288622"/>
                    <a:pt x="95067" y="288622"/>
                  </a:cubicBezTo>
                  <a:cubicBezTo>
                    <a:pt x="52649" y="288622"/>
                    <a:pt x="0" y="263997"/>
                    <a:pt x="0" y="194307"/>
                  </a:cubicBezTo>
                  <a:cubicBezTo>
                    <a:pt x="0" y="185220"/>
                    <a:pt x="763" y="175000"/>
                    <a:pt x="2659" y="164387"/>
                  </a:cubicBezTo>
                  <a:lnTo>
                    <a:pt x="9850" y="124617"/>
                  </a:lnTo>
                  <a:cubicBezTo>
                    <a:pt x="29920" y="14394"/>
                    <a:pt x="95830" y="0"/>
                    <a:pt x="151508" y="0"/>
                  </a:cubicBezTo>
                  <a:cubicBezTo>
                    <a:pt x="190896" y="0"/>
                    <a:pt x="217799" y="6058"/>
                    <a:pt x="232574" y="10220"/>
                  </a:cubicBezTo>
                  <a:cubicBezTo>
                    <a:pt x="236354" y="11365"/>
                    <a:pt x="239002" y="12116"/>
                    <a:pt x="239002" y="15527"/>
                  </a:cubicBezTo>
                  <a:cubicBezTo>
                    <a:pt x="239002" y="15896"/>
                    <a:pt x="238632" y="16659"/>
                    <a:pt x="238632" y="17411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13"/>
            <p:cNvSpPr/>
            <p:nvPr/>
          </p:nvSpPr>
          <p:spPr>
            <a:xfrm>
              <a:off x="6897176" y="-771068"/>
              <a:ext cx="89230" cy="74418"/>
            </a:xfrm>
            <a:custGeom>
              <a:avLst/>
              <a:gdLst/>
              <a:ahLst/>
              <a:cxnLst/>
              <a:rect l="l" t="t" r="r" b="b"/>
              <a:pathLst>
                <a:path w="89230" h="74418" extrusionOk="0">
                  <a:moveTo>
                    <a:pt x="89113" y="7191"/>
                  </a:moveTo>
                  <a:cubicBezTo>
                    <a:pt x="89876" y="2278"/>
                    <a:pt x="86835" y="0"/>
                    <a:pt x="82673" y="0"/>
                  </a:cubicBezTo>
                  <a:lnTo>
                    <a:pt x="20556" y="0"/>
                  </a:lnTo>
                  <a:cubicBezTo>
                    <a:pt x="16394" y="0"/>
                    <a:pt x="12602" y="3029"/>
                    <a:pt x="11839" y="7191"/>
                  </a:cubicBezTo>
                  <a:lnTo>
                    <a:pt x="0" y="74419"/>
                  </a:lnTo>
                  <a:lnTo>
                    <a:pt x="84222" y="34949"/>
                  </a:lnTo>
                  <a:lnTo>
                    <a:pt x="89113" y="7191"/>
                  </a:lnTo>
                  <a:close/>
                </a:path>
              </a:pathLst>
            </a:custGeom>
            <a:solidFill>
              <a:srgbClr val="0095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13"/>
            <p:cNvSpPr/>
            <p:nvPr/>
          </p:nvSpPr>
          <p:spPr>
            <a:xfrm>
              <a:off x="6861920" y="-706002"/>
              <a:ext cx="114171" cy="216318"/>
            </a:xfrm>
            <a:custGeom>
              <a:avLst/>
              <a:gdLst/>
              <a:ahLst/>
              <a:cxnLst/>
              <a:rect l="l" t="t" r="r" b="b"/>
              <a:pathLst>
                <a:path w="114171" h="216318" extrusionOk="0">
                  <a:moveTo>
                    <a:pt x="29961" y="39469"/>
                  </a:moveTo>
                  <a:lnTo>
                    <a:pt x="145" y="208746"/>
                  </a:lnTo>
                  <a:cubicBezTo>
                    <a:pt x="-618" y="212538"/>
                    <a:pt x="1660" y="216319"/>
                    <a:pt x="6203" y="216319"/>
                  </a:cubicBezTo>
                  <a:lnTo>
                    <a:pt x="68309" y="216319"/>
                  </a:lnTo>
                  <a:cubicBezTo>
                    <a:pt x="73997" y="216319"/>
                    <a:pt x="76645" y="212908"/>
                    <a:pt x="77396" y="208746"/>
                  </a:cubicBezTo>
                  <a:lnTo>
                    <a:pt x="114172" y="0"/>
                  </a:lnTo>
                  <a:lnTo>
                    <a:pt x="29950" y="39469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0" name="Google Shape;1030;p13"/>
          <p:cNvGrpSpPr/>
          <p:nvPr/>
        </p:nvGrpSpPr>
        <p:grpSpPr>
          <a:xfrm>
            <a:off x="490412" y="466255"/>
            <a:ext cx="1516361" cy="990596"/>
            <a:chOff x="7802075" y="-914229"/>
            <a:chExt cx="791631" cy="517150"/>
          </a:xfrm>
        </p:grpSpPr>
        <p:sp>
          <p:nvSpPr>
            <p:cNvPr id="1031" name="Google Shape;1031;p13"/>
            <p:cNvSpPr/>
            <p:nvPr/>
          </p:nvSpPr>
          <p:spPr>
            <a:xfrm>
              <a:off x="8000486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9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13"/>
            <p:cNvSpPr/>
            <p:nvPr/>
          </p:nvSpPr>
          <p:spPr>
            <a:xfrm>
              <a:off x="8043562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84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62" y="52742"/>
                    <a:pt x="30984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2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13"/>
            <p:cNvSpPr/>
            <p:nvPr/>
          </p:nvSpPr>
          <p:spPr>
            <a:xfrm>
              <a:off x="8081922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9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13"/>
            <p:cNvSpPr/>
            <p:nvPr/>
          </p:nvSpPr>
          <p:spPr>
            <a:xfrm>
              <a:off x="8123331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2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5" name="Google Shape;1035;p13"/>
            <p:cNvSpPr/>
            <p:nvPr/>
          </p:nvSpPr>
          <p:spPr>
            <a:xfrm>
              <a:off x="8162352" y="-450560"/>
              <a:ext cx="12081" cy="52822"/>
            </a:xfrm>
            <a:custGeom>
              <a:avLst/>
              <a:gdLst/>
              <a:ahLst/>
              <a:cxnLst/>
              <a:rect l="l" t="t" r="r" b="b"/>
              <a:pathLst>
                <a:path w="12081" h="52822" extrusionOk="0">
                  <a:moveTo>
                    <a:pt x="12070" y="1353"/>
                  </a:moveTo>
                  <a:lnTo>
                    <a:pt x="3145" y="51481"/>
                  </a:lnTo>
                  <a:cubicBezTo>
                    <a:pt x="2994" y="52187"/>
                    <a:pt x="2428" y="52823"/>
                    <a:pt x="1711" y="52823"/>
                  </a:cubicBezTo>
                  <a:lnTo>
                    <a:pt x="1006" y="52823"/>
                  </a:lnTo>
                  <a:cubicBezTo>
                    <a:pt x="358" y="52823"/>
                    <a:pt x="0" y="52325"/>
                    <a:pt x="0" y="51759"/>
                  </a:cubicBezTo>
                  <a:lnTo>
                    <a:pt x="0" y="51481"/>
                  </a:lnTo>
                  <a:lnTo>
                    <a:pt x="8925" y="1353"/>
                  </a:lnTo>
                  <a:cubicBezTo>
                    <a:pt x="9064" y="636"/>
                    <a:pt x="9642" y="0"/>
                    <a:pt x="10359" y="0"/>
                  </a:cubicBezTo>
                  <a:lnTo>
                    <a:pt x="11075" y="0"/>
                  </a:lnTo>
                  <a:cubicBezTo>
                    <a:pt x="11723" y="0"/>
                    <a:pt x="12081" y="497"/>
                    <a:pt x="12081" y="1064"/>
                  </a:cubicBezTo>
                  <a:lnTo>
                    <a:pt x="12081" y="135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6" name="Google Shape;1036;p13"/>
            <p:cNvSpPr/>
            <p:nvPr/>
          </p:nvSpPr>
          <p:spPr>
            <a:xfrm>
              <a:off x="8190064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8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7" name="Google Shape;1037;p13"/>
            <p:cNvSpPr/>
            <p:nvPr/>
          </p:nvSpPr>
          <p:spPr>
            <a:xfrm>
              <a:off x="8233129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73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62" y="52742"/>
                    <a:pt x="30984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2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13"/>
            <p:cNvSpPr/>
            <p:nvPr/>
          </p:nvSpPr>
          <p:spPr>
            <a:xfrm>
              <a:off x="8271512" y="-450537"/>
              <a:ext cx="52764" cy="52822"/>
            </a:xfrm>
            <a:custGeom>
              <a:avLst/>
              <a:gdLst/>
              <a:ahLst/>
              <a:cxnLst/>
              <a:rect l="l" t="t" r="r" b="b"/>
              <a:pathLst>
                <a:path w="52764" h="52822" extrusionOk="0">
                  <a:moveTo>
                    <a:pt x="52765" y="1410"/>
                  </a:moveTo>
                  <a:lnTo>
                    <a:pt x="44186" y="50175"/>
                  </a:lnTo>
                  <a:cubicBezTo>
                    <a:pt x="43909" y="51609"/>
                    <a:pt x="42475" y="52811"/>
                    <a:pt x="41053" y="52811"/>
                  </a:cubicBezTo>
                  <a:lnTo>
                    <a:pt x="32198" y="52811"/>
                  </a:lnTo>
                  <a:cubicBezTo>
                    <a:pt x="30914" y="52811"/>
                    <a:pt x="30128" y="52244"/>
                    <a:pt x="29550" y="50892"/>
                  </a:cubicBezTo>
                  <a:lnTo>
                    <a:pt x="18983" y="27088"/>
                  </a:lnTo>
                  <a:cubicBezTo>
                    <a:pt x="18775" y="26590"/>
                    <a:pt x="18556" y="26521"/>
                    <a:pt x="18347" y="26521"/>
                  </a:cubicBezTo>
                  <a:cubicBezTo>
                    <a:pt x="18139" y="26521"/>
                    <a:pt x="17989" y="26660"/>
                    <a:pt x="17920" y="27157"/>
                  </a:cubicBezTo>
                  <a:lnTo>
                    <a:pt x="13631" y="51401"/>
                  </a:lnTo>
                  <a:cubicBezTo>
                    <a:pt x="13492" y="52187"/>
                    <a:pt x="12706" y="52823"/>
                    <a:pt x="11919" y="52823"/>
                  </a:cubicBezTo>
                  <a:lnTo>
                    <a:pt x="1214" y="52823"/>
                  </a:lnTo>
                  <a:cubicBezTo>
                    <a:pt x="497" y="52823"/>
                    <a:pt x="0" y="52325"/>
                    <a:pt x="0" y="51620"/>
                  </a:cubicBezTo>
                  <a:lnTo>
                    <a:pt x="0" y="51412"/>
                  </a:lnTo>
                  <a:lnTo>
                    <a:pt x="8578" y="2636"/>
                  </a:lnTo>
                  <a:cubicBezTo>
                    <a:pt x="8867" y="1214"/>
                    <a:pt x="10289" y="12"/>
                    <a:pt x="11711" y="12"/>
                  </a:cubicBezTo>
                  <a:lnTo>
                    <a:pt x="20428" y="12"/>
                  </a:lnTo>
                  <a:cubicBezTo>
                    <a:pt x="21793" y="12"/>
                    <a:pt x="22359" y="867"/>
                    <a:pt x="22926" y="2069"/>
                  </a:cubicBezTo>
                  <a:lnTo>
                    <a:pt x="33781" y="26590"/>
                  </a:lnTo>
                  <a:cubicBezTo>
                    <a:pt x="33990" y="27088"/>
                    <a:pt x="34070" y="27226"/>
                    <a:pt x="34279" y="27226"/>
                  </a:cubicBezTo>
                  <a:cubicBezTo>
                    <a:pt x="34487" y="27226"/>
                    <a:pt x="34706" y="27145"/>
                    <a:pt x="34776" y="26590"/>
                  </a:cubicBezTo>
                  <a:lnTo>
                    <a:pt x="39204" y="1422"/>
                  </a:lnTo>
                  <a:cubicBezTo>
                    <a:pt x="39342" y="647"/>
                    <a:pt x="40128" y="0"/>
                    <a:pt x="40915" y="0"/>
                  </a:cubicBezTo>
                  <a:lnTo>
                    <a:pt x="51620" y="0"/>
                  </a:lnTo>
                  <a:cubicBezTo>
                    <a:pt x="52337" y="0"/>
                    <a:pt x="52765" y="486"/>
                    <a:pt x="52765" y="1133"/>
                  </a:cubicBezTo>
                  <a:lnTo>
                    <a:pt x="52765" y="1422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13"/>
            <p:cNvSpPr/>
            <p:nvPr/>
          </p:nvSpPr>
          <p:spPr>
            <a:xfrm>
              <a:off x="8319571" y="-451184"/>
              <a:ext cx="46695" cy="53458"/>
            </a:xfrm>
            <a:custGeom>
              <a:avLst/>
              <a:gdLst/>
              <a:ahLst/>
              <a:cxnLst/>
              <a:rect l="l" t="t" r="r" b="b"/>
              <a:pathLst>
                <a:path w="46695" h="53458" extrusionOk="0">
                  <a:moveTo>
                    <a:pt x="45343" y="53458"/>
                  </a:moveTo>
                  <a:lnTo>
                    <a:pt x="33203" y="53458"/>
                  </a:lnTo>
                  <a:cubicBezTo>
                    <a:pt x="32498" y="53458"/>
                    <a:pt x="31989" y="52823"/>
                    <a:pt x="31989" y="52106"/>
                  </a:cubicBezTo>
                  <a:lnTo>
                    <a:pt x="31781" y="42221"/>
                  </a:lnTo>
                  <a:lnTo>
                    <a:pt x="19064" y="42221"/>
                  </a:lnTo>
                  <a:lnTo>
                    <a:pt x="15284" y="52106"/>
                  </a:lnTo>
                  <a:cubicBezTo>
                    <a:pt x="14995" y="52823"/>
                    <a:pt x="14359" y="53458"/>
                    <a:pt x="13642" y="53458"/>
                  </a:cubicBezTo>
                  <a:lnTo>
                    <a:pt x="1006" y="53458"/>
                  </a:lnTo>
                  <a:cubicBezTo>
                    <a:pt x="370" y="53458"/>
                    <a:pt x="0" y="53088"/>
                    <a:pt x="0" y="52534"/>
                  </a:cubicBezTo>
                  <a:lnTo>
                    <a:pt x="139" y="51955"/>
                  </a:lnTo>
                  <a:lnTo>
                    <a:pt x="17423" y="8451"/>
                  </a:lnTo>
                  <a:cubicBezTo>
                    <a:pt x="20220" y="1410"/>
                    <a:pt x="25851" y="0"/>
                    <a:pt x="32637" y="0"/>
                  </a:cubicBezTo>
                  <a:cubicBezTo>
                    <a:pt x="39423" y="0"/>
                    <a:pt x="44556" y="1422"/>
                    <a:pt x="44845" y="8451"/>
                  </a:cubicBezTo>
                  <a:lnTo>
                    <a:pt x="46695" y="51955"/>
                  </a:lnTo>
                  <a:lnTo>
                    <a:pt x="46695" y="52025"/>
                  </a:lnTo>
                  <a:cubicBezTo>
                    <a:pt x="46695" y="52811"/>
                    <a:pt x="46117" y="53458"/>
                    <a:pt x="45331" y="53458"/>
                  </a:cubicBezTo>
                  <a:moveTo>
                    <a:pt x="31423" y="12787"/>
                  </a:moveTo>
                  <a:cubicBezTo>
                    <a:pt x="31423" y="12151"/>
                    <a:pt x="31423" y="11792"/>
                    <a:pt x="30776" y="11792"/>
                  </a:cubicBezTo>
                  <a:cubicBezTo>
                    <a:pt x="30128" y="11792"/>
                    <a:pt x="30070" y="12139"/>
                    <a:pt x="29851" y="12787"/>
                  </a:cubicBezTo>
                  <a:lnTo>
                    <a:pt x="23134" y="30845"/>
                  </a:lnTo>
                  <a:lnTo>
                    <a:pt x="31712" y="30845"/>
                  </a:lnTo>
                  <a:lnTo>
                    <a:pt x="31423" y="12787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13"/>
            <p:cNvSpPr/>
            <p:nvPr/>
          </p:nvSpPr>
          <p:spPr>
            <a:xfrm>
              <a:off x="8370483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2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1" name="Google Shape;1041;p13"/>
            <p:cNvSpPr/>
            <p:nvPr/>
          </p:nvSpPr>
          <p:spPr>
            <a:xfrm>
              <a:off x="8409493" y="-450560"/>
              <a:ext cx="12081" cy="52822"/>
            </a:xfrm>
            <a:custGeom>
              <a:avLst/>
              <a:gdLst/>
              <a:ahLst/>
              <a:cxnLst/>
              <a:rect l="l" t="t" r="r" b="b"/>
              <a:pathLst>
                <a:path w="12081" h="52822" extrusionOk="0">
                  <a:moveTo>
                    <a:pt x="12081" y="1353"/>
                  </a:moveTo>
                  <a:lnTo>
                    <a:pt x="3145" y="51481"/>
                  </a:lnTo>
                  <a:cubicBezTo>
                    <a:pt x="3006" y="52187"/>
                    <a:pt x="2439" y="52823"/>
                    <a:pt x="1711" y="52823"/>
                  </a:cubicBezTo>
                  <a:lnTo>
                    <a:pt x="1006" y="52823"/>
                  </a:lnTo>
                  <a:cubicBezTo>
                    <a:pt x="358" y="52823"/>
                    <a:pt x="0" y="52325"/>
                    <a:pt x="0" y="51759"/>
                  </a:cubicBezTo>
                  <a:lnTo>
                    <a:pt x="0" y="51481"/>
                  </a:lnTo>
                  <a:lnTo>
                    <a:pt x="8925" y="1353"/>
                  </a:lnTo>
                  <a:cubicBezTo>
                    <a:pt x="9064" y="636"/>
                    <a:pt x="9642" y="0"/>
                    <a:pt x="10359" y="0"/>
                  </a:cubicBezTo>
                  <a:lnTo>
                    <a:pt x="11075" y="0"/>
                  </a:lnTo>
                  <a:cubicBezTo>
                    <a:pt x="11723" y="0"/>
                    <a:pt x="12081" y="497"/>
                    <a:pt x="12081" y="1064"/>
                  </a:cubicBezTo>
                  <a:lnTo>
                    <a:pt x="12081" y="135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2" name="Google Shape;1042;p13"/>
            <p:cNvSpPr/>
            <p:nvPr/>
          </p:nvSpPr>
          <p:spPr>
            <a:xfrm>
              <a:off x="8437191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1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3" name="Google Shape;1043;p13"/>
            <p:cNvSpPr/>
            <p:nvPr/>
          </p:nvSpPr>
          <p:spPr>
            <a:xfrm>
              <a:off x="8460859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73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50" y="52742"/>
                    <a:pt x="30995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1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13"/>
            <p:cNvSpPr/>
            <p:nvPr/>
          </p:nvSpPr>
          <p:spPr>
            <a:xfrm>
              <a:off x="8501288" y="-450537"/>
              <a:ext cx="30509" cy="53458"/>
            </a:xfrm>
            <a:custGeom>
              <a:avLst/>
              <a:gdLst/>
              <a:ahLst/>
              <a:cxnLst/>
              <a:rect l="l" t="t" r="r" b="b"/>
              <a:pathLst>
                <a:path w="30509" h="53458" extrusionOk="0">
                  <a:moveTo>
                    <a:pt x="30498" y="42499"/>
                  </a:moveTo>
                  <a:lnTo>
                    <a:pt x="28926" y="51169"/>
                  </a:lnTo>
                  <a:cubicBezTo>
                    <a:pt x="28787" y="52025"/>
                    <a:pt x="28209" y="52441"/>
                    <a:pt x="27284" y="52603"/>
                  </a:cubicBezTo>
                  <a:cubicBezTo>
                    <a:pt x="24567" y="53088"/>
                    <a:pt x="19793" y="53458"/>
                    <a:pt x="16001" y="53458"/>
                  </a:cubicBezTo>
                  <a:cubicBezTo>
                    <a:pt x="7931" y="53458"/>
                    <a:pt x="0" y="50823"/>
                    <a:pt x="0" y="41238"/>
                  </a:cubicBezTo>
                  <a:cubicBezTo>
                    <a:pt x="0" y="40094"/>
                    <a:pt x="150" y="38891"/>
                    <a:pt x="370" y="37539"/>
                  </a:cubicBezTo>
                  <a:lnTo>
                    <a:pt x="6729" y="1422"/>
                  </a:lnTo>
                  <a:cubicBezTo>
                    <a:pt x="6867" y="636"/>
                    <a:pt x="7734" y="0"/>
                    <a:pt x="8509" y="0"/>
                  </a:cubicBezTo>
                  <a:lnTo>
                    <a:pt x="20151" y="0"/>
                  </a:lnTo>
                  <a:cubicBezTo>
                    <a:pt x="20879" y="0"/>
                    <a:pt x="21307" y="497"/>
                    <a:pt x="21307" y="1145"/>
                  </a:cubicBezTo>
                  <a:lnTo>
                    <a:pt x="21307" y="1422"/>
                  </a:lnTo>
                  <a:lnTo>
                    <a:pt x="14948" y="37539"/>
                  </a:lnTo>
                  <a:cubicBezTo>
                    <a:pt x="14879" y="38036"/>
                    <a:pt x="14798" y="38464"/>
                    <a:pt x="14798" y="38891"/>
                  </a:cubicBezTo>
                  <a:cubicBezTo>
                    <a:pt x="14798" y="40522"/>
                    <a:pt x="15665" y="41100"/>
                    <a:pt x="17723" y="41100"/>
                  </a:cubicBezTo>
                  <a:lnTo>
                    <a:pt x="29296" y="41100"/>
                  </a:lnTo>
                  <a:cubicBezTo>
                    <a:pt x="30013" y="41100"/>
                    <a:pt x="30510" y="41585"/>
                    <a:pt x="30510" y="42302"/>
                  </a:cubicBezTo>
                  <a:lnTo>
                    <a:pt x="30510" y="4251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13"/>
            <p:cNvSpPr/>
            <p:nvPr/>
          </p:nvSpPr>
          <p:spPr>
            <a:xfrm>
              <a:off x="7861105" y="-911246"/>
              <a:ext cx="81748" cy="102986"/>
            </a:xfrm>
            <a:custGeom>
              <a:avLst/>
              <a:gdLst/>
              <a:ahLst/>
              <a:cxnLst/>
              <a:rect l="l" t="t" r="r" b="b"/>
              <a:pathLst>
                <a:path w="81748" h="102986" extrusionOk="0">
                  <a:moveTo>
                    <a:pt x="81748" y="5942"/>
                  </a:moveTo>
                  <a:lnTo>
                    <a:pt x="78766" y="22833"/>
                  </a:lnTo>
                  <a:cubicBezTo>
                    <a:pt x="78488" y="24325"/>
                    <a:pt x="77401" y="25411"/>
                    <a:pt x="75910" y="25411"/>
                  </a:cubicBezTo>
                  <a:lnTo>
                    <a:pt x="75644" y="25411"/>
                  </a:lnTo>
                  <a:cubicBezTo>
                    <a:pt x="70199" y="25007"/>
                    <a:pt x="54869" y="23654"/>
                    <a:pt x="45088" y="23654"/>
                  </a:cubicBezTo>
                  <a:cubicBezTo>
                    <a:pt x="41285" y="23654"/>
                    <a:pt x="37342" y="24868"/>
                    <a:pt x="37342" y="29330"/>
                  </a:cubicBezTo>
                  <a:cubicBezTo>
                    <a:pt x="37342" y="31215"/>
                    <a:pt x="38695" y="32429"/>
                    <a:pt x="43319" y="35134"/>
                  </a:cubicBezTo>
                  <a:lnTo>
                    <a:pt x="59875" y="44869"/>
                  </a:lnTo>
                  <a:cubicBezTo>
                    <a:pt x="69655" y="50545"/>
                    <a:pt x="73447" y="57979"/>
                    <a:pt x="73447" y="67436"/>
                  </a:cubicBezTo>
                  <a:cubicBezTo>
                    <a:pt x="73447" y="92708"/>
                    <a:pt x="52129" y="102986"/>
                    <a:pt x="29053" y="102986"/>
                  </a:cubicBezTo>
                  <a:cubicBezTo>
                    <a:pt x="17908" y="102986"/>
                    <a:pt x="9226" y="101506"/>
                    <a:pt x="2301" y="99483"/>
                  </a:cubicBezTo>
                  <a:cubicBezTo>
                    <a:pt x="1087" y="99078"/>
                    <a:pt x="0" y="98408"/>
                    <a:pt x="0" y="97182"/>
                  </a:cubicBezTo>
                  <a:lnTo>
                    <a:pt x="0" y="96789"/>
                  </a:lnTo>
                  <a:lnTo>
                    <a:pt x="2844" y="80164"/>
                  </a:lnTo>
                  <a:cubicBezTo>
                    <a:pt x="3110" y="78673"/>
                    <a:pt x="4335" y="77459"/>
                    <a:pt x="5966" y="77459"/>
                  </a:cubicBezTo>
                  <a:lnTo>
                    <a:pt x="6231" y="77459"/>
                  </a:lnTo>
                  <a:cubicBezTo>
                    <a:pt x="11792" y="78003"/>
                    <a:pt x="26197" y="79482"/>
                    <a:pt x="33388" y="79482"/>
                  </a:cubicBezTo>
                  <a:cubicBezTo>
                    <a:pt x="38822" y="79482"/>
                    <a:pt x="43296" y="77586"/>
                    <a:pt x="43296" y="71505"/>
                  </a:cubicBezTo>
                  <a:cubicBezTo>
                    <a:pt x="43296" y="69470"/>
                    <a:pt x="41932" y="67991"/>
                    <a:pt x="38001" y="65424"/>
                  </a:cubicBezTo>
                  <a:lnTo>
                    <a:pt x="20475" y="53932"/>
                  </a:lnTo>
                  <a:cubicBezTo>
                    <a:pt x="12602" y="48788"/>
                    <a:pt x="8798" y="40013"/>
                    <a:pt x="8798" y="31631"/>
                  </a:cubicBezTo>
                  <a:cubicBezTo>
                    <a:pt x="8798" y="7307"/>
                    <a:pt x="27943" y="0"/>
                    <a:pt x="49528" y="0"/>
                  </a:cubicBezTo>
                  <a:cubicBezTo>
                    <a:pt x="60256" y="0"/>
                    <a:pt x="74372" y="1757"/>
                    <a:pt x="79679" y="3387"/>
                  </a:cubicBezTo>
                  <a:cubicBezTo>
                    <a:pt x="80766" y="3792"/>
                    <a:pt x="81714" y="4335"/>
                    <a:pt x="81714" y="5549"/>
                  </a:cubicBezTo>
                  <a:lnTo>
                    <a:pt x="81714" y="5954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13"/>
            <p:cNvSpPr/>
            <p:nvPr/>
          </p:nvSpPr>
          <p:spPr>
            <a:xfrm>
              <a:off x="7939093" y="-914229"/>
              <a:ext cx="44542" cy="104766"/>
            </a:xfrm>
            <a:custGeom>
              <a:avLst/>
              <a:gdLst/>
              <a:ahLst/>
              <a:cxnLst/>
              <a:rect l="l" t="t" r="r" b="b"/>
              <a:pathLst>
                <a:path w="44542" h="104766" extrusionOk="0">
                  <a:moveTo>
                    <a:pt x="36733" y="26093"/>
                  </a:moveTo>
                  <a:cubicBezTo>
                    <a:pt x="38224" y="26093"/>
                    <a:pt x="39588" y="26498"/>
                    <a:pt x="39172" y="28926"/>
                  </a:cubicBezTo>
                  <a:lnTo>
                    <a:pt x="26282" y="101784"/>
                  </a:lnTo>
                  <a:cubicBezTo>
                    <a:pt x="26004" y="103264"/>
                    <a:pt x="25333" y="104766"/>
                    <a:pt x="22744" y="104766"/>
                  </a:cubicBezTo>
                  <a:lnTo>
                    <a:pt x="2512" y="104766"/>
                  </a:lnTo>
                  <a:cubicBezTo>
                    <a:pt x="1021" y="104766"/>
                    <a:pt x="-332" y="104223"/>
                    <a:pt x="73" y="101784"/>
                  </a:cubicBezTo>
                  <a:lnTo>
                    <a:pt x="12975" y="28926"/>
                  </a:lnTo>
                  <a:cubicBezTo>
                    <a:pt x="13252" y="27446"/>
                    <a:pt x="14200" y="26093"/>
                    <a:pt x="16501" y="26093"/>
                  </a:cubicBezTo>
                  <a:lnTo>
                    <a:pt x="36733" y="26093"/>
                  </a:lnTo>
                  <a:close/>
                  <a:moveTo>
                    <a:pt x="42028" y="0"/>
                  </a:moveTo>
                  <a:cubicBezTo>
                    <a:pt x="43519" y="0"/>
                    <a:pt x="44883" y="405"/>
                    <a:pt x="44467" y="2705"/>
                  </a:cubicBezTo>
                  <a:lnTo>
                    <a:pt x="42166" y="15954"/>
                  </a:lnTo>
                  <a:cubicBezTo>
                    <a:pt x="41889" y="17434"/>
                    <a:pt x="41346" y="18660"/>
                    <a:pt x="38629" y="18660"/>
                  </a:cubicBezTo>
                  <a:lnTo>
                    <a:pt x="17171" y="18660"/>
                  </a:lnTo>
                  <a:cubicBezTo>
                    <a:pt x="14593" y="18660"/>
                    <a:pt x="14316" y="17446"/>
                    <a:pt x="14593" y="15954"/>
                  </a:cubicBezTo>
                  <a:lnTo>
                    <a:pt x="16894" y="2705"/>
                  </a:lnTo>
                  <a:cubicBezTo>
                    <a:pt x="17171" y="1214"/>
                    <a:pt x="18119" y="0"/>
                    <a:pt x="20559" y="0"/>
                  </a:cubicBezTo>
                  <a:lnTo>
                    <a:pt x="42016" y="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13"/>
            <p:cNvSpPr/>
            <p:nvPr/>
          </p:nvSpPr>
          <p:spPr>
            <a:xfrm>
              <a:off x="7976028" y="-889349"/>
              <a:ext cx="69344" cy="81100"/>
            </a:xfrm>
            <a:custGeom>
              <a:avLst/>
              <a:gdLst/>
              <a:ahLst/>
              <a:cxnLst/>
              <a:rect l="l" t="t" r="r" b="b"/>
              <a:pathLst>
                <a:path w="69344" h="81100" extrusionOk="0">
                  <a:moveTo>
                    <a:pt x="66736" y="20671"/>
                  </a:moveTo>
                  <a:cubicBezTo>
                    <a:pt x="66459" y="22290"/>
                    <a:pt x="65788" y="23642"/>
                    <a:pt x="63615" y="23376"/>
                  </a:cubicBezTo>
                  <a:cubicBezTo>
                    <a:pt x="59684" y="22833"/>
                    <a:pt x="46770" y="21215"/>
                    <a:pt x="40666" y="21215"/>
                  </a:cubicBezTo>
                  <a:cubicBezTo>
                    <a:pt x="37949" y="21215"/>
                    <a:pt x="35105" y="21492"/>
                    <a:pt x="35105" y="23781"/>
                  </a:cubicBezTo>
                  <a:cubicBezTo>
                    <a:pt x="35105" y="25550"/>
                    <a:pt x="35915" y="26359"/>
                    <a:pt x="39984" y="28787"/>
                  </a:cubicBezTo>
                  <a:lnTo>
                    <a:pt x="48539" y="33781"/>
                  </a:lnTo>
                  <a:cubicBezTo>
                    <a:pt x="60089" y="40683"/>
                    <a:pt x="62806" y="47308"/>
                    <a:pt x="62806" y="54476"/>
                  </a:cubicBezTo>
                  <a:cubicBezTo>
                    <a:pt x="62806" y="74211"/>
                    <a:pt x="46239" y="81101"/>
                    <a:pt x="27359" y="81101"/>
                  </a:cubicBezTo>
                  <a:cubicBezTo>
                    <a:pt x="17718" y="81101"/>
                    <a:pt x="7948" y="79610"/>
                    <a:pt x="2110" y="77852"/>
                  </a:cubicBezTo>
                  <a:cubicBezTo>
                    <a:pt x="341" y="77309"/>
                    <a:pt x="-202" y="76361"/>
                    <a:pt x="64" y="74870"/>
                  </a:cubicBezTo>
                  <a:lnTo>
                    <a:pt x="2503" y="60950"/>
                  </a:lnTo>
                  <a:cubicBezTo>
                    <a:pt x="2781" y="58927"/>
                    <a:pt x="3601" y="57713"/>
                    <a:pt x="6307" y="58106"/>
                  </a:cubicBezTo>
                  <a:cubicBezTo>
                    <a:pt x="14180" y="59181"/>
                    <a:pt x="24909" y="60268"/>
                    <a:pt x="29383" y="60268"/>
                  </a:cubicBezTo>
                  <a:cubicBezTo>
                    <a:pt x="32643" y="60268"/>
                    <a:pt x="36446" y="59725"/>
                    <a:pt x="36446" y="55678"/>
                  </a:cubicBezTo>
                  <a:cubicBezTo>
                    <a:pt x="36446" y="54187"/>
                    <a:pt x="35764" y="53389"/>
                    <a:pt x="33186" y="51898"/>
                  </a:cubicBezTo>
                  <a:lnTo>
                    <a:pt x="22180" y="45412"/>
                  </a:lnTo>
                  <a:cubicBezTo>
                    <a:pt x="12134" y="39458"/>
                    <a:pt x="8607" y="33250"/>
                    <a:pt x="8607" y="25273"/>
                  </a:cubicBezTo>
                  <a:cubicBezTo>
                    <a:pt x="8607" y="5133"/>
                    <a:pt x="25036" y="0"/>
                    <a:pt x="42424" y="0"/>
                  </a:cubicBezTo>
                  <a:cubicBezTo>
                    <a:pt x="52875" y="0"/>
                    <a:pt x="61014" y="1619"/>
                    <a:pt x="67130" y="3376"/>
                  </a:cubicBezTo>
                  <a:cubicBezTo>
                    <a:pt x="68748" y="3919"/>
                    <a:pt x="69569" y="4463"/>
                    <a:pt x="69291" y="6347"/>
                  </a:cubicBezTo>
                  <a:lnTo>
                    <a:pt x="66713" y="20683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13"/>
            <p:cNvSpPr/>
            <p:nvPr/>
          </p:nvSpPr>
          <p:spPr>
            <a:xfrm>
              <a:off x="8050532" y="-905489"/>
              <a:ext cx="53134" cy="97229"/>
            </a:xfrm>
            <a:custGeom>
              <a:avLst/>
              <a:gdLst/>
              <a:ahLst/>
              <a:cxnLst/>
              <a:rect l="l" t="t" r="r" b="b"/>
              <a:pathLst>
                <a:path w="53134" h="97229" extrusionOk="0">
                  <a:moveTo>
                    <a:pt x="50327" y="17354"/>
                  </a:moveTo>
                  <a:cubicBezTo>
                    <a:pt x="52500" y="17354"/>
                    <a:pt x="53448" y="17897"/>
                    <a:pt x="53043" y="20048"/>
                  </a:cubicBezTo>
                  <a:lnTo>
                    <a:pt x="50604" y="33840"/>
                  </a:lnTo>
                  <a:cubicBezTo>
                    <a:pt x="50327" y="35332"/>
                    <a:pt x="49795" y="36545"/>
                    <a:pt x="47483" y="36545"/>
                  </a:cubicBezTo>
                  <a:lnTo>
                    <a:pt x="37170" y="36545"/>
                  </a:lnTo>
                  <a:lnTo>
                    <a:pt x="30661" y="72905"/>
                  </a:lnTo>
                  <a:cubicBezTo>
                    <a:pt x="30384" y="74119"/>
                    <a:pt x="30245" y="75067"/>
                    <a:pt x="30245" y="75737"/>
                  </a:cubicBezTo>
                  <a:cubicBezTo>
                    <a:pt x="30245" y="77495"/>
                    <a:pt x="31054" y="78038"/>
                    <a:pt x="33494" y="78038"/>
                  </a:cubicBezTo>
                  <a:lnTo>
                    <a:pt x="39737" y="78038"/>
                  </a:lnTo>
                  <a:cubicBezTo>
                    <a:pt x="41228" y="78038"/>
                    <a:pt x="42453" y="78581"/>
                    <a:pt x="42176" y="80605"/>
                  </a:cubicBezTo>
                  <a:lnTo>
                    <a:pt x="40003" y="93310"/>
                  </a:lnTo>
                  <a:cubicBezTo>
                    <a:pt x="39725" y="94802"/>
                    <a:pt x="38916" y="95599"/>
                    <a:pt x="36604" y="96016"/>
                  </a:cubicBezTo>
                  <a:cubicBezTo>
                    <a:pt x="35528" y="96143"/>
                    <a:pt x="29274" y="97230"/>
                    <a:pt x="24256" y="97230"/>
                  </a:cubicBezTo>
                  <a:cubicBezTo>
                    <a:pt x="12441" y="97230"/>
                    <a:pt x="4024" y="92767"/>
                    <a:pt x="4024" y="79657"/>
                  </a:cubicBezTo>
                  <a:cubicBezTo>
                    <a:pt x="4024" y="77495"/>
                    <a:pt x="4302" y="75194"/>
                    <a:pt x="4707" y="72628"/>
                  </a:cubicBezTo>
                  <a:lnTo>
                    <a:pt x="11088" y="36534"/>
                  </a:lnTo>
                  <a:lnTo>
                    <a:pt x="2394" y="34511"/>
                  </a:lnTo>
                  <a:cubicBezTo>
                    <a:pt x="891" y="34118"/>
                    <a:pt x="-334" y="33701"/>
                    <a:pt x="82" y="31539"/>
                  </a:cubicBezTo>
                  <a:lnTo>
                    <a:pt x="2117" y="20198"/>
                  </a:lnTo>
                  <a:cubicBezTo>
                    <a:pt x="2394" y="18707"/>
                    <a:pt x="2799" y="17354"/>
                    <a:pt x="5516" y="17354"/>
                  </a:cubicBezTo>
                  <a:lnTo>
                    <a:pt x="14476" y="17354"/>
                  </a:lnTo>
                  <a:lnTo>
                    <a:pt x="16372" y="6406"/>
                  </a:lnTo>
                  <a:cubicBezTo>
                    <a:pt x="16649" y="4914"/>
                    <a:pt x="18141" y="3828"/>
                    <a:pt x="19782" y="3562"/>
                  </a:cubicBezTo>
                  <a:lnTo>
                    <a:pt x="40557" y="47"/>
                  </a:lnTo>
                  <a:cubicBezTo>
                    <a:pt x="42453" y="-230"/>
                    <a:pt x="43401" y="729"/>
                    <a:pt x="43136" y="2625"/>
                  </a:cubicBezTo>
                  <a:lnTo>
                    <a:pt x="40557" y="17354"/>
                  </a:lnTo>
                  <a:lnTo>
                    <a:pt x="50327" y="17354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13"/>
            <p:cNvSpPr/>
            <p:nvPr/>
          </p:nvSpPr>
          <p:spPr>
            <a:xfrm>
              <a:off x="8100558" y="-889372"/>
              <a:ext cx="73597" cy="81112"/>
            </a:xfrm>
            <a:custGeom>
              <a:avLst/>
              <a:gdLst/>
              <a:ahLst/>
              <a:cxnLst/>
              <a:rect l="l" t="t" r="r" b="b"/>
              <a:pathLst>
                <a:path w="73597" h="81112" extrusionOk="0">
                  <a:moveTo>
                    <a:pt x="72939" y="36776"/>
                  </a:moveTo>
                  <a:lnTo>
                    <a:pt x="71575" y="44892"/>
                  </a:lnTo>
                  <a:cubicBezTo>
                    <a:pt x="71297" y="46649"/>
                    <a:pt x="69806" y="47863"/>
                    <a:pt x="68176" y="47863"/>
                  </a:cubicBezTo>
                  <a:lnTo>
                    <a:pt x="25943" y="47863"/>
                  </a:lnTo>
                  <a:cubicBezTo>
                    <a:pt x="25666" y="49481"/>
                    <a:pt x="25538" y="50846"/>
                    <a:pt x="25538" y="52048"/>
                  </a:cubicBezTo>
                  <a:cubicBezTo>
                    <a:pt x="25538" y="58811"/>
                    <a:pt x="29874" y="59748"/>
                    <a:pt x="36660" y="59748"/>
                  </a:cubicBezTo>
                  <a:cubicBezTo>
                    <a:pt x="43863" y="59748"/>
                    <a:pt x="57574" y="59204"/>
                    <a:pt x="62742" y="58661"/>
                  </a:cubicBezTo>
                  <a:lnTo>
                    <a:pt x="63285" y="58661"/>
                  </a:lnTo>
                  <a:cubicBezTo>
                    <a:pt x="64499" y="58661"/>
                    <a:pt x="65320" y="59204"/>
                    <a:pt x="65320" y="60430"/>
                  </a:cubicBezTo>
                  <a:lnTo>
                    <a:pt x="65320" y="60973"/>
                  </a:lnTo>
                  <a:lnTo>
                    <a:pt x="63158" y="73147"/>
                  </a:lnTo>
                  <a:cubicBezTo>
                    <a:pt x="62753" y="75309"/>
                    <a:pt x="62071" y="76245"/>
                    <a:pt x="59748" y="76927"/>
                  </a:cubicBezTo>
                  <a:cubicBezTo>
                    <a:pt x="50649" y="79760"/>
                    <a:pt x="41412" y="81113"/>
                    <a:pt x="30013" y="81113"/>
                  </a:cubicBezTo>
                  <a:cubicBezTo>
                    <a:pt x="14937" y="81113"/>
                    <a:pt x="0" y="71783"/>
                    <a:pt x="0" y="52591"/>
                  </a:cubicBezTo>
                  <a:cubicBezTo>
                    <a:pt x="0" y="50418"/>
                    <a:pt x="127" y="48129"/>
                    <a:pt x="543" y="45689"/>
                  </a:cubicBezTo>
                  <a:lnTo>
                    <a:pt x="2035" y="36764"/>
                  </a:lnTo>
                  <a:cubicBezTo>
                    <a:pt x="6520" y="10000"/>
                    <a:pt x="22001" y="0"/>
                    <a:pt x="44672" y="0"/>
                  </a:cubicBezTo>
                  <a:cubicBezTo>
                    <a:pt x="64360" y="0"/>
                    <a:pt x="73598" y="12983"/>
                    <a:pt x="73598" y="29065"/>
                  </a:cubicBezTo>
                  <a:cubicBezTo>
                    <a:pt x="73598" y="31631"/>
                    <a:pt x="73320" y="34209"/>
                    <a:pt x="72916" y="36764"/>
                  </a:cubicBezTo>
                  <a:moveTo>
                    <a:pt x="40891" y="20151"/>
                  </a:moveTo>
                  <a:cubicBezTo>
                    <a:pt x="33284" y="20151"/>
                    <a:pt x="30036" y="25827"/>
                    <a:pt x="28394" y="33527"/>
                  </a:cubicBezTo>
                  <a:lnTo>
                    <a:pt x="48487" y="33527"/>
                  </a:lnTo>
                  <a:cubicBezTo>
                    <a:pt x="48892" y="31631"/>
                    <a:pt x="49181" y="29735"/>
                    <a:pt x="49181" y="28117"/>
                  </a:cubicBezTo>
                  <a:cubicBezTo>
                    <a:pt x="49181" y="23388"/>
                    <a:pt x="46996" y="20151"/>
                    <a:pt x="40891" y="20151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13"/>
            <p:cNvSpPr/>
            <p:nvPr/>
          </p:nvSpPr>
          <p:spPr>
            <a:xfrm>
              <a:off x="8175809" y="-889361"/>
              <a:ext cx="116512" cy="79887"/>
            </a:xfrm>
            <a:custGeom>
              <a:avLst/>
              <a:gdLst/>
              <a:ahLst/>
              <a:cxnLst/>
              <a:rect l="l" t="t" r="r" b="b"/>
              <a:pathLst>
                <a:path w="116512" h="79887" extrusionOk="0">
                  <a:moveTo>
                    <a:pt x="114986" y="34336"/>
                  </a:moveTo>
                  <a:lnTo>
                    <a:pt x="107518" y="76916"/>
                  </a:lnTo>
                  <a:cubicBezTo>
                    <a:pt x="107252" y="78396"/>
                    <a:pt x="105761" y="79887"/>
                    <a:pt x="104131" y="79887"/>
                  </a:cubicBezTo>
                  <a:lnTo>
                    <a:pt x="83760" y="79887"/>
                  </a:lnTo>
                  <a:cubicBezTo>
                    <a:pt x="82257" y="79887"/>
                    <a:pt x="81448" y="78673"/>
                    <a:pt x="81448" y="77459"/>
                  </a:cubicBezTo>
                  <a:lnTo>
                    <a:pt x="81448" y="76916"/>
                  </a:lnTo>
                  <a:lnTo>
                    <a:pt x="89598" y="30822"/>
                  </a:lnTo>
                  <a:cubicBezTo>
                    <a:pt x="89864" y="29330"/>
                    <a:pt x="89991" y="28117"/>
                    <a:pt x="89991" y="26903"/>
                  </a:cubicBezTo>
                  <a:cubicBezTo>
                    <a:pt x="89991" y="24059"/>
                    <a:pt x="88916" y="22313"/>
                    <a:pt x="84292" y="22313"/>
                  </a:cubicBezTo>
                  <a:cubicBezTo>
                    <a:pt x="82257" y="22313"/>
                    <a:pt x="78997" y="22706"/>
                    <a:pt x="75748" y="23793"/>
                  </a:cubicBezTo>
                  <a:cubicBezTo>
                    <a:pt x="75609" y="26221"/>
                    <a:pt x="75343" y="28244"/>
                    <a:pt x="74927" y="30822"/>
                  </a:cubicBezTo>
                  <a:lnTo>
                    <a:pt x="66777" y="76916"/>
                  </a:lnTo>
                  <a:cubicBezTo>
                    <a:pt x="66511" y="78396"/>
                    <a:pt x="65147" y="79887"/>
                    <a:pt x="63528" y="79887"/>
                  </a:cubicBezTo>
                  <a:lnTo>
                    <a:pt x="43030" y="79887"/>
                  </a:lnTo>
                  <a:cubicBezTo>
                    <a:pt x="41539" y="79887"/>
                    <a:pt x="40718" y="78673"/>
                    <a:pt x="40718" y="77459"/>
                  </a:cubicBezTo>
                  <a:lnTo>
                    <a:pt x="40718" y="76916"/>
                  </a:lnTo>
                  <a:lnTo>
                    <a:pt x="48869" y="30822"/>
                  </a:lnTo>
                  <a:cubicBezTo>
                    <a:pt x="49135" y="29469"/>
                    <a:pt x="49412" y="27989"/>
                    <a:pt x="49412" y="26764"/>
                  </a:cubicBezTo>
                  <a:cubicBezTo>
                    <a:pt x="49412" y="24197"/>
                    <a:pt x="48464" y="22313"/>
                    <a:pt x="44522" y="22313"/>
                  </a:cubicBezTo>
                  <a:cubicBezTo>
                    <a:pt x="41932" y="22313"/>
                    <a:pt x="38417" y="23388"/>
                    <a:pt x="35423" y="24741"/>
                  </a:cubicBezTo>
                  <a:lnTo>
                    <a:pt x="26197" y="76916"/>
                  </a:lnTo>
                  <a:cubicBezTo>
                    <a:pt x="25920" y="78396"/>
                    <a:pt x="24579" y="79887"/>
                    <a:pt x="22949" y="79887"/>
                  </a:cubicBezTo>
                  <a:lnTo>
                    <a:pt x="2451" y="79887"/>
                  </a:lnTo>
                  <a:cubicBezTo>
                    <a:pt x="948" y="79887"/>
                    <a:pt x="0" y="78673"/>
                    <a:pt x="0" y="77320"/>
                  </a:cubicBezTo>
                  <a:lnTo>
                    <a:pt x="0" y="76916"/>
                  </a:lnTo>
                  <a:lnTo>
                    <a:pt x="13041" y="3919"/>
                  </a:lnTo>
                  <a:cubicBezTo>
                    <a:pt x="13318" y="2439"/>
                    <a:pt x="14659" y="1225"/>
                    <a:pt x="16174" y="1225"/>
                  </a:cubicBezTo>
                  <a:lnTo>
                    <a:pt x="34510" y="1225"/>
                  </a:lnTo>
                  <a:cubicBezTo>
                    <a:pt x="36001" y="1225"/>
                    <a:pt x="36810" y="2162"/>
                    <a:pt x="36810" y="3515"/>
                  </a:cubicBezTo>
                  <a:lnTo>
                    <a:pt x="36810" y="3919"/>
                  </a:lnTo>
                  <a:lnTo>
                    <a:pt x="36394" y="7573"/>
                  </a:lnTo>
                  <a:cubicBezTo>
                    <a:pt x="42510" y="1225"/>
                    <a:pt x="49296" y="0"/>
                    <a:pt x="56487" y="0"/>
                  </a:cubicBezTo>
                  <a:cubicBezTo>
                    <a:pt x="63019" y="0"/>
                    <a:pt x="68707" y="2983"/>
                    <a:pt x="71968" y="7168"/>
                  </a:cubicBezTo>
                  <a:cubicBezTo>
                    <a:pt x="79841" y="1619"/>
                    <a:pt x="84743" y="0"/>
                    <a:pt x="92072" y="0"/>
                  </a:cubicBezTo>
                  <a:cubicBezTo>
                    <a:pt x="107957" y="0"/>
                    <a:pt x="116512" y="10417"/>
                    <a:pt x="116512" y="22174"/>
                  </a:cubicBezTo>
                  <a:cubicBezTo>
                    <a:pt x="116512" y="26232"/>
                    <a:pt x="115703" y="30417"/>
                    <a:pt x="115021" y="34336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13"/>
            <p:cNvSpPr/>
            <p:nvPr/>
          </p:nvSpPr>
          <p:spPr>
            <a:xfrm>
              <a:off x="8297027" y="-889361"/>
              <a:ext cx="78626" cy="81112"/>
            </a:xfrm>
            <a:custGeom>
              <a:avLst/>
              <a:gdLst/>
              <a:ahLst/>
              <a:cxnLst/>
              <a:rect l="l" t="t" r="r" b="b"/>
              <a:pathLst>
                <a:path w="78626" h="81112" extrusionOk="0">
                  <a:moveTo>
                    <a:pt x="78488" y="7711"/>
                  </a:moveTo>
                  <a:lnTo>
                    <a:pt x="66268" y="77182"/>
                  </a:lnTo>
                  <a:cubicBezTo>
                    <a:pt x="65991" y="78673"/>
                    <a:pt x="64904" y="79887"/>
                    <a:pt x="63412" y="79887"/>
                  </a:cubicBezTo>
                  <a:lnTo>
                    <a:pt x="46441" y="79887"/>
                  </a:lnTo>
                  <a:cubicBezTo>
                    <a:pt x="44949" y="79887"/>
                    <a:pt x="44001" y="78939"/>
                    <a:pt x="44001" y="77598"/>
                  </a:cubicBezTo>
                  <a:lnTo>
                    <a:pt x="44001" y="77182"/>
                  </a:lnTo>
                  <a:lnTo>
                    <a:pt x="44545" y="72997"/>
                  </a:lnTo>
                  <a:cubicBezTo>
                    <a:pt x="37342" y="78546"/>
                    <a:pt x="31226" y="81112"/>
                    <a:pt x="23631" y="81112"/>
                  </a:cubicBezTo>
                  <a:cubicBezTo>
                    <a:pt x="10463" y="81112"/>
                    <a:pt x="0" y="71644"/>
                    <a:pt x="0" y="54753"/>
                  </a:cubicBezTo>
                  <a:cubicBezTo>
                    <a:pt x="0" y="52325"/>
                    <a:pt x="416" y="49215"/>
                    <a:pt x="821" y="46903"/>
                  </a:cubicBezTo>
                  <a:lnTo>
                    <a:pt x="3122" y="33250"/>
                  </a:lnTo>
                  <a:cubicBezTo>
                    <a:pt x="7468" y="7434"/>
                    <a:pt x="23897" y="0"/>
                    <a:pt x="44672" y="0"/>
                  </a:cubicBezTo>
                  <a:cubicBezTo>
                    <a:pt x="54314" y="0"/>
                    <a:pt x="64765" y="1480"/>
                    <a:pt x="74419" y="3376"/>
                  </a:cubicBezTo>
                  <a:cubicBezTo>
                    <a:pt x="76997" y="3919"/>
                    <a:pt x="78627" y="4324"/>
                    <a:pt x="78627" y="6624"/>
                  </a:cubicBezTo>
                  <a:lnTo>
                    <a:pt x="78500" y="7711"/>
                  </a:lnTo>
                  <a:close/>
                  <a:moveTo>
                    <a:pt x="41678" y="21492"/>
                  </a:moveTo>
                  <a:cubicBezTo>
                    <a:pt x="34070" y="21492"/>
                    <a:pt x="30672" y="24463"/>
                    <a:pt x="28787" y="35284"/>
                  </a:cubicBezTo>
                  <a:lnTo>
                    <a:pt x="26197" y="49747"/>
                  </a:lnTo>
                  <a:cubicBezTo>
                    <a:pt x="25931" y="50961"/>
                    <a:pt x="25931" y="52175"/>
                    <a:pt x="25931" y="53123"/>
                  </a:cubicBezTo>
                  <a:cubicBezTo>
                    <a:pt x="25931" y="57990"/>
                    <a:pt x="28371" y="59331"/>
                    <a:pt x="32174" y="59331"/>
                  </a:cubicBezTo>
                  <a:cubicBezTo>
                    <a:pt x="36244" y="59331"/>
                    <a:pt x="41134" y="57297"/>
                    <a:pt x="43851" y="55678"/>
                  </a:cubicBezTo>
                  <a:lnTo>
                    <a:pt x="49828" y="22024"/>
                  </a:lnTo>
                  <a:cubicBezTo>
                    <a:pt x="47516" y="21758"/>
                    <a:pt x="44394" y="21480"/>
                    <a:pt x="41678" y="21480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7802075" y="-774871"/>
              <a:ext cx="225752" cy="285211"/>
            </a:xfrm>
            <a:custGeom>
              <a:avLst/>
              <a:gdLst/>
              <a:ahLst/>
              <a:cxnLst/>
              <a:rect l="l" t="t" r="r" b="b"/>
              <a:pathLst>
                <a:path w="225752" h="285211" extrusionOk="0">
                  <a:moveTo>
                    <a:pt x="225741" y="12498"/>
                  </a:moveTo>
                  <a:lnTo>
                    <a:pt x="217406" y="58707"/>
                  </a:lnTo>
                  <a:cubicBezTo>
                    <a:pt x="216643" y="62869"/>
                    <a:pt x="212862" y="66280"/>
                    <a:pt x="208700" y="66280"/>
                  </a:cubicBezTo>
                  <a:lnTo>
                    <a:pt x="132189" y="66280"/>
                  </a:lnTo>
                  <a:cubicBezTo>
                    <a:pt x="118547" y="66280"/>
                    <a:pt x="113252" y="70823"/>
                    <a:pt x="110605" y="85228"/>
                  </a:cubicBezTo>
                  <a:lnTo>
                    <a:pt x="105680" y="112501"/>
                  </a:lnTo>
                  <a:lnTo>
                    <a:pt x="198850" y="112501"/>
                  </a:lnTo>
                  <a:cubicBezTo>
                    <a:pt x="202642" y="112501"/>
                    <a:pt x="205290" y="115148"/>
                    <a:pt x="205290" y="118940"/>
                  </a:cubicBezTo>
                  <a:lnTo>
                    <a:pt x="205290" y="120073"/>
                  </a:lnTo>
                  <a:lnTo>
                    <a:pt x="197336" y="164768"/>
                  </a:lnTo>
                  <a:cubicBezTo>
                    <a:pt x="196573" y="168930"/>
                    <a:pt x="192792" y="172341"/>
                    <a:pt x="188619" y="172341"/>
                  </a:cubicBezTo>
                  <a:lnTo>
                    <a:pt x="95448" y="172341"/>
                  </a:lnTo>
                  <a:lnTo>
                    <a:pt x="76881" y="277639"/>
                  </a:lnTo>
                  <a:cubicBezTo>
                    <a:pt x="76130" y="281801"/>
                    <a:pt x="71956" y="285212"/>
                    <a:pt x="67794" y="285212"/>
                  </a:cubicBezTo>
                  <a:lnTo>
                    <a:pt x="6058" y="285212"/>
                  </a:lnTo>
                  <a:cubicBezTo>
                    <a:pt x="2278" y="285212"/>
                    <a:pt x="0" y="282564"/>
                    <a:pt x="0" y="279154"/>
                  </a:cubicBezTo>
                  <a:lnTo>
                    <a:pt x="0" y="277639"/>
                  </a:lnTo>
                  <a:lnTo>
                    <a:pt x="33712" y="85228"/>
                  </a:lnTo>
                  <a:cubicBezTo>
                    <a:pt x="46973" y="8336"/>
                    <a:pt x="95067" y="0"/>
                    <a:pt x="145831" y="0"/>
                  </a:cubicBezTo>
                  <a:cubicBezTo>
                    <a:pt x="182561" y="0"/>
                    <a:pt x="205290" y="3029"/>
                    <a:pt x="219313" y="4925"/>
                  </a:cubicBezTo>
                  <a:cubicBezTo>
                    <a:pt x="223475" y="5307"/>
                    <a:pt x="225753" y="7572"/>
                    <a:pt x="225753" y="10983"/>
                  </a:cubicBezTo>
                  <a:lnTo>
                    <a:pt x="225753" y="12498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8139958" y="-774883"/>
              <a:ext cx="214758" cy="288622"/>
            </a:xfrm>
            <a:custGeom>
              <a:avLst/>
              <a:gdLst/>
              <a:ahLst/>
              <a:cxnLst/>
              <a:rect l="l" t="t" r="r" b="b"/>
              <a:pathLst>
                <a:path w="214758" h="288622" extrusionOk="0">
                  <a:moveTo>
                    <a:pt x="214758" y="12139"/>
                  </a:moveTo>
                  <a:lnTo>
                    <a:pt x="206804" y="58349"/>
                  </a:lnTo>
                  <a:cubicBezTo>
                    <a:pt x="206041" y="62511"/>
                    <a:pt x="201879" y="65921"/>
                    <a:pt x="197717" y="65921"/>
                  </a:cubicBezTo>
                  <a:lnTo>
                    <a:pt x="121206" y="65921"/>
                  </a:lnTo>
                  <a:cubicBezTo>
                    <a:pt x="107576" y="65921"/>
                    <a:pt x="102269" y="70465"/>
                    <a:pt x="99622" y="84870"/>
                  </a:cubicBezTo>
                  <a:lnTo>
                    <a:pt x="94697" y="112512"/>
                  </a:lnTo>
                  <a:lnTo>
                    <a:pt x="187867" y="112512"/>
                  </a:lnTo>
                  <a:cubicBezTo>
                    <a:pt x="191659" y="112512"/>
                    <a:pt x="194307" y="115160"/>
                    <a:pt x="194307" y="118952"/>
                  </a:cubicBezTo>
                  <a:lnTo>
                    <a:pt x="194307" y="120085"/>
                  </a:lnTo>
                  <a:lnTo>
                    <a:pt x="186353" y="164780"/>
                  </a:lnTo>
                  <a:cubicBezTo>
                    <a:pt x="185590" y="168942"/>
                    <a:pt x="181798" y="172352"/>
                    <a:pt x="177636" y="172352"/>
                  </a:cubicBezTo>
                  <a:lnTo>
                    <a:pt x="84465" y="172352"/>
                  </a:lnTo>
                  <a:lnTo>
                    <a:pt x="78777" y="203787"/>
                  </a:lnTo>
                  <a:cubicBezTo>
                    <a:pt x="78407" y="206816"/>
                    <a:pt x="78026" y="209094"/>
                    <a:pt x="78026" y="211360"/>
                  </a:cubicBezTo>
                  <a:cubicBezTo>
                    <a:pt x="78026" y="220077"/>
                    <a:pt x="82569" y="222724"/>
                    <a:pt x="93552" y="222724"/>
                  </a:cubicBezTo>
                  <a:lnTo>
                    <a:pt x="170063" y="222724"/>
                  </a:lnTo>
                  <a:cubicBezTo>
                    <a:pt x="173855" y="222724"/>
                    <a:pt x="176491" y="225372"/>
                    <a:pt x="176491" y="229164"/>
                  </a:cubicBezTo>
                  <a:lnTo>
                    <a:pt x="176491" y="230297"/>
                  </a:lnTo>
                  <a:lnTo>
                    <a:pt x="168156" y="276506"/>
                  </a:lnTo>
                  <a:cubicBezTo>
                    <a:pt x="167393" y="281050"/>
                    <a:pt x="164364" y="283316"/>
                    <a:pt x="159450" y="284079"/>
                  </a:cubicBezTo>
                  <a:cubicBezTo>
                    <a:pt x="144675" y="285975"/>
                    <a:pt x="121576" y="288622"/>
                    <a:pt x="84835" y="288622"/>
                  </a:cubicBezTo>
                  <a:cubicBezTo>
                    <a:pt x="40522" y="288622"/>
                    <a:pt x="0" y="272714"/>
                    <a:pt x="0" y="223094"/>
                  </a:cubicBezTo>
                  <a:cubicBezTo>
                    <a:pt x="0" y="217036"/>
                    <a:pt x="763" y="210597"/>
                    <a:pt x="1896" y="203776"/>
                  </a:cubicBezTo>
                  <a:lnTo>
                    <a:pt x="22729" y="84847"/>
                  </a:lnTo>
                  <a:cubicBezTo>
                    <a:pt x="35990" y="8336"/>
                    <a:pt x="81448" y="0"/>
                    <a:pt x="134848" y="0"/>
                  </a:cubicBezTo>
                  <a:cubicBezTo>
                    <a:pt x="171578" y="0"/>
                    <a:pt x="194688" y="2647"/>
                    <a:pt x="208700" y="4544"/>
                  </a:cubicBezTo>
                  <a:cubicBezTo>
                    <a:pt x="212862" y="4913"/>
                    <a:pt x="214758" y="6809"/>
                    <a:pt x="214758" y="10602"/>
                  </a:cubicBezTo>
                  <a:lnTo>
                    <a:pt x="214758" y="12116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8354705" y="-774883"/>
              <a:ext cx="239001" cy="288622"/>
            </a:xfrm>
            <a:custGeom>
              <a:avLst/>
              <a:gdLst/>
              <a:ahLst/>
              <a:cxnLst/>
              <a:rect l="l" t="t" r="r" b="b"/>
              <a:pathLst>
                <a:path w="239001" h="288622" extrusionOk="0">
                  <a:moveTo>
                    <a:pt x="238632" y="17434"/>
                  </a:moveTo>
                  <a:lnTo>
                    <a:pt x="229915" y="65158"/>
                  </a:lnTo>
                  <a:cubicBezTo>
                    <a:pt x="229163" y="69702"/>
                    <a:pt x="227637" y="71216"/>
                    <a:pt x="223857" y="71216"/>
                  </a:cubicBezTo>
                  <a:lnTo>
                    <a:pt x="222712" y="71216"/>
                  </a:lnTo>
                  <a:cubicBezTo>
                    <a:pt x="208330" y="70453"/>
                    <a:pt x="178017" y="67806"/>
                    <a:pt x="149993" y="67806"/>
                  </a:cubicBezTo>
                  <a:cubicBezTo>
                    <a:pt x="112108" y="67806"/>
                    <a:pt x="96200" y="79170"/>
                    <a:pt x="87876" y="124617"/>
                  </a:cubicBezTo>
                  <a:lnTo>
                    <a:pt x="80673" y="164768"/>
                  </a:lnTo>
                  <a:cubicBezTo>
                    <a:pt x="79159" y="174237"/>
                    <a:pt x="78407" y="181809"/>
                    <a:pt x="78407" y="188630"/>
                  </a:cubicBezTo>
                  <a:cubicBezTo>
                    <a:pt x="78407" y="217799"/>
                    <a:pt x="92789" y="222713"/>
                    <a:pt x="106813" y="222713"/>
                  </a:cubicBezTo>
                  <a:cubicBezTo>
                    <a:pt x="114015" y="222713"/>
                    <a:pt x="121588" y="222331"/>
                    <a:pt x="128027" y="221580"/>
                  </a:cubicBezTo>
                  <a:lnTo>
                    <a:pt x="141658" y="143935"/>
                  </a:lnTo>
                  <a:cubicBezTo>
                    <a:pt x="142421" y="139773"/>
                    <a:pt x="145820" y="136363"/>
                    <a:pt x="149993" y="136363"/>
                  </a:cubicBezTo>
                  <a:lnTo>
                    <a:pt x="209833" y="136363"/>
                  </a:lnTo>
                  <a:cubicBezTo>
                    <a:pt x="213625" y="136363"/>
                    <a:pt x="216273" y="139010"/>
                    <a:pt x="216273" y="142802"/>
                  </a:cubicBezTo>
                  <a:lnTo>
                    <a:pt x="216273" y="143935"/>
                  </a:lnTo>
                  <a:lnTo>
                    <a:pt x="193925" y="270818"/>
                  </a:lnTo>
                  <a:cubicBezTo>
                    <a:pt x="192792" y="276506"/>
                    <a:pt x="190896" y="278402"/>
                    <a:pt x="184457" y="279535"/>
                  </a:cubicBezTo>
                  <a:cubicBezTo>
                    <a:pt x="161728" y="284079"/>
                    <a:pt x="131808" y="288622"/>
                    <a:pt x="95067" y="288622"/>
                  </a:cubicBezTo>
                  <a:cubicBezTo>
                    <a:pt x="52649" y="288622"/>
                    <a:pt x="0" y="263997"/>
                    <a:pt x="0" y="194307"/>
                  </a:cubicBezTo>
                  <a:cubicBezTo>
                    <a:pt x="0" y="185220"/>
                    <a:pt x="763" y="175000"/>
                    <a:pt x="2659" y="164387"/>
                  </a:cubicBezTo>
                  <a:lnTo>
                    <a:pt x="9850" y="124617"/>
                  </a:lnTo>
                  <a:cubicBezTo>
                    <a:pt x="29920" y="14394"/>
                    <a:pt x="95830" y="0"/>
                    <a:pt x="151508" y="0"/>
                  </a:cubicBezTo>
                  <a:cubicBezTo>
                    <a:pt x="190896" y="0"/>
                    <a:pt x="217799" y="6058"/>
                    <a:pt x="232574" y="10220"/>
                  </a:cubicBezTo>
                  <a:cubicBezTo>
                    <a:pt x="236354" y="11365"/>
                    <a:pt x="239002" y="12116"/>
                    <a:pt x="239002" y="15527"/>
                  </a:cubicBezTo>
                  <a:cubicBezTo>
                    <a:pt x="239002" y="15896"/>
                    <a:pt x="238632" y="16660"/>
                    <a:pt x="238632" y="17411"/>
                  </a:cubicBezTo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8050730" y="-771068"/>
              <a:ext cx="89230" cy="74418"/>
            </a:xfrm>
            <a:custGeom>
              <a:avLst/>
              <a:gdLst/>
              <a:ahLst/>
              <a:cxnLst/>
              <a:rect l="l" t="t" r="r" b="b"/>
              <a:pathLst>
                <a:path w="89230" h="74418" extrusionOk="0">
                  <a:moveTo>
                    <a:pt x="89113" y="7191"/>
                  </a:moveTo>
                  <a:cubicBezTo>
                    <a:pt x="89876" y="2278"/>
                    <a:pt x="86835" y="0"/>
                    <a:pt x="82673" y="0"/>
                  </a:cubicBezTo>
                  <a:lnTo>
                    <a:pt x="20556" y="0"/>
                  </a:lnTo>
                  <a:cubicBezTo>
                    <a:pt x="16394" y="0"/>
                    <a:pt x="12602" y="3029"/>
                    <a:pt x="11839" y="7191"/>
                  </a:cubicBezTo>
                  <a:lnTo>
                    <a:pt x="0" y="74419"/>
                  </a:lnTo>
                  <a:lnTo>
                    <a:pt x="84222" y="34949"/>
                  </a:lnTo>
                  <a:lnTo>
                    <a:pt x="89113" y="7191"/>
                  </a:lnTo>
                  <a:close/>
                </a:path>
              </a:pathLst>
            </a:custGeom>
            <a:solidFill>
              <a:srgbClr val="0095D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8015474" y="-706002"/>
              <a:ext cx="114171" cy="216319"/>
            </a:xfrm>
            <a:custGeom>
              <a:avLst/>
              <a:gdLst/>
              <a:ahLst/>
              <a:cxnLst/>
              <a:rect l="l" t="t" r="r" b="b"/>
              <a:pathLst>
                <a:path w="114171" h="216319" extrusionOk="0">
                  <a:moveTo>
                    <a:pt x="29961" y="39470"/>
                  </a:moveTo>
                  <a:lnTo>
                    <a:pt x="145" y="208747"/>
                  </a:lnTo>
                  <a:cubicBezTo>
                    <a:pt x="-618" y="212539"/>
                    <a:pt x="1660" y="216319"/>
                    <a:pt x="6203" y="216319"/>
                  </a:cubicBezTo>
                  <a:lnTo>
                    <a:pt x="68309" y="216319"/>
                  </a:lnTo>
                  <a:cubicBezTo>
                    <a:pt x="73997" y="216319"/>
                    <a:pt x="76645" y="212909"/>
                    <a:pt x="77396" y="208747"/>
                  </a:cubicBezTo>
                  <a:lnTo>
                    <a:pt x="114172" y="0"/>
                  </a:lnTo>
                  <a:lnTo>
                    <a:pt x="29950" y="39470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6280313" y="466255"/>
            <a:ext cx="1516361" cy="819767"/>
            <a:chOff x="6648521" y="-914229"/>
            <a:chExt cx="791631" cy="427967"/>
          </a:xfrm>
        </p:grpSpPr>
        <p:sp>
          <p:nvSpPr>
            <p:cNvPr id="1058" name="Google Shape;1058;p13"/>
            <p:cNvSpPr/>
            <p:nvPr/>
          </p:nvSpPr>
          <p:spPr>
            <a:xfrm>
              <a:off x="6707551" y="-911246"/>
              <a:ext cx="81748" cy="102985"/>
            </a:xfrm>
            <a:custGeom>
              <a:avLst/>
              <a:gdLst/>
              <a:ahLst/>
              <a:cxnLst/>
              <a:rect l="l" t="t" r="r" b="b"/>
              <a:pathLst>
                <a:path w="81748" h="102985" extrusionOk="0">
                  <a:moveTo>
                    <a:pt x="81748" y="5942"/>
                  </a:moveTo>
                  <a:lnTo>
                    <a:pt x="78766" y="22833"/>
                  </a:lnTo>
                  <a:cubicBezTo>
                    <a:pt x="78488" y="24324"/>
                    <a:pt x="77401" y="25411"/>
                    <a:pt x="75910" y="25411"/>
                  </a:cubicBezTo>
                  <a:lnTo>
                    <a:pt x="75644" y="25411"/>
                  </a:lnTo>
                  <a:cubicBezTo>
                    <a:pt x="70199" y="25007"/>
                    <a:pt x="54869" y="23654"/>
                    <a:pt x="45088" y="23654"/>
                  </a:cubicBezTo>
                  <a:cubicBezTo>
                    <a:pt x="41285" y="23654"/>
                    <a:pt x="37342" y="24868"/>
                    <a:pt x="37342" y="29330"/>
                  </a:cubicBezTo>
                  <a:cubicBezTo>
                    <a:pt x="37342" y="31215"/>
                    <a:pt x="38695" y="32429"/>
                    <a:pt x="43319" y="35134"/>
                  </a:cubicBezTo>
                  <a:lnTo>
                    <a:pt x="59875" y="44868"/>
                  </a:lnTo>
                  <a:cubicBezTo>
                    <a:pt x="69655" y="50545"/>
                    <a:pt x="73447" y="57979"/>
                    <a:pt x="73447" y="67436"/>
                  </a:cubicBezTo>
                  <a:cubicBezTo>
                    <a:pt x="73447" y="92708"/>
                    <a:pt x="52129" y="102986"/>
                    <a:pt x="29053" y="102986"/>
                  </a:cubicBezTo>
                  <a:cubicBezTo>
                    <a:pt x="17908" y="102986"/>
                    <a:pt x="9226" y="101506"/>
                    <a:pt x="2301" y="99483"/>
                  </a:cubicBezTo>
                  <a:cubicBezTo>
                    <a:pt x="1087" y="99078"/>
                    <a:pt x="0" y="98408"/>
                    <a:pt x="0" y="97182"/>
                  </a:cubicBezTo>
                  <a:lnTo>
                    <a:pt x="0" y="96789"/>
                  </a:lnTo>
                  <a:lnTo>
                    <a:pt x="2844" y="80164"/>
                  </a:lnTo>
                  <a:cubicBezTo>
                    <a:pt x="3110" y="78673"/>
                    <a:pt x="4335" y="77459"/>
                    <a:pt x="5966" y="77459"/>
                  </a:cubicBezTo>
                  <a:lnTo>
                    <a:pt x="6231" y="77459"/>
                  </a:lnTo>
                  <a:cubicBezTo>
                    <a:pt x="11792" y="78002"/>
                    <a:pt x="26197" y="79482"/>
                    <a:pt x="33388" y="79482"/>
                  </a:cubicBezTo>
                  <a:cubicBezTo>
                    <a:pt x="38822" y="79482"/>
                    <a:pt x="43296" y="77586"/>
                    <a:pt x="43296" y="71505"/>
                  </a:cubicBezTo>
                  <a:cubicBezTo>
                    <a:pt x="43296" y="69470"/>
                    <a:pt x="41932" y="67991"/>
                    <a:pt x="38001" y="65424"/>
                  </a:cubicBezTo>
                  <a:lnTo>
                    <a:pt x="20475" y="53932"/>
                  </a:lnTo>
                  <a:cubicBezTo>
                    <a:pt x="12602" y="48788"/>
                    <a:pt x="8798" y="40013"/>
                    <a:pt x="8798" y="31631"/>
                  </a:cubicBezTo>
                  <a:cubicBezTo>
                    <a:pt x="8798" y="7307"/>
                    <a:pt x="27943" y="0"/>
                    <a:pt x="49528" y="0"/>
                  </a:cubicBezTo>
                  <a:cubicBezTo>
                    <a:pt x="60256" y="0"/>
                    <a:pt x="74372" y="1757"/>
                    <a:pt x="79679" y="3387"/>
                  </a:cubicBezTo>
                  <a:cubicBezTo>
                    <a:pt x="80766" y="3792"/>
                    <a:pt x="81714" y="4335"/>
                    <a:pt x="81714" y="5549"/>
                  </a:cubicBezTo>
                  <a:lnTo>
                    <a:pt x="81714" y="59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6785539" y="-914229"/>
              <a:ext cx="44542" cy="104766"/>
            </a:xfrm>
            <a:custGeom>
              <a:avLst/>
              <a:gdLst/>
              <a:ahLst/>
              <a:cxnLst/>
              <a:rect l="l" t="t" r="r" b="b"/>
              <a:pathLst>
                <a:path w="44542" h="104766" extrusionOk="0">
                  <a:moveTo>
                    <a:pt x="36733" y="26093"/>
                  </a:moveTo>
                  <a:cubicBezTo>
                    <a:pt x="38224" y="26093"/>
                    <a:pt x="39588" y="26498"/>
                    <a:pt x="39172" y="28926"/>
                  </a:cubicBezTo>
                  <a:lnTo>
                    <a:pt x="26282" y="101784"/>
                  </a:lnTo>
                  <a:cubicBezTo>
                    <a:pt x="26004" y="103263"/>
                    <a:pt x="25333" y="104766"/>
                    <a:pt x="22744" y="104766"/>
                  </a:cubicBezTo>
                  <a:lnTo>
                    <a:pt x="2512" y="104766"/>
                  </a:lnTo>
                  <a:cubicBezTo>
                    <a:pt x="1021" y="104766"/>
                    <a:pt x="-332" y="104223"/>
                    <a:pt x="73" y="101784"/>
                  </a:cubicBezTo>
                  <a:lnTo>
                    <a:pt x="12975" y="28926"/>
                  </a:lnTo>
                  <a:cubicBezTo>
                    <a:pt x="13252" y="27446"/>
                    <a:pt x="14200" y="26093"/>
                    <a:pt x="16501" y="26093"/>
                  </a:cubicBezTo>
                  <a:lnTo>
                    <a:pt x="36733" y="26093"/>
                  </a:lnTo>
                  <a:close/>
                  <a:moveTo>
                    <a:pt x="42028" y="0"/>
                  </a:moveTo>
                  <a:cubicBezTo>
                    <a:pt x="43519" y="0"/>
                    <a:pt x="44883" y="405"/>
                    <a:pt x="44467" y="2705"/>
                  </a:cubicBezTo>
                  <a:lnTo>
                    <a:pt x="42166" y="15954"/>
                  </a:lnTo>
                  <a:cubicBezTo>
                    <a:pt x="41889" y="17434"/>
                    <a:pt x="41346" y="18660"/>
                    <a:pt x="38629" y="18660"/>
                  </a:cubicBezTo>
                  <a:lnTo>
                    <a:pt x="17171" y="18660"/>
                  </a:lnTo>
                  <a:cubicBezTo>
                    <a:pt x="14593" y="18660"/>
                    <a:pt x="14316" y="17446"/>
                    <a:pt x="14593" y="15954"/>
                  </a:cubicBezTo>
                  <a:lnTo>
                    <a:pt x="16894" y="2705"/>
                  </a:lnTo>
                  <a:cubicBezTo>
                    <a:pt x="17171" y="1214"/>
                    <a:pt x="18119" y="0"/>
                    <a:pt x="20559" y="0"/>
                  </a:cubicBezTo>
                  <a:lnTo>
                    <a:pt x="420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6822474" y="-889349"/>
              <a:ext cx="69344" cy="81100"/>
            </a:xfrm>
            <a:custGeom>
              <a:avLst/>
              <a:gdLst/>
              <a:ahLst/>
              <a:cxnLst/>
              <a:rect l="l" t="t" r="r" b="b"/>
              <a:pathLst>
                <a:path w="69344" h="81100" extrusionOk="0">
                  <a:moveTo>
                    <a:pt x="66736" y="20671"/>
                  </a:moveTo>
                  <a:cubicBezTo>
                    <a:pt x="66459" y="22290"/>
                    <a:pt x="65788" y="23642"/>
                    <a:pt x="63615" y="23376"/>
                  </a:cubicBezTo>
                  <a:cubicBezTo>
                    <a:pt x="59684" y="22833"/>
                    <a:pt x="46770" y="21215"/>
                    <a:pt x="40666" y="21215"/>
                  </a:cubicBezTo>
                  <a:cubicBezTo>
                    <a:pt x="37949" y="21215"/>
                    <a:pt x="35105" y="21492"/>
                    <a:pt x="35105" y="23781"/>
                  </a:cubicBezTo>
                  <a:cubicBezTo>
                    <a:pt x="35105" y="25550"/>
                    <a:pt x="35915" y="26359"/>
                    <a:pt x="39984" y="28787"/>
                  </a:cubicBezTo>
                  <a:lnTo>
                    <a:pt x="48539" y="33781"/>
                  </a:lnTo>
                  <a:cubicBezTo>
                    <a:pt x="60089" y="40683"/>
                    <a:pt x="62806" y="47308"/>
                    <a:pt x="62806" y="54476"/>
                  </a:cubicBezTo>
                  <a:cubicBezTo>
                    <a:pt x="62806" y="74210"/>
                    <a:pt x="46239" y="81101"/>
                    <a:pt x="27359" y="81101"/>
                  </a:cubicBezTo>
                  <a:cubicBezTo>
                    <a:pt x="17718" y="81101"/>
                    <a:pt x="7948" y="79609"/>
                    <a:pt x="2110" y="77852"/>
                  </a:cubicBezTo>
                  <a:cubicBezTo>
                    <a:pt x="341" y="77309"/>
                    <a:pt x="-202" y="76361"/>
                    <a:pt x="64" y="74869"/>
                  </a:cubicBezTo>
                  <a:lnTo>
                    <a:pt x="2503" y="60950"/>
                  </a:lnTo>
                  <a:cubicBezTo>
                    <a:pt x="2781" y="58927"/>
                    <a:pt x="3601" y="57713"/>
                    <a:pt x="6307" y="58106"/>
                  </a:cubicBezTo>
                  <a:cubicBezTo>
                    <a:pt x="14180" y="59181"/>
                    <a:pt x="24909" y="60268"/>
                    <a:pt x="29383" y="60268"/>
                  </a:cubicBezTo>
                  <a:cubicBezTo>
                    <a:pt x="32643" y="60268"/>
                    <a:pt x="36446" y="59724"/>
                    <a:pt x="36446" y="55678"/>
                  </a:cubicBezTo>
                  <a:cubicBezTo>
                    <a:pt x="36446" y="54187"/>
                    <a:pt x="35764" y="53389"/>
                    <a:pt x="33186" y="51898"/>
                  </a:cubicBezTo>
                  <a:lnTo>
                    <a:pt x="22180" y="45412"/>
                  </a:lnTo>
                  <a:cubicBezTo>
                    <a:pt x="12134" y="39458"/>
                    <a:pt x="8607" y="33250"/>
                    <a:pt x="8607" y="25272"/>
                  </a:cubicBezTo>
                  <a:cubicBezTo>
                    <a:pt x="8607" y="5133"/>
                    <a:pt x="25036" y="0"/>
                    <a:pt x="42424" y="0"/>
                  </a:cubicBezTo>
                  <a:cubicBezTo>
                    <a:pt x="52875" y="0"/>
                    <a:pt x="61014" y="1619"/>
                    <a:pt x="67130" y="3376"/>
                  </a:cubicBezTo>
                  <a:cubicBezTo>
                    <a:pt x="68748" y="3919"/>
                    <a:pt x="69569" y="4463"/>
                    <a:pt x="69291" y="6347"/>
                  </a:cubicBezTo>
                  <a:lnTo>
                    <a:pt x="66713" y="206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6896978" y="-905489"/>
              <a:ext cx="53134" cy="97229"/>
            </a:xfrm>
            <a:custGeom>
              <a:avLst/>
              <a:gdLst/>
              <a:ahLst/>
              <a:cxnLst/>
              <a:rect l="l" t="t" r="r" b="b"/>
              <a:pathLst>
                <a:path w="53134" h="97229" extrusionOk="0">
                  <a:moveTo>
                    <a:pt x="50327" y="17354"/>
                  </a:moveTo>
                  <a:cubicBezTo>
                    <a:pt x="52500" y="17354"/>
                    <a:pt x="53448" y="17897"/>
                    <a:pt x="53043" y="20048"/>
                  </a:cubicBezTo>
                  <a:lnTo>
                    <a:pt x="50604" y="33840"/>
                  </a:lnTo>
                  <a:cubicBezTo>
                    <a:pt x="50327" y="35331"/>
                    <a:pt x="49795" y="36545"/>
                    <a:pt x="47483" y="36545"/>
                  </a:cubicBezTo>
                  <a:lnTo>
                    <a:pt x="37170" y="36545"/>
                  </a:lnTo>
                  <a:lnTo>
                    <a:pt x="30661" y="72905"/>
                  </a:lnTo>
                  <a:cubicBezTo>
                    <a:pt x="30384" y="74119"/>
                    <a:pt x="30245" y="75067"/>
                    <a:pt x="30245" y="75737"/>
                  </a:cubicBezTo>
                  <a:cubicBezTo>
                    <a:pt x="30245" y="77495"/>
                    <a:pt x="31054" y="78038"/>
                    <a:pt x="33494" y="78038"/>
                  </a:cubicBezTo>
                  <a:lnTo>
                    <a:pt x="39737" y="78038"/>
                  </a:lnTo>
                  <a:cubicBezTo>
                    <a:pt x="41228" y="78038"/>
                    <a:pt x="42453" y="78581"/>
                    <a:pt x="42176" y="80605"/>
                  </a:cubicBezTo>
                  <a:lnTo>
                    <a:pt x="40003" y="93310"/>
                  </a:lnTo>
                  <a:cubicBezTo>
                    <a:pt x="39725" y="94802"/>
                    <a:pt x="38916" y="95599"/>
                    <a:pt x="36604" y="96015"/>
                  </a:cubicBezTo>
                  <a:cubicBezTo>
                    <a:pt x="35528" y="96143"/>
                    <a:pt x="29274" y="97229"/>
                    <a:pt x="24256" y="97229"/>
                  </a:cubicBezTo>
                  <a:cubicBezTo>
                    <a:pt x="12441" y="97229"/>
                    <a:pt x="4024" y="92767"/>
                    <a:pt x="4024" y="79657"/>
                  </a:cubicBezTo>
                  <a:cubicBezTo>
                    <a:pt x="4024" y="77495"/>
                    <a:pt x="4302" y="75194"/>
                    <a:pt x="4707" y="72627"/>
                  </a:cubicBezTo>
                  <a:lnTo>
                    <a:pt x="11088" y="36534"/>
                  </a:lnTo>
                  <a:lnTo>
                    <a:pt x="2394" y="34511"/>
                  </a:lnTo>
                  <a:cubicBezTo>
                    <a:pt x="891" y="34118"/>
                    <a:pt x="-334" y="33701"/>
                    <a:pt x="82" y="31539"/>
                  </a:cubicBezTo>
                  <a:lnTo>
                    <a:pt x="2117" y="20198"/>
                  </a:lnTo>
                  <a:cubicBezTo>
                    <a:pt x="2394" y="18707"/>
                    <a:pt x="2799" y="17354"/>
                    <a:pt x="5516" y="17354"/>
                  </a:cubicBezTo>
                  <a:lnTo>
                    <a:pt x="14476" y="17354"/>
                  </a:lnTo>
                  <a:lnTo>
                    <a:pt x="16372" y="6406"/>
                  </a:lnTo>
                  <a:cubicBezTo>
                    <a:pt x="16649" y="4914"/>
                    <a:pt x="18141" y="3828"/>
                    <a:pt x="19782" y="3562"/>
                  </a:cubicBezTo>
                  <a:lnTo>
                    <a:pt x="40557" y="47"/>
                  </a:lnTo>
                  <a:cubicBezTo>
                    <a:pt x="42453" y="-230"/>
                    <a:pt x="43401" y="729"/>
                    <a:pt x="43136" y="2625"/>
                  </a:cubicBezTo>
                  <a:lnTo>
                    <a:pt x="40557" y="17354"/>
                  </a:lnTo>
                  <a:lnTo>
                    <a:pt x="50327" y="173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6947004" y="-889372"/>
              <a:ext cx="73597" cy="81112"/>
            </a:xfrm>
            <a:custGeom>
              <a:avLst/>
              <a:gdLst/>
              <a:ahLst/>
              <a:cxnLst/>
              <a:rect l="l" t="t" r="r" b="b"/>
              <a:pathLst>
                <a:path w="73597" h="81112" extrusionOk="0">
                  <a:moveTo>
                    <a:pt x="72939" y="36776"/>
                  </a:moveTo>
                  <a:lnTo>
                    <a:pt x="71575" y="44892"/>
                  </a:lnTo>
                  <a:cubicBezTo>
                    <a:pt x="71297" y="46649"/>
                    <a:pt x="69806" y="47863"/>
                    <a:pt x="68176" y="47863"/>
                  </a:cubicBezTo>
                  <a:lnTo>
                    <a:pt x="25943" y="47863"/>
                  </a:lnTo>
                  <a:cubicBezTo>
                    <a:pt x="25666" y="49481"/>
                    <a:pt x="25538" y="50846"/>
                    <a:pt x="25538" y="52048"/>
                  </a:cubicBezTo>
                  <a:cubicBezTo>
                    <a:pt x="25538" y="58811"/>
                    <a:pt x="29874" y="59748"/>
                    <a:pt x="36660" y="59748"/>
                  </a:cubicBezTo>
                  <a:cubicBezTo>
                    <a:pt x="43863" y="59748"/>
                    <a:pt x="57574" y="59204"/>
                    <a:pt x="62742" y="58661"/>
                  </a:cubicBezTo>
                  <a:lnTo>
                    <a:pt x="63285" y="58661"/>
                  </a:lnTo>
                  <a:cubicBezTo>
                    <a:pt x="64499" y="58661"/>
                    <a:pt x="65320" y="59204"/>
                    <a:pt x="65320" y="60430"/>
                  </a:cubicBezTo>
                  <a:lnTo>
                    <a:pt x="65320" y="60973"/>
                  </a:lnTo>
                  <a:lnTo>
                    <a:pt x="63158" y="73147"/>
                  </a:lnTo>
                  <a:cubicBezTo>
                    <a:pt x="62753" y="75309"/>
                    <a:pt x="62071" y="76245"/>
                    <a:pt x="59748" y="76927"/>
                  </a:cubicBezTo>
                  <a:cubicBezTo>
                    <a:pt x="50649" y="79760"/>
                    <a:pt x="41412" y="81112"/>
                    <a:pt x="30013" y="81112"/>
                  </a:cubicBezTo>
                  <a:cubicBezTo>
                    <a:pt x="14937" y="81112"/>
                    <a:pt x="0" y="71783"/>
                    <a:pt x="0" y="52591"/>
                  </a:cubicBezTo>
                  <a:cubicBezTo>
                    <a:pt x="0" y="50418"/>
                    <a:pt x="127" y="48129"/>
                    <a:pt x="543" y="45689"/>
                  </a:cubicBezTo>
                  <a:lnTo>
                    <a:pt x="2035" y="36764"/>
                  </a:lnTo>
                  <a:cubicBezTo>
                    <a:pt x="6520" y="10000"/>
                    <a:pt x="22001" y="0"/>
                    <a:pt x="44672" y="0"/>
                  </a:cubicBezTo>
                  <a:cubicBezTo>
                    <a:pt x="64360" y="0"/>
                    <a:pt x="73598" y="12983"/>
                    <a:pt x="73598" y="29064"/>
                  </a:cubicBezTo>
                  <a:cubicBezTo>
                    <a:pt x="73598" y="31631"/>
                    <a:pt x="73320" y="34209"/>
                    <a:pt x="72916" y="36764"/>
                  </a:cubicBezTo>
                  <a:moveTo>
                    <a:pt x="40891" y="20151"/>
                  </a:moveTo>
                  <a:cubicBezTo>
                    <a:pt x="33284" y="20151"/>
                    <a:pt x="30036" y="25827"/>
                    <a:pt x="28394" y="33527"/>
                  </a:cubicBezTo>
                  <a:lnTo>
                    <a:pt x="48487" y="33527"/>
                  </a:lnTo>
                  <a:cubicBezTo>
                    <a:pt x="48892" y="31631"/>
                    <a:pt x="49181" y="29735"/>
                    <a:pt x="49181" y="28116"/>
                  </a:cubicBezTo>
                  <a:cubicBezTo>
                    <a:pt x="49181" y="23388"/>
                    <a:pt x="46996" y="20151"/>
                    <a:pt x="40891" y="2015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13"/>
            <p:cNvSpPr/>
            <p:nvPr/>
          </p:nvSpPr>
          <p:spPr>
            <a:xfrm>
              <a:off x="7022255" y="-889361"/>
              <a:ext cx="116512" cy="79886"/>
            </a:xfrm>
            <a:custGeom>
              <a:avLst/>
              <a:gdLst/>
              <a:ahLst/>
              <a:cxnLst/>
              <a:rect l="l" t="t" r="r" b="b"/>
              <a:pathLst>
                <a:path w="116512" h="79886" extrusionOk="0">
                  <a:moveTo>
                    <a:pt x="114986" y="34336"/>
                  </a:moveTo>
                  <a:lnTo>
                    <a:pt x="107518" y="76916"/>
                  </a:lnTo>
                  <a:cubicBezTo>
                    <a:pt x="107252" y="78396"/>
                    <a:pt x="105761" y="79887"/>
                    <a:pt x="104131" y="79887"/>
                  </a:cubicBezTo>
                  <a:lnTo>
                    <a:pt x="83760" y="79887"/>
                  </a:lnTo>
                  <a:cubicBezTo>
                    <a:pt x="82257" y="79887"/>
                    <a:pt x="81448" y="78673"/>
                    <a:pt x="81448" y="77459"/>
                  </a:cubicBezTo>
                  <a:lnTo>
                    <a:pt x="81448" y="76916"/>
                  </a:lnTo>
                  <a:lnTo>
                    <a:pt x="89598" y="30822"/>
                  </a:lnTo>
                  <a:cubicBezTo>
                    <a:pt x="89864" y="29330"/>
                    <a:pt x="89991" y="28116"/>
                    <a:pt x="89991" y="26903"/>
                  </a:cubicBezTo>
                  <a:cubicBezTo>
                    <a:pt x="89991" y="24059"/>
                    <a:pt x="88916" y="22313"/>
                    <a:pt x="84292" y="22313"/>
                  </a:cubicBezTo>
                  <a:cubicBezTo>
                    <a:pt x="82257" y="22313"/>
                    <a:pt x="78997" y="22706"/>
                    <a:pt x="75748" y="23793"/>
                  </a:cubicBezTo>
                  <a:cubicBezTo>
                    <a:pt x="75609" y="26220"/>
                    <a:pt x="75343" y="28244"/>
                    <a:pt x="74927" y="30822"/>
                  </a:cubicBezTo>
                  <a:lnTo>
                    <a:pt x="66777" y="76916"/>
                  </a:lnTo>
                  <a:cubicBezTo>
                    <a:pt x="66511" y="78396"/>
                    <a:pt x="65147" y="79887"/>
                    <a:pt x="63528" y="79887"/>
                  </a:cubicBezTo>
                  <a:lnTo>
                    <a:pt x="43030" y="79887"/>
                  </a:lnTo>
                  <a:cubicBezTo>
                    <a:pt x="41539" y="79887"/>
                    <a:pt x="40718" y="78673"/>
                    <a:pt x="40718" y="77459"/>
                  </a:cubicBezTo>
                  <a:lnTo>
                    <a:pt x="40718" y="76916"/>
                  </a:lnTo>
                  <a:lnTo>
                    <a:pt x="48869" y="30822"/>
                  </a:lnTo>
                  <a:cubicBezTo>
                    <a:pt x="49135" y="29469"/>
                    <a:pt x="49412" y="27989"/>
                    <a:pt x="49412" y="26764"/>
                  </a:cubicBezTo>
                  <a:cubicBezTo>
                    <a:pt x="49412" y="24197"/>
                    <a:pt x="48464" y="22313"/>
                    <a:pt x="44522" y="22313"/>
                  </a:cubicBezTo>
                  <a:cubicBezTo>
                    <a:pt x="41932" y="22313"/>
                    <a:pt x="38417" y="23388"/>
                    <a:pt x="35423" y="24741"/>
                  </a:cubicBezTo>
                  <a:lnTo>
                    <a:pt x="26197" y="76916"/>
                  </a:lnTo>
                  <a:cubicBezTo>
                    <a:pt x="25920" y="78396"/>
                    <a:pt x="24579" y="79887"/>
                    <a:pt x="22949" y="79887"/>
                  </a:cubicBezTo>
                  <a:lnTo>
                    <a:pt x="2451" y="79887"/>
                  </a:lnTo>
                  <a:cubicBezTo>
                    <a:pt x="948" y="79887"/>
                    <a:pt x="0" y="78673"/>
                    <a:pt x="0" y="77320"/>
                  </a:cubicBezTo>
                  <a:lnTo>
                    <a:pt x="0" y="76916"/>
                  </a:lnTo>
                  <a:lnTo>
                    <a:pt x="13041" y="3919"/>
                  </a:lnTo>
                  <a:cubicBezTo>
                    <a:pt x="13318" y="2439"/>
                    <a:pt x="14659" y="1225"/>
                    <a:pt x="16174" y="1225"/>
                  </a:cubicBezTo>
                  <a:lnTo>
                    <a:pt x="34510" y="1225"/>
                  </a:lnTo>
                  <a:cubicBezTo>
                    <a:pt x="36001" y="1225"/>
                    <a:pt x="36810" y="2162"/>
                    <a:pt x="36810" y="3515"/>
                  </a:cubicBezTo>
                  <a:lnTo>
                    <a:pt x="36810" y="3919"/>
                  </a:lnTo>
                  <a:lnTo>
                    <a:pt x="36394" y="7572"/>
                  </a:lnTo>
                  <a:cubicBezTo>
                    <a:pt x="42510" y="1225"/>
                    <a:pt x="49296" y="0"/>
                    <a:pt x="56487" y="0"/>
                  </a:cubicBezTo>
                  <a:cubicBezTo>
                    <a:pt x="63019" y="0"/>
                    <a:pt x="68707" y="2983"/>
                    <a:pt x="71968" y="7168"/>
                  </a:cubicBezTo>
                  <a:cubicBezTo>
                    <a:pt x="79841" y="1619"/>
                    <a:pt x="84743" y="0"/>
                    <a:pt x="92072" y="0"/>
                  </a:cubicBezTo>
                  <a:cubicBezTo>
                    <a:pt x="107957" y="0"/>
                    <a:pt x="116512" y="10417"/>
                    <a:pt x="116512" y="22174"/>
                  </a:cubicBezTo>
                  <a:cubicBezTo>
                    <a:pt x="116512" y="26232"/>
                    <a:pt x="115703" y="30417"/>
                    <a:pt x="115021" y="343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4" name="Google Shape;1064;p13"/>
            <p:cNvSpPr/>
            <p:nvPr/>
          </p:nvSpPr>
          <p:spPr>
            <a:xfrm>
              <a:off x="7143473" y="-889361"/>
              <a:ext cx="78626" cy="81112"/>
            </a:xfrm>
            <a:custGeom>
              <a:avLst/>
              <a:gdLst/>
              <a:ahLst/>
              <a:cxnLst/>
              <a:rect l="l" t="t" r="r" b="b"/>
              <a:pathLst>
                <a:path w="78626" h="81112" extrusionOk="0">
                  <a:moveTo>
                    <a:pt x="78488" y="7711"/>
                  </a:moveTo>
                  <a:lnTo>
                    <a:pt x="66268" y="77182"/>
                  </a:lnTo>
                  <a:cubicBezTo>
                    <a:pt x="65991" y="78673"/>
                    <a:pt x="64904" y="79887"/>
                    <a:pt x="63412" y="79887"/>
                  </a:cubicBezTo>
                  <a:lnTo>
                    <a:pt x="46441" y="79887"/>
                  </a:lnTo>
                  <a:cubicBezTo>
                    <a:pt x="44949" y="79887"/>
                    <a:pt x="44001" y="78939"/>
                    <a:pt x="44001" y="77598"/>
                  </a:cubicBezTo>
                  <a:lnTo>
                    <a:pt x="44001" y="77182"/>
                  </a:lnTo>
                  <a:lnTo>
                    <a:pt x="44545" y="72997"/>
                  </a:lnTo>
                  <a:cubicBezTo>
                    <a:pt x="37342" y="78546"/>
                    <a:pt x="31226" y="81112"/>
                    <a:pt x="23631" y="81112"/>
                  </a:cubicBezTo>
                  <a:cubicBezTo>
                    <a:pt x="10463" y="81112"/>
                    <a:pt x="0" y="71644"/>
                    <a:pt x="0" y="54753"/>
                  </a:cubicBezTo>
                  <a:cubicBezTo>
                    <a:pt x="0" y="52325"/>
                    <a:pt x="416" y="49215"/>
                    <a:pt x="821" y="46903"/>
                  </a:cubicBezTo>
                  <a:lnTo>
                    <a:pt x="3122" y="33250"/>
                  </a:lnTo>
                  <a:cubicBezTo>
                    <a:pt x="7468" y="7434"/>
                    <a:pt x="23897" y="0"/>
                    <a:pt x="44672" y="0"/>
                  </a:cubicBezTo>
                  <a:cubicBezTo>
                    <a:pt x="54314" y="0"/>
                    <a:pt x="64765" y="1480"/>
                    <a:pt x="74419" y="3376"/>
                  </a:cubicBezTo>
                  <a:cubicBezTo>
                    <a:pt x="76997" y="3919"/>
                    <a:pt x="78627" y="4324"/>
                    <a:pt x="78627" y="6624"/>
                  </a:cubicBezTo>
                  <a:lnTo>
                    <a:pt x="78500" y="7711"/>
                  </a:lnTo>
                  <a:close/>
                  <a:moveTo>
                    <a:pt x="41678" y="21492"/>
                  </a:moveTo>
                  <a:cubicBezTo>
                    <a:pt x="34070" y="21492"/>
                    <a:pt x="30672" y="24463"/>
                    <a:pt x="28787" y="35284"/>
                  </a:cubicBezTo>
                  <a:lnTo>
                    <a:pt x="26197" y="49747"/>
                  </a:lnTo>
                  <a:cubicBezTo>
                    <a:pt x="25931" y="50961"/>
                    <a:pt x="25931" y="52175"/>
                    <a:pt x="25931" y="53123"/>
                  </a:cubicBezTo>
                  <a:cubicBezTo>
                    <a:pt x="25931" y="57990"/>
                    <a:pt x="28371" y="59331"/>
                    <a:pt x="32174" y="59331"/>
                  </a:cubicBezTo>
                  <a:cubicBezTo>
                    <a:pt x="36244" y="59331"/>
                    <a:pt x="41134" y="57297"/>
                    <a:pt x="43851" y="55678"/>
                  </a:cubicBezTo>
                  <a:lnTo>
                    <a:pt x="49828" y="22024"/>
                  </a:lnTo>
                  <a:cubicBezTo>
                    <a:pt x="47516" y="21758"/>
                    <a:pt x="44394" y="21480"/>
                    <a:pt x="41678" y="2148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13"/>
            <p:cNvSpPr/>
            <p:nvPr/>
          </p:nvSpPr>
          <p:spPr>
            <a:xfrm>
              <a:off x="6648521" y="-774872"/>
              <a:ext cx="225752" cy="285211"/>
            </a:xfrm>
            <a:custGeom>
              <a:avLst/>
              <a:gdLst/>
              <a:ahLst/>
              <a:cxnLst/>
              <a:rect l="l" t="t" r="r" b="b"/>
              <a:pathLst>
                <a:path w="225752" h="285211" extrusionOk="0">
                  <a:moveTo>
                    <a:pt x="225741" y="12498"/>
                  </a:moveTo>
                  <a:lnTo>
                    <a:pt x="217406" y="58707"/>
                  </a:lnTo>
                  <a:cubicBezTo>
                    <a:pt x="216643" y="62869"/>
                    <a:pt x="212862" y="66280"/>
                    <a:pt x="208700" y="66280"/>
                  </a:cubicBezTo>
                  <a:lnTo>
                    <a:pt x="132189" y="66280"/>
                  </a:lnTo>
                  <a:cubicBezTo>
                    <a:pt x="118547" y="66280"/>
                    <a:pt x="113252" y="70823"/>
                    <a:pt x="110605" y="85228"/>
                  </a:cubicBezTo>
                  <a:lnTo>
                    <a:pt x="105680" y="112501"/>
                  </a:lnTo>
                  <a:lnTo>
                    <a:pt x="198850" y="112501"/>
                  </a:lnTo>
                  <a:cubicBezTo>
                    <a:pt x="202642" y="112501"/>
                    <a:pt x="205290" y="115148"/>
                    <a:pt x="205290" y="118940"/>
                  </a:cubicBezTo>
                  <a:lnTo>
                    <a:pt x="205290" y="120073"/>
                  </a:lnTo>
                  <a:lnTo>
                    <a:pt x="197336" y="164768"/>
                  </a:lnTo>
                  <a:cubicBezTo>
                    <a:pt x="196573" y="168930"/>
                    <a:pt x="192792" y="172341"/>
                    <a:pt x="188619" y="172341"/>
                  </a:cubicBezTo>
                  <a:lnTo>
                    <a:pt x="95448" y="172341"/>
                  </a:lnTo>
                  <a:lnTo>
                    <a:pt x="76881" y="277639"/>
                  </a:lnTo>
                  <a:cubicBezTo>
                    <a:pt x="76130" y="281801"/>
                    <a:pt x="71956" y="285211"/>
                    <a:pt x="67794" y="285211"/>
                  </a:cubicBezTo>
                  <a:lnTo>
                    <a:pt x="6058" y="285211"/>
                  </a:lnTo>
                  <a:cubicBezTo>
                    <a:pt x="2278" y="285211"/>
                    <a:pt x="0" y="282564"/>
                    <a:pt x="0" y="279153"/>
                  </a:cubicBezTo>
                  <a:lnTo>
                    <a:pt x="0" y="277639"/>
                  </a:lnTo>
                  <a:lnTo>
                    <a:pt x="33712" y="85228"/>
                  </a:lnTo>
                  <a:cubicBezTo>
                    <a:pt x="46973" y="8336"/>
                    <a:pt x="95067" y="0"/>
                    <a:pt x="145831" y="0"/>
                  </a:cubicBezTo>
                  <a:cubicBezTo>
                    <a:pt x="182561" y="0"/>
                    <a:pt x="205290" y="3029"/>
                    <a:pt x="219313" y="4925"/>
                  </a:cubicBezTo>
                  <a:cubicBezTo>
                    <a:pt x="223475" y="5307"/>
                    <a:pt x="225753" y="7572"/>
                    <a:pt x="225753" y="10983"/>
                  </a:cubicBezTo>
                  <a:lnTo>
                    <a:pt x="225753" y="124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13"/>
            <p:cNvSpPr/>
            <p:nvPr/>
          </p:nvSpPr>
          <p:spPr>
            <a:xfrm>
              <a:off x="6986404" y="-774883"/>
              <a:ext cx="214758" cy="288621"/>
            </a:xfrm>
            <a:custGeom>
              <a:avLst/>
              <a:gdLst/>
              <a:ahLst/>
              <a:cxnLst/>
              <a:rect l="l" t="t" r="r" b="b"/>
              <a:pathLst>
                <a:path w="214758" h="288621" extrusionOk="0">
                  <a:moveTo>
                    <a:pt x="214758" y="12139"/>
                  </a:moveTo>
                  <a:lnTo>
                    <a:pt x="206804" y="58349"/>
                  </a:lnTo>
                  <a:cubicBezTo>
                    <a:pt x="206041" y="62511"/>
                    <a:pt x="201879" y="65921"/>
                    <a:pt x="197717" y="65921"/>
                  </a:cubicBezTo>
                  <a:lnTo>
                    <a:pt x="121206" y="65921"/>
                  </a:lnTo>
                  <a:cubicBezTo>
                    <a:pt x="107576" y="65921"/>
                    <a:pt x="102269" y="70465"/>
                    <a:pt x="99622" y="84870"/>
                  </a:cubicBezTo>
                  <a:lnTo>
                    <a:pt x="94697" y="112512"/>
                  </a:lnTo>
                  <a:lnTo>
                    <a:pt x="187867" y="112512"/>
                  </a:lnTo>
                  <a:cubicBezTo>
                    <a:pt x="191659" y="112512"/>
                    <a:pt x="194307" y="115160"/>
                    <a:pt x="194307" y="118952"/>
                  </a:cubicBezTo>
                  <a:lnTo>
                    <a:pt x="194307" y="120085"/>
                  </a:lnTo>
                  <a:lnTo>
                    <a:pt x="186353" y="164780"/>
                  </a:lnTo>
                  <a:cubicBezTo>
                    <a:pt x="185590" y="168942"/>
                    <a:pt x="181798" y="172352"/>
                    <a:pt x="177636" y="172352"/>
                  </a:cubicBezTo>
                  <a:lnTo>
                    <a:pt x="84465" y="172352"/>
                  </a:lnTo>
                  <a:lnTo>
                    <a:pt x="78777" y="203787"/>
                  </a:lnTo>
                  <a:cubicBezTo>
                    <a:pt x="78407" y="206816"/>
                    <a:pt x="78026" y="209093"/>
                    <a:pt x="78026" y="211359"/>
                  </a:cubicBezTo>
                  <a:cubicBezTo>
                    <a:pt x="78026" y="220076"/>
                    <a:pt x="82569" y="222724"/>
                    <a:pt x="93552" y="222724"/>
                  </a:cubicBezTo>
                  <a:lnTo>
                    <a:pt x="170063" y="222724"/>
                  </a:lnTo>
                  <a:cubicBezTo>
                    <a:pt x="173855" y="222724"/>
                    <a:pt x="176491" y="225371"/>
                    <a:pt x="176491" y="229163"/>
                  </a:cubicBezTo>
                  <a:lnTo>
                    <a:pt x="176491" y="230296"/>
                  </a:lnTo>
                  <a:lnTo>
                    <a:pt x="168156" y="276506"/>
                  </a:lnTo>
                  <a:cubicBezTo>
                    <a:pt x="167393" y="281049"/>
                    <a:pt x="164364" y="283315"/>
                    <a:pt x="159450" y="284078"/>
                  </a:cubicBezTo>
                  <a:cubicBezTo>
                    <a:pt x="144675" y="285974"/>
                    <a:pt x="121576" y="288622"/>
                    <a:pt x="84835" y="288622"/>
                  </a:cubicBezTo>
                  <a:cubicBezTo>
                    <a:pt x="40522" y="288622"/>
                    <a:pt x="0" y="272714"/>
                    <a:pt x="0" y="223094"/>
                  </a:cubicBezTo>
                  <a:cubicBezTo>
                    <a:pt x="0" y="217036"/>
                    <a:pt x="763" y="210596"/>
                    <a:pt x="1896" y="203775"/>
                  </a:cubicBezTo>
                  <a:lnTo>
                    <a:pt x="22729" y="84847"/>
                  </a:lnTo>
                  <a:cubicBezTo>
                    <a:pt x="35990" y="8336"/>
                    <a:pt x="81448" y="0"/>
                    <a:pt x="134848" y="0"/>
                  </a:cubicBezTo>
                  <a:cubicBezTo>
                    <a:pt x="171578" y="0"/>
                    <a:pt x="194688" y="2647"/>
                    <a:pt x="208700" y="4543"/>
                  </a:cubicBezTo>
                  <a:cubicBezTo>
                    <a:pt x="212862" y="4913"/>
                    <a:pt x="214758" y="6809"/>
                    <a:pt x="214758" y="10601"/>
                  </a:cubicBezTo>
                  <a:lnTo>
                    <a:pt x="214758" y="12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13"/>
            <p:cNvSpPr/>
            <p:nvPr/>
          </p:nvSpPr>
          <p:spPr>
            <a:xfrm>
              <a:off x="7201151" y="-774883"/>
              <a:ext cx="239001" cy="288621"/>
            </a:xfrm>
            <a:custGeom>
              <a:avLst/>
              <a:gdLst/>
              <a:ahLst/>
              <a:cxnLst/>
              <a:rect l="l" t="t" r="r" b="b"/>
              <a:pathLst>
                <a:path w="239001" h="288621" extrusionOk="0">
                  <a:moveTo>
                    <a:pt x="238632" y="17434"/>
                  </a:moveTo>
                  <a:lnTo>
                    <a:pt x="229915" y="65158"/>
                  </a:lnTo>
                  <a:cubicBezTo>
                    <a:pt x="229163" y="69702"/>
                    <a:pt x="227637" y="71216"/>
                    <a:pt x="223857" y="71216"/>
                  </a:cubicBezTo>
                  <a:lnTo>
                    <a:pt x="222712" y="71216"/>
                  </a:lnTo>
                  <a:cubicBezTo>
                    <a:pt x="208330" y="70453"/>
                    <a:pt x="178017" y="67806"/>
                    <a:pt x="149993" y="67806"/>
                  </a:cubicBezTo>
                  <a:cubicBezTo>
                    <a:pt x="112108" y="67806"/>
                    <a:pt x="96200" y="79170"/>
                    <a:pt x="87876" y="124617"/>
                  </a:cubicBezTo>
                  <a:lnTo>
                    <a:pt x="80673" y="164768"/>
                  </a:lnTo>
                  <a:cubicBezTo>
                    <a:pt x="79159" y="174237"/>
                    <a:pt x="78407" y="181809"/>
                    <a:pt x="78407" y="188630"/>
                  </a:cubicBezTo>
                  <a:cubicBezTo>
                    <a:pt x="78407" y="217799"/>
                    <a:pt x="92789" y="222712"/>
                    <a:pt x="106813" y="222712"/>
                  </a:cubicBezTo>
                  <a:cubicBezTo>
                    <a:pt x="114015" y="222712"/>
                    <a:pt x="121588" y="222331"/>
                    <a:pt x="128027" y="221579"/>
                  </a:cubicBezTo>
                  <a:lnTo>
                    <a:pt x="141658" y="143935"/>
                  </a:lnTo>
                  <a:cubicBezTo>
                    <a:pt x="142421" y="139773"/>
                    <a:pt x="145820" y="136363"/>
                    <a:pt x="149993" y="136363"/>
                  </a:cubicBezTo>
                  <a:lnTo>
                    <a:pt x="209833" y="136363"/>
                  </a:lnTo>
                  <a:cubicBezTo>
                    <a:pt x="213625" y="136363"/>
                    <a:pt x="216273" y="139010"/>
                    <a:pt x="216273" y="142802"/>
                  </a:cubicBezTo>
                  <a:lnTo>
                    <a:pt x="216273" y="143935"/>
                  </a:lnTo>
                  <a:lnTo>
                    <a:pt x="193925" y="270818"/>
                  </a:lnTo>
                  <a:cubicBezTo>
                    <a:pt x="192792" y="276506"/>
                    <a:pt x="190896" y="278402"/>
                    <a:pt x="184457" y="279535"/>
                  </a:cubicBezTo>
                  <a:cubicBezTo>
                    <a:pt x="161728" y="284078"/>
                    <a:pt x="131808" y="288622"/>
                    <a:pt x="95067" y="288622"/>
                  </a:cubicBezTo>
                  <a:cubicBezTo>
                    <a:pt x="52649" y="288622"/>
                    <a:pt x="0" y="263997"/>
                    <a:pt x="0" y="194307"/>
                  </a:cubicBezTo>
                  <a:cubicBezTo>
                    <a:pt x="0" y="185220"/>
                    <a:pt x="763" y="175000"/>
                    <a:pt x="2659" y="164387"/>
                  </a:cubicBezTo>
                  <a:lnTo>
                    <a:pt x="9850" y="124617"/>
                  </a:lnTo>
                  <a:cubicBezTo>
                    <a:pt x="29920" y="14394"/>
                    <a:pt x="95830" y="0"/>
                    <a:pt x="151508" y="0"/>
                  </a:cubicBezTo>
                  <a:cubicBezTo>
                    <a:pt x="190896" y="0"/>
                    <a:pt x="217799" y="6058"/>
                    <a:pt x="232574" y="10220"/>
                  </a:cubicBezTo>
                  <a:cubicBezTo>
                    <a:pt x="236354" y="11365"/>
                    <a:pt x="239002" y="12116"/>
                    <a:pt x="239002" y="15527"/>
                  </a:cubicBezTo>
                  <a:cubicBezTo>
                    <a:pt x="239002" y="15896"/>
                    <a:pt x="238632" y="16659"/>
                    <a:pt x="238632" y="174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13"/>
            <p:cNvSpPr/>
            <p:nvPr/>
          </p:nvSpPr>
          <p:spPr>
            <a:xfrm>
              <a:off x="6897176" y="-771068"/>
              <a:ext cx="89230" cy="74418"/>
            </a:xfrm>
            <a:custGeom>
              <a:avLst/>
              <a:gdLst/>
              <a:ahLst/>
              <a:cxnLst/>
              <a:rect l="l" t="t" r="r" b="b"/>
              <a:pathLst>
                <a:path w="89230" h="74418" extrusionOk="0">
                  <a:moveTo>
                    <a:pt x="89113" y="7191"/>
                  </a:moveTo>
                  <a:cubicBezTo>
                    <a:pt x="89876" y="2278"/>
                    <a:pt x="86835" y="0"/>
                    <a:pt x="82673" y="0"/>
                  </a:cubicBezTo>
                  <a:lnTo>
                    <a:pt x="20556" y="0"/>
                  </a:lnTo>
                  <a:cubicBezTo>
                    <a:pt x="16394" y="0"/>
                    <a:pt x="12602" y="3029"/>
                    <a:pt x="11839" y="7191"/>
                  </a:cubicBezTo>
                  <a:lnTo>
                    <a:pt x="0" y="74419"/>
                  </a:lnTo>
                  <a:lnTo>
                    <a:pt x="84222" y="34949"/>
                  </a:lnTo>
                  <a:lnTo>
                    <a:pt x="89113" y="71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13"/>
            <p:cNvSpPr/>
            <p:nvPr/>
          </p:nvSpPr>
          <p:spPr>
            <a:xfrm>
              <a:off x="6861920" y="-706002"/>
              <a:ext cx="114171" cy="216318"/>
            </a:xfrm>
            <a:custGeom>
              <a:avLst/>
              <a:gdLst/>
              <a:ahLst/>
              <a:cxnLst/>
              <a:rect l="l" t="t" r="r" b="b"/>
              <a:pathLst>
                <a:path w="114171" h="216318" extrusionOk="0">
                  <a:moveTo>
                    <a:pt x="29961" y="39469"/>
                  </a:moveTo>
                  <a:lnTo>
                    <a:pt x="145" y="208746"/>
                  </a:lnTo>
                  <a:cubicBezTo>
                    <a:pt x="-618" y="212538"/>
                    <a:pt x="1660" y="216319"/>
                    <a:pt x="6203" y="216319"/>
                  </a:cubicBezTo>
                  <a:lnTo>
                    <a:pt x="68309" y="216319"/>
                  </a:lnTo>
                  <a:cubicBezTo>
                    <a:pt x="73997" y="216319"/>
                    <a:pt x="76645" y="212908"/>
                    <a:pt x="77396" y="208746"/>
                  </a:cubicBezTo>
                  <a:lnTo>
                    <a:pt x="114172" y="0"/>
                  </a:lnTo>
                  <a:lnTo>
                    <a:pt x="29950" y="3946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0" name="Google Shape;1070;p13"/>
          <p:cNvGrpSpPr/>
          <p:nvPr/>
        </p:nvGrpSpPr>
        <p:grpSpPr>
          <a:xfrm>
            <a:off x="4413096" y="466255"/>
            <a:ext cx="1516361" cy="990596"/>
            <a:chOff x="7802075" y="-914229"/>
            <a:chExt cx="791631" cy="517150"/>
          </a:xfrm>
        </p:grpSpPr>
        <p:sp>
          <p:nvSpPr>
            <p:cNvPr id="1071" name="Google Shape;1071;p13"/>
            <p:cNvSpPr/>
            <p:nvPr/>
          </p:nvSpPr>
          <p:spPr>
            <a:xfrm>
              <a:off x="8000486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9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13"/>
            <p:cNvSpPr/>
            <p:nvPr/>
          </p:nvSpPr>
          <p:spPr>
            <a:xfrm>
              <a:off x="8043562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84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62" y="52742"/>
                    <a:pt x="30984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2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13"/>
            <p:cNvSpPr/>
            <p:nvPr/>
          </p:nvSpPr>
          <p:spPr>
            <a:xfrm>
              <a:off x="8081922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9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13"/>
            <p:cNvSpPr/>
            <p:nvPr/>
          </p:nvSpPr>
          <p:spPr>
            <a:xfrm>
              <a:off x="8123331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2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13"/>
            <p:cNvSpPr/>
            <p:nvPr/>
          </p:nvSpPr>
          <p:spPr>
            <a:xfrm>
              <a:off x="8162352" y="-450560"/>
              <a:ext cx="12081" cy="52822"/>
            </a:xfrm>
            <a:custGeom>
              <a:avLst/>
              <a:gdLst/>
              <a:ahLst/>
              <a:cxnLst/>
              <a:rect l="l" t="t" r="r" b="b"/>
              <a:pathLst>
                <a:path w="12081" h="52822" extrusionOk="0">
                  <a:moveTo>
                    <a:pt x="12070" y="1353"/>
                  </a:moveTo>
                  <a:lnTo>
                    <a:pt x="3145" y="51481"/>
                  </a:lnTo>
                  <a:cubicBezTo>
                    <a:pt x="2994" y="52187"/>
                    <a:pt x="2428" y="52823"/>
                    <a:pt x="1711" y="52823"/>
                  </a:cubicBezTo>
                  <a:lnTo>
                    <a:pt x="1006" y="52823"/>
                  </a:lnTo>
                  <a:cubicBezTo>
                    <a:pt x="358" y="52823"/>
                    <a:pt x="0" y="52325"/>
                    <a:pt x="0" y="51759"/>
                  </a:cubicBezTo>
                  <a:lnTo>
                    <a:pt x="0" y="51481"/>
                  </a:lnTo>
                  <a:lnTo>
                    <a:pt x="8925" y="1353"/>
                  </a:lnTo>
                  <a:cubicBezTo>
                    <a:pt x="9064" y="636"/>
                    <a:pt x="9642" y="0"/>
                    <a:pt x="10359" y="0"/>
                  </a:cubicBezTo>
                  <a:lnTo>
                    <a:pt x="11075" y="0"/>
                  </a:lnTo>
                  <a:cubicBezTo>
                    <a:pt x="11723" y="0"/>
                    <a:pt x="12081" y="497"/>
                    <a:pt x="12081" y="1064"/>
                  </a:cubicBezTo>
                  <a:lnTo>
                    <a:pt x="12081" y="13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13"/>
            <p:cNvSpPr/>
            <p:nvPr/>
          </p:nvSpPr>
          <p:spPr>
            <a:xfrm>
              <a:off x="8190064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8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7" name="Google Shape;1077;p13"/>
            <p:cNvSpPr/>
            <p:nvPr/>
          </p:nvSpPr>
          <p:spPr>
            <a:xfrm>
              <a:off x="8233129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73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62" y="52742"/>
                    <a:pt x="30984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2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13"/>
            <p:cNvSpPr/>
            <p:nvPr/>
          </p:nvSpPr>
          <p:spPr>
            <a:xfrm>
              <a:off x="8271512" y="-450537"/>
              <a:ext cx="52764" cy="52822"/>
            </a:xfrm>
            <a:custGeom>
              <a:avLst/>
              <a:gdLst/>
              <a:ahLst/>
              <a:cxnLst/>
              <a:rect l="l" t="t" r="r" b="b"/>
              <a:pathLst>
                <a:path w="52764" h="52822" extrusionOk="0">
                  <a:moveTo>
                    <a:pt x="52765" y="1410"/>
                  </a:moveTo>
                  <a:lnTo>
                    <a:pt x="44186" y="50175"/>
                  </a:lnTo>
                  <a:cubicBezTo>
                    <a:pt x="43909" y="51609"/>
                    <a:pt x="42475" y="52811"/>
                    <a:pt x="41053" y="52811"/>
                  </a:cubicBezTo>
                  <a:lnTo>
                    <a:pt x="32198" y="52811"/>
                  </a:lnTo>
                  <a:cubicBezTo>
                    <a:pt x="30914" y="52811"/>
                    <a:pt x="30128" y="52244"/>
                    <a:pt x="29550" y="50892"/>
                  </a:cubicBezTo>
                  <a:lnTo>
                    <a:pt x="18983" y="27088"/>
                  </a:lnTo>
                  <a:cubicBezTo>
                    <a:pt x="18775" y="26590"/>
                    <a:pt x="18556" y="26521"/>
                    <a:pt x="18347" y="26521"/>
                  </a:cubicBezTo>
                  <a:cubicBezTo>
                    <a:pt x="18139" y="26521"/>
                    <a:pt x="17989" y="26660"/>
                    <a:pt x="17920" y="27157"/>
                  </a:cubicBezTo>
                  <a:lnTo>
                    <a:pt x="13631" y="51401"/>
                  </a:lnTo>
                  <a:cubicBezTo>
                    <a:pt x="13492" y="52187"/>
                    <a:pt x="12706" y="52823"/>
                    <a:pt x="11919" y="52823"/>
                  </a:cubicBezTo>
                  <a:lnTo>
                    <a:pt x="1214" y="52823"/>
                  </a:lnTo>
                  <a:cubicBezTo>
                    <a:pt x="497" y="52823"/>
                    <a:pt x="0" y="52325"/>
                    <a:pt x="0" y="51620"/>
                  </a:cubicBezTo>
                  <a:lnTo>
                    <a:pt x="0" y="51412"/>
                  </a:lnTo>
                  <a:lnTo>
                    <a:pt x="8578" y="2636"/>
                  </a:lnTo>
                  <a:cubicBezTo>
                    <a:pt x="8867" y="1214"/>
                    <a:pt x="10289" y="12"/>
                    <a:pt x="11711" y="12"/>
                  </a:cubicBezTo>
                  <a:lnTo>
                    <a:pt x="20428" y="12"/>
                  </a:lnTo>
                  <a:cubicBezTo>
                    <a:pt x="21793" y="12"/>
                    <a:pt x="22359" y="867"/>
                    <a:pt x="22926" y="2069"/>
                  </a:cubicBezTo>
                  <a:lnTo>
                    <a:pt x="33781" y="26590"/>
                  </a:lnTo>
                  <a:cubicBezTo>
                    <a:pt x="33990" y="27088"/>
                    <a:pt x="34070" y="27226"/>
                    <a:pt x="34279" y="27226"/>
                  </a:cubicBezTo>
                  <a:cubicBezTo>
                    <a:pt x="34487" y="27226"/>
                    <a:pt x="34706" y="27145"/>
                    <a:pt x="34776" y="26590"/>
                  </a:cubicBezTo>
                  <a:lnTo>
                    <a:pt x="39204" y="1422"/>
                  </a:lnTo>
                  <a:cubicBezTo>
                    <a:pt x="39342" y="647"/>
                    <a:pt x="40128" y="0"/>
                    <a:pt x="40915" y="0"/>
                  </a:cubicBezTo>
                  <a:lnTo>
                    <a:pt x="51620" y="0"/>
                  </a:lnTo>
                  <a:cubicBezTo>
                    <a:pt x="52337" y="0"/>
                    <a:pt x="52765" y="486"/>
                    <a:pt x="52765" y="1133"/>
                  </a:cubicBezTo>
                  <a:lnTo>
                    <a:pt x="52765" y="1422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8319571" y="-451184"/>
              <a:ext cx="46695" cy="53458"/>
            </a:xfrm>
            <a:custGeom>
              <a:avLst/>
              <a:gdLst/>
              <a:ahLst/>
              <a:cxnLst/>
              <a:rect l="l" t="t" r="r" b="b"/>
              <a:pathLst>
                <a:path w="46695" h="53458" extrusionOk="0">
                  <a:moveTo>
                    <a:pt x="45343" y="53458"/>
                  </a:moveTo>
                  <a:lnTo>
                    <a:pt x="33203" y="53458"/>
                  </a:lnTo>
                  <a:cubicBezTo>
                    <a:pt x="32498" y="53458"/>
                    <a:pt x="31989" y="52823"/>
                    <a:pt x="31989" y="52106"/>
                  </a:cubicBezTo>
                  <a:lnTo>
                    <a:pt x="31781" y="42221"/>
                  </a:lnTo>
                  <a:lnTo>
                    <a:pt x="19064" y="42221"/>
                  </a:lnTo>
                  <a:lnTo>
                    <a:pt x="15284" y="52106"/>
                  </a:lnTo>
                  <a:cubicBezTo>
                    <a:pt x="14995" y="52823"/>
                    <a:pt x="14359" y="53458"/>
                    <a:pt x="13642" y="53458"/>
                  </a:cubicBezTo>
                  <a:lnTo>
                    <a:pt x="1006" y="53458"/>
                  </a:lnTo>
                  <a:cubicBezTo>
                    <a:pt x="370" y="53458"/>
                    <a:pt x="0" y="53088"/>
                    <a:pt x="0" y="52534"/>
                  </a:cubicBezTo>
                  <a:lnTo>
                    <a:pt x="139" y="51955"/>
                  </a:lnTo>
                  <a:lnTo>
                    <a:pt x="17423" y="8451"/>
                  </a:lnTo>
                  <a:cubicBezTo>
                    <a:pt x="20220" y="1410"/>
                    <a:pt x="25851" y="0"/>
                    <a:pt x="32637" y="0"/>
                  </a:cubicBezTo>
                  <a:cubicBezTo>
                    <a:pt x="39423" y="0"/>
                    <a:pt x="44556" y="1422"/>
                    <a:pt x="44845" y="8451"/>
                  </a:cubicBezTo>
                  <a:lnTo>
                    <a:pt x="46695" y="51955"/>
                  </a:lnTo>
                  <a:lnTo>
                    <a:pt x="46695" y="52025"/>
                  </a:lnTo>
                  <a:cubicBezTo>
                    <a:pt x="46695" y="52811"/>
                    <a:pt x="46117" y="53458"/>
                    <a:pt x="45331" y="53458"/>
                  </a:cubicBezTo>
                  <a:moveTo>
                    <a:pt x="31423" y="12787"/>
                  </a:moveTo>
                  <a:cubicBezTo>
                    <a:pt x="31423" y="12151"/>
                    <a:pt x="31423" y="11792"/>
                    <a:pt x="30776" y="11792"/>
                  </a:cubicBezTo>
                  <a:cubicBezTo>
                    <a:pt x="30128" y="11792"/>
                    <a:pt x="30070" y="12139"/>
                    <a:pt x="29851" y="12787"/>
                  </a:cubicBezTo>
                  <a:lnTo>
                    <a:pt x="23134" y="30845"/>
                  </a:lnTo>
                  <a:lnTo>
                    <a:pt x="31712" y="30845"/>
                  </a:lnTo>
                  <a:lnTo>
                    <a:pt x="31423" y="1278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"/>
            <p:cNvSpPr/>
            <p:nvPr/>
          </p:nvSpPr>
          <p:spPr>
            <a:xfrm>
              <a:off x="8370483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2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3"/>
            <p:cNvSpPr/>
            <p:nvPr/>
          </p:nvSpPr>
          <p:spPr>
            <a:xfrm>
              <a:off x="8409493" y="-450560"/>
              <a:ext cx="12081" cy="52822"/>
            </a:xfrm>
            <a:custGeom>
              <a:avLst/>
              <a:gdLst/>
              <a:ahLst/>
              <a:cxnLst/>
              <a:rect l="l" t="t" r="r" b="b"/>
              <a:pathLst>
                <a:path w="12081" h="52822" extrusionOk="0">
                  <a:moveTo>
                    <a:pt x="12081" y="1353"/>
                  </a:moveTo>
                  <a:lnTo>
                    <a:pt x="3145" y="51481"/>
                  </a:lnTo>
                  <a:cubicBezTo>
                    <a:pt x="3006" y="52187"/>
                    <a:pt x="2439" y="52823"/>
                    <a:pt x="1711" y="52823"/>
                  </a:cubicBezTo>
                  <a:lnTo>
                    <a:pt x="1006" y="52823"/>
                  </a:lnTo>
                  <a:cubicBezTo>
                    <a:pt x="358" y="52823"/>
                    <a:pt x="0" y="52325"/>
                    <a:pt x="0" y="51759"/>
                  </a:cubicBezTo>
                  <a:lnTo>
                    <a:pt x="0" y="51481"/>
                  </a:lnTo>
                  <a:lnTo>
                    <a:pt x="8925" y="1353"/>
                  </a:lnTo>
                  <a:cubicBezTo>
                    <a:pt x="9064" y="636"/>
                    <a:pt x="9642" y="0"/>
                    <a:pt x="10359" y="0"/>
                  </a:cubicBezTo>
                  <a:lnTo>
                    <a:pt x="11075" y="0"/>
                  </a:lnTo>
                  <a:cubicBezTo>
                    <a:pt x="11723" y="0"/>
                    <a:pt x="12081" y="497"/>
                    <a:pt x="12081" y="1064"/>
                  </a:cubicBezTo>
                  <a:lnTo>
                    <a:pt x="12081" y="135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3"/>
            <p:cNvSpPr/>
            <p:nvPr/>
          </p:nvSpPr>
          <p:spPr>
            <a:xfrm>
              <a:off x="8437191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1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3"/>
            <p:cNvSpPr/>
            <p:nvPr/>
          </p:nvSpPr>
          <p:spPr>
            <a:xfrm>
              <a:off x="8460859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73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50" y="52742"/>
                    <a:pt x="30995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1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3"/>
            <p:cNvSpPr/>
            <p:nvPr/>
          </p:nvSpPr>
          <p:spPr>
            <a:xfrm>
              <a:off x="8501288" y="-450537"/>
              <a:ext cx="30509" cy="53458"/>
            </a:xfrm>
            <a:custGeom>
              <a:avLst/>
              <a:gdLst/>
              <a:ahLst/>
              <a:cxnLst/>
              <a:rect l="l" t="t" r="r" b="b"/>
              <a:pathLst>
                <a:path w="30509" h="53458" extrusionOk="0">
                  <a:moveTo>
                    <a:pt x="30498" y="42499"/>
                  </a:moveTo>
                  <a:lnTo>
                    <a:pt x="28926" y="51169"/>
                  </a:lnTo>
                  <a:cubicBezTo>
                    <a:pt x="28787" y="52025"/>
                    <a:pt x="28209" y="52441"/>
                    <a:pt x="27284" y="52603"/>
                  </a:cubicBezTo>
                  <a:cubicBezTo>
                    <a:pt x="24567" y="53088"/>
                    <a:pt x="19793" y="53458"/>
                    <a:pt x="16001" y="53458"/>
                  </a:cubicBezTo>
                  <a:cubicBezTo>
                    <a:pt x="7931" y="53458"/>
                    <a:pt x="0" y="50823"/>
                    <a:pt x="0" y="41238"/>
                  </a:cubicBezTo>
                  <a:cubicBezTo>
                    <a:pt x="0" y="40094"/>
                    <a:pt x="150" y="38891"/>
                    <a:pt x="370" y="37539"/>
                  </a:cubicBezTo>
                  <a:lnTo>
                    <a:pt x="6729" y="1422"/>
                  </a:lnTo>
                  <a:cubicBezTo>
                    <a:pt x="6867" y="636"/>
                    <a:pt x="7734" y="0"/>
                    <a:pt x="8509" y="0"/>
                  </a:cubicBezTo>
                  <a:lnTo>
                    <a:pt x="20151" y="0"/>
                  </a:lnTo>
                  <a:cubicBezTo>
                    <a:pt x="20879" y="0"/>
                    <a:pt x="21307" y="497"/>
                    <a:pt x="21307" y="1145"/>
                  </a:cubicBezTo>
                  <a:lnTo>
                    <a:pt x="21307" y="1422"/>
                  </a:lnTo>
                  <a:lnTo>
                    <a:pt x="14948" y="37539"/>
                  </a:lnTo>
                  <a:cubicBezTo>
                    <a:pt x="14879" y="38036"/>
                    <a:pt x="14798" y="38464"/>
                    <a:pt x="14798" y="38891"/>
                  </a:cubicBezTo>
                  <a:cubicBezTo>
                    <a:pt x="14798" y="40522"/>
                    <a:pt x="15665" y="41100"/>
                    <a:pt x="17723" y="41100"/>
                  </a:cubicBezTo>
                  <a:lnTo>
                    <a:pt x="29296" y="41100"/>
                  </a:lnTo>
                  <a:cubicBezTo>
                    <a:pt x="30013" y="41100"/>
                    <a:pt x="30510" y="41585"/>
                    <a:pt x="30510" y="42302"/>
                  </a:cubicBezTo>
                  <a:lnTo>
                    <a:pt x="30510" y="425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3"/>
            <p:cNvSpPr/>
            <p:nvPr/>
          </p:nvSpPr>
          <p:spPr>
            <a:xfrm>
              <a:off x="7861105" y="-911246"/>
              <a:ext cx="81748" cy="102986"/>
            </a:xfrm>
            <a:custGeom>
              <a:avLst/>
              <a:gdLst/>
              <a:ahLst/>
              <a:cxnLst/>
              <a:rect l="l" t="t" r="r" b="b"/>
              <a:pathLst>
                <a:path w="81748" h="102986" extrusionOk="0">
                  <a:moveTo>
                    <a:pt x="81748" y="5942"/>
                  </a:moveTo>
                  <a:lnTo>
                    <a:pt x="78766" y="22833"/>
                  </a:lnTo>
                  <a:cubicBezTo>
                    <a:pt x="78488" y="24325"/>
                    <a:pt x="77401" y="25411"/>
                    <a:pt x="75910" y="25411"/>
                  </a:cubicBezTo>
                  <a:lnTo>
                    <a:pt x="75644" y="25411"/>
                  </a:lnTo>
                  <a:cubicBezTo>
                    <a:pt x="70199" y="25007"/>
                    <a:pt x="54869" y="23654"/>
                    <a:pt x="45088" y="23654"/>
                  </a:cubicBezTo>
                  <a:cubicBezTo>
                    <a:pt x="41285" y="23654"/>
                    <a:pt x="37342" y="24868"/>
                    <a:pt x="37342" y="29330"/>
                  </a:cubicBezTo>
                  <a:cubicBezTo>
                    <a:pt x="37342" y="31215"/>
                    <a:pt x="38695" y="32429"/>
                    <a:pt x="43319" y="35134"/>
                  </a:cubicBezTo>
                  <a:lnTo>
                    <a:pt x="59875" y="44869"/>
                  </a:lnTo>
                  <a:cubicBezTo>
                    <a:pt x="69655" y="50545"/>
                    <a:pt x="73447" y="57979"/>
                    <a:pt x="73447" y="67436"/>
                  </a:cubicBezTo>
                  <a:cubicBezTo>
                    <a:pt x="73447" y="92708"/>
                    <a:pt x="52129" y="102986"/>
                    <a:pt x="29053" y="102986"/>
                  </a:cubicBezTo>
                  <a:cubicBezTo>
                    <a:pt x="17908" y="102986"/>
                    <a:pt x="9226" y="101506"/>
                    <a:pt x="2301" y="99483"/>
                  </a:cubicBezTo>
                  <a:cubicBezTo>
                    <a:pt x="1087" y="99078"/>
                    <a:pt x="0" y="98408"/>
                    <a:pt x="0" y="97182"/>
                  </a:cubicBezTo>
                  <a:lnTo>
                    <a:pt x="0" y="96789"/>
                  </a:lnTo>
                  <a:lnTo>
                    <a:pt x="2844" y="80164"/>
                  </a:lnTo>
                  <a:cubicBezTo>
                    <a:pt x="3110" y="78673"/>
                    <a:pt x="4335" y="77459"/>
                    <a:pt x="5966" y="77459"/>
                  </a:cubicBezTo>
                  <a:lnTo>
                    <a:pt x="6231" y="77459"/>
                  </a:lnTo>
                  <a:cubicBezTo>
                    <a:pt x="11792" y="78003"/>
                    <a:pt x="26197" y="79482"/>
                    <a:pt x="33388" y="79482"/>
                  </a:cubicBezTo>
                  <a:cubicBezTo>
                    <a:pt x="38822" y="79482"/>
                    <a:pt x="43296" y="77586"/>
                    <a:pt x="43296" y="71505"/>
                  </a:cubicBezTo>
                  <a:cubicBezTo>
                    <a:pt x="43296" y="69470"/>
                    <a:pt x="41932" y="67991"/>
                    <a:pt x="38001" y="65424"/>
                  </a:cubicBezTo>
                  <a:lnTo>
                    <a:pt x="20475" y="53932"/>
                  </a:lnTo>
                  <a:cubicBezTo>
                    <a:pt x="12602" y="48788"/>
                    <a:pt x="8798" y="40013"/>
                    <a:pt x="8798" y="31631"/>
                  </a:cubicBezTo>
                  <a:cubicBezTo>
                    <a:pt x="8798" y="7307"/>
                    <a:pt x="27943" y="0"/>
                    <a:pt x="49528" y="0"/>
                  </a:cubicBezTo>
                  <a:cubicBezTo>
                    <a:pt x="60256" y="0"/>
                    <a:pt x="74372" y="1757"/>
                    <a:pt x="79679" y="3387"/>
                  </a:cubicBezTo>
                  <a:cubicBezTo>
                    <a:pt x="80766" y="3792"/>
                    <a:pt x="81714" y="4335"/>
                    <a:pt x="81714" y="5549"/>
                  </a:cubicBezTo>
                  <a:lnTo>
                    <a:pt x="81714" y="59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3"/>
            <p:cNvSpPr/>
            <p:nvPr/>
          </p:nvSpPr>
          <p:spPr>
            <a:xfrm>
              <a:off x="7939093" y="-914229"/>
              <a:ext cx="44542" cy="104766"/>
            </a:xfrm>
            <a:custGeom>
              <a:avLst/>
              <a:gdLst/>
              <a:ahLst/>
              <a:cxnLst/>
              <a:rect l="l" t="t" r="r" b="b"/>
              <a:pathLst>
                <a:path w="44542" h="104766" extrusionOk="0">
                  <a:moveTo>
                    <a:pt x="36733" y="26093"/>
                  </a:moveTo>
                  <a:cubicBezTo>
                    <a:pt x="38224" y="26093"/>
                    <a:pt x="39588" y="26498"/>
                    <a:pt x="39172" y="28926"/>
                  </a:cubicBezTo>
                  <a:lnTo>
                    <a:pt x="26282" y="101784"/>
                  </a:lnTo>
                  <a:cubicBezTo>
                    <a:pt x="26004" y="103264"/>
                    <a:pt x="25333" y="104766"/>
                    <a:pt x="22744" y="104766"/>
                  </a:cubicBezTo>
                  <a:lnTo>
                    <a:pt x="2512" y="104766"/>
                  </a:lnTo>
                  <a:cubicBezTo>
                    <a:pt x="1021" y="104766"/>
                    <a:pt x="-332" y="104223"/>
                    <a:pt x="73" y="101784"/>
                  </a:cubicBezTo>
                  <a:lnTo>
                    <a:pt x="12975" y="28926"/>
                  </a:lnTo>
                  <a:cubicBezTo>
                    <a:pt x="13252" y="27446"/>
                    <a:pt x="14200" y="26093"/>
                    <a:pt x="16501" y="26093"/>
                  </a:cubicBezTo>
                  <a:lnTo>
                    <a:pt x="36733" y="26093"/>
                  </a:lnTo>
                  <a:close/>
                  <a:moveTo>
                    <a:pt x="42028" y="0"/>
                  </a:moveTo>
                  <a:cubicBezTo>
                    <a:pt x="43519" y="0"/>
                    <a:pt x="44883" y="405"/>
                    <a:pt x="44467" y="2705"/>
                  </a:cubicBezTo>
                  <a:lnTo>
                    <a:pt x="42166" y="15954"/>
                  </a:lnTo>
                  <a:cubicBezTo>
                    <a:pt x="41889" y="17434"/>
                    <a:pt x="41346" y="18660"/>
                    <a:pt x="38629" y="18660"/>
                  </a:cubicBezTo>
                  <a:lnTo>
                    <a:pt x="17171" y="18660"/>
                  </a:lnTo>
                  <a:cubicBezTo>
                    <a:pt x="14593" y="18660"/>
                    <a:pt x="14316" y="17446"/>
                    <a:pt x="14593" y="15954"/>
                  </a:cubicBezTo>
                  <a:lnTo>
                    <a:pt x="16894" y="2705"/>
                  </a:lnTo>
                  <a:cubicBezTo>
                    <a:pt x="17171" y="1214"/>
                    <a:pt x="18119" y="0"/>
                    <a:pt x="20559" y="0"/>
                  </a:cubicBezTo>
                  <a:lnTo>
                    <a:pt x="420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3"/>
            <p:cNvSpPr/>
            <p:nvPr/>
          </p:nvSpPr>
          <p:spPr>
            <a:xfrm>
              <a:off x="7976028" y="-889349"/>
              <a:ext cx="69344" cy="81100"/>
            </a:xfrm>
            <a:custGeom>
              <a:avLst/>
              <a:gdLst/>
              <a:ahLst/>
              <a:cxnLst/>
              <a:rect l="l" t="t" r="r" b="b"/>
              <a:pathLst>
                <a:path w="69344" h="81100" extrusionOk="0">
                  <a:moveTo>
                    <a:pt x="66736" y="20671"/>
                  </a:moveTo>
                  <a:cubicBezTo>
                    <a:pt x="66459" y="22290"/>
                    <a:pt x="65788" y="23642"/>
                    <a:pt x="63615" y="23376"/>
                  </a:cubicBezTo>
                  <a:cubicBezTo>
                    <a:pt x="59684" y="22833"/>
                    <a:pt x="46770" y="21215"/>
                    <a:pt x="40666" y="21215"/>
                  </a:cubicBezTo>
                  <a:cubicBezTo>
                    <a:pt x="37949" y="21215"/>
                    <a:pt x="35105" y="21492"/>
                    <a:pt x="35105" y="23781"/>
                  </a:cubicBezTo>
                  <a:cubicBezTo>
                    <a:pt x="35105" y="25550"/>
                    <a:pt x="35915" y="26359"/>
                    <a:pt x="39984" y="28787"/>
                  </a:cubicBezTo>
                  <a:lnTo>
                    <a:pt x="48539" y="33781"/>
                  </a:lnTo>
                  <a:cubicBezTo>
                    <a:pt x="60089" y="40683"/>
                    <a:pt x="62806" y="47308"/>
                    <a:pt x="62806" y="54476"/>
                  </a:cubicBezTo>
                  <a:cubicBezTo>
                    <a:pt x="62806" y="74211"/>
                    <a:pt x="46239" y="81101"/>
                    <a:pt x="27359" y="81101"/>
                  </a:cubicBezTo>
                  <a:cubicBezTo>
                    <a:pt x="17718" y="81101"/>
                    <a:pt x="7948" y="79610"/>
                    <a:pt x="2110" y="77852"/>
                  </a:cubicBezTo>
                  <a:cubicBezTo>
                    <a:pt x="341" y="77309"/>
                    <a:pt x="-202" y="76361"/>
                    <a:pt x="64" y="74870"/>
                  </a:cubicBezTo>
                  <a:lnTo>
                    <a:pt x="2503" y="60950"/>
                  </a:lnTo>
                  <a:cubicBezTo>
                    <a:pt x="2781" y="58927"/>
                    <a:pt x="3601" y="57713"/>
                    <a:pt x="6307" y="58106"/>
                  </a:cubicBezTo>
                  <a:cubicBezTo>
                    <a:pt x="14180" y="59181"/>
                    <a:pt x="24909" y="60268"/>
                    <a:pt x="29383" y="60268"/>
                  </a:cubicBezTo>
                  <a:cubicBezTo>
                    <a:pt x="32643" y="60268"/>
                    <a:pt x="36446" y="59725"/>
                    <a:pt x="36446" y="55678"/>
                  </a:cubicBezTo>
                  <a:cubicBezTo>
                    <a:pt x="36446" y="54187"/>
                    <a:pt x="35764" y="53389"/>
                    <a:pt x="33186" y="51898"/>
                  </a:cubicBezTo>
                  <a:lnTo>
                    <a:pt x="22180" y="45412"/>
                  </a:lnTo>
                  <a:cubicBezTo>
                    <a:pt x="12134" y="39458"/>
                    <a:pt x="8607" y="33250"/>
                    <a:pt x="8607" y="25273"/>
                  </a:cubicBezTo>
                  <a:cubicBezTo>
                    <a:pt x="8607" y="5133"/>
                    <a:pt x="25036" y="0"/>
                    <a:pt x="42424" y="0"/>
                  </a:cubicBezTo>
                  <a:cubicBezTo>
                    <a:pt x="52875" y="0"/>
                    <a:pt x="61014" y="1619"/>
                    <a:pt x="67130" y="3376"/>
                  </a:cubicBezTo>
                  <a:cubicBezTo>
                    <a:pt x="68748" y="3919"/>
                    <a:pt x="69569" y="4463"/>
                    <a:pt x="69291" y="6347"/>
                  </a:cubicBezTo>
                  <a:lnTo>
                    <a:pt x="66713" y="2068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3"/>
            <p:cNvSpPr/>
            <p:nvPr/>
          </p:nvSpPr>
          <p:spPr>
            <a:xfrm>
              <a:off x="8050532" y="-905489"/>
              <a:ext cx="53134" cy="97229"/>
            </a:xfrm>
            <a:custGeom>
              <a:avLst/>
              <a:gdLst/>
              <a:ahLst/>
              <a:cxnLst/>
              <a:rect l="l" t="t" r="r" b="b"/>
              <a:pathLst>
                <a:path w="53134" h="97229" extrusionOk="0">
                  <a:moveTo>
                    <a:pt x="50327" y="17354"/>
                  </a:moveTo>
                  <a:cubicBezTo>
                    <a:pt x="52500" y="17354"/>
                    <a:pt x="53448" y="17897"/>
                    <a:pt x="53043" y="20048"/>
                  </a:cubicBezTo>
                  <a:lnTo>
                    <a:pt x="50604" y="33840"/>
                  </a:lnTo>
                  <a:cubicBezTo>
                    <a:pt x="50327" y="35332"/>
                    <a:pt x="49795" y="36545"/>
                    <a:pt x="47483" y="36545"/>
                  </a:cubicBezTo>
                  <a:lnTo>
                    <a:pt x="37170" y="36545"/>
                  </a:lnTo>
                  <a:lnTo>
                    <a:pt x="30661" y="72905"/>
                  </a:lnTo>
                  <a:cubicBezTo>
                    <a:pt x="30384" y="74119"/>
                    <a:pt x="30245" y="75067"/>
                    <a:pt x="30245" y="75737"/>
                  </a:cubicBezTo>
                  <a:cubicBezTo>
                    <a:pt x="30245" y="77495"/>
                    <a:pt x="31054" y="78038"/>
                    <a:pt x="33494" y="78038"/>
                  </a:cubicBezTo>
                  <a:lnTo>
                    <a:pt x="39737" y="78038"/>
                  </a:lnTo>
                  <a:cubicBezTo>
                    <a:pt x="41228" y="78038"/>
                    <a:pt x="42453" y="78581"/>
                    <a:pt x="42176" y="80605"/>
                  </a:cubicBezTo>
                  <a:lnTo>
                    <a:pt x="40003" y="93310"/>
                  </a:lnTo>
                  <a:cubicBezTo>
                    <a:pt x="39725" y="94802"/>
                    <a:pt x="38916" y="95599"/>
                    <a:pt x="36604" y="96016"/>
                  </a:cubicBezTo>
                  <a:cubicBezTo>
                    <a:pt x="35528" y="96143"/>
                    <a:pt x="29274" y="97230"/>
                    <a:pt x="24256" y="97230"/>
                  </a:cubicBezTo>
                  <a:cubicBezTo>
                    <a:pt x="12441" y="97230"/>
                    <a:pt x="4024" y="92767"/>
                    <a:pt x="4024" y="79657"/>
                  </a:cubicBezTo>
                  <a:cubicBezTo>
                    <a:pt x="4024" y="77495"/>
                    <a:pt x="4302" y="75194"/>
                    <a:pt x="4707" y="72628"/>
                  </a:cubicBezTo>
                  <a:lnTo>
                    <a:pt x="11088" y="36534"/>
                  </a:lnTo>
                  <a:lnTo>
                    <a:pt x="2394" y="34511"/>
                  </a:lnTo>
                  <a:cubicBezTo>
                    <a:pt x="891" y="34118"/>
                    <a:pt x="-334" y="33701"/>
                    <a:pt x="82" y="31539"/>
                  </a:cubicBezTo>
                  <a:lnTo>
                    <a:pt x="2117" y="20198"/>
                  </a:lnTo>
                  <a:cubicBezTo>
                    <a:pt x="2394" y="18707"/>
                    <a:pt x="2799" y="17354"/>
                    <a:pt x="5516" y="17354"/>
                  </a:cubicBezTo>
                  <a:lnTo>
                    <a:pt x="14476" y="17354"/>
                  </a:lnTo>
                  <a:lnTo>
                    <a:pt x="16372" y="6406"/>
                  </a:lnTo>
                  <a:cubicBezTo>
                    <a:pt x="16649" y="4914"/>
                    <a:pt x="18141" y="3828"/>
                    <a:pt x="19782" y="3562"/>
                  </a:cubicBezTo>
                  <a:lnTo>
                    <a:pt x="40557" y="47"/>
                  </a:lnTo>
                  <a:cubicBezTo>
                    <a:pt x="42453" y="-230"/>
                    <a:pt x="43401" y="729"/>
                    <a:pt x="43136" y="2625"/>
                  </a:cubicBezTo>
                  <a:lnTo>
                    <a:pt x="40557" y="17354"/>
                  </a:lnTo>
                  <a:lnTo>
                    <a:pt x="50327" y="1735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3"/>
            <p:cNvSpPr/>
            <p:nvPr/>
          </p:nvSpPr>
          <p:spPr>
            <a:xfrm>
              <a:off x="8100558" y="-889372"/>
              <a:ext cx="73597" cy="81112"/>
            </a:xfrm>
            <a:custGeom>
              <a:avLst/>
              <a:gdLst/>
              <a:ahLst/>
              <a:cxnLst/>
              <a:rect l="l" t="t" r="r" b="b"/>
              <a:pathLst>
                <a:path w="73597" h="81112" extrusionOk="0">
                  <a:moveTo>
                    <a:pt x="72939" y="36776"/>
                  </a:moveTo>
                  <a:lnTo>
                    <a:pt x="71575" y="44892"/>
                  </a:lnTo>
                  <a:cubicBezTo>
                    <a:pt x="71297" y="46649"/>
                    <a:pt x="69806" y="47863"/>
                    <a:pt x="68176" y="47863"/>
                  </a:cubicBezTo>
                  <a:lnTo>
                    <a:pt x="25943" y="47863"/>
                  </a:lnTo>
                  <a:cubicBezTo>
                    <a:pt x="25666" y="49481"/>
                    <a:pt x="25538" y="50846"/>
                    <a:pt x="25538" y="52048"/>
                  </a:cubicBezTo>
                  <a:cubicBezTo>
                    <a:pt x="25538" y="58811"/>
                    <a:pt x="29874" y="59748"/>
                    <a:pt x="36660" y="59748"/>
                  </a:cubicBezTo>
                  <a:cubicBezTo>
                    <a:pt x="43863" y="59748"/>
                    <a:pt x="57574" y="59204"/>
                    <a:pt x="62742" y="58661"/>
                  </a:cubicBezTo>
                  <a:lnTo>
                    <a:pt x="63285" y="58661"/>
                  </a:lnTo>
                  <a:cubicBezTo>
                    <a:pt x="64499" y="58661"/>
                    <a:pt x="65320" y="59204"/>
                    <a:pt x="65320" y="60430"/>
                  </a:cubicBezTo>
                  <a:lnTo>
                    <a:pt x="65320" y="60973"/>
                  </a:lnTo>
                  <a:lnTo>
                    <a:pt x="63158" y="73147"/>
                  </a:lnTo>
                  <a:cubicBezTo>
                    <a:pt x="62753" y="75309"/>
                    <a:pt x="62071" y="76245"/>
                    <a:pt x="59748" y="76927"/>
                  </a:cubicBezTo>
                  <a:cubicBezTo>
                    <a:pt x="50649" y="79760"/>
                    <a:pt x="41412" y="81113"/>
                    <a:pt x="30013" y="81113"/>
                  </a:cubicBezTo>
                  <a:cubicBezTo>
                    <a:pt x="14937" y="81113"/>
                    <a:pt x="0" y="71783"/>
                    <a:pt x="0" y="52591"/>
                  </a:cubicBezTo>
                  <a:cubicBezTo>
                    <a:pt x="0" y="50418"/>
                    <a:pt x="127" y="48129"/>
                    <a:pt x="543" y="45689"/>
                  </a:cubicBezTo>
                  <a:lnTo>
                    <a:pt x="2035" y="36764"/>
                  </a:lnTo>
                  <a:cubicBezTo>
                    <a:pt x="6520" y="10000"/>
                    <a:pt x="22001" y="0"/>
                    <a:pt x="44672" y="0"/>
                  </a:cubicBezTo>
                  <a:cubicBezTo>
                    <a:pt x="64360" y="0"/>
                    <a:pt x="73598" y="12983"/>
                    <a:pt x="73598" y="29065"/>
                  </a:cubicBezTo>
                  <a:cubicBezTo>
                    <a:pt x="73598" y="31631"/>
                    <a:pt x="73320" y="34209"/>
                    <a:pt x="72916" y="36764"/>
                  </a:cubicBezTo>
                  <a:moveTo>
                    <a:pt x="40891" y="20151"/>
                  </a:moveTo>
                  <a:cubicBezTo>
                    <a:pt x="33284" y="20151"/>
                    <a:pt x="30036" y="25827"/>
                    <a:pt x="28394" y="33527"/>
                  </a:cubicBezTo>
                  <a:lnTo>
                    <a:pt x="48487" y="33527"/>
                  </a:lnTo>
                  <a:cubicBezTo>
                    <a:pt x="48892" y="31631"/>
                    <a:pt x="49181" y="29735"/>
                    <a:pt x="49181" y="28117"/>
                  </a:cubicBezTo>
                  <a:cubicBezTo>
                    <a:pt x="49181" y="23388"/>
                    <a:pt x="46996" y="20151"/>
                    <a:pt x="40891" y="2015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3"/>
            <p:cNvSpPr/>
            <p:nvPr/>
          </p:nvSpPr>
          <p:spPr>
            <a:xfrm>
              <a:off x="8175809" y="-889361"/>
              <a:ext cx="116512" cy="79887"/>
            </a:xfrm>
            <a:custGeom>
              <a:avLst/>
              <a:gdLst/>
              <a:ahLst/>
              <a:cxnLst/>
              <a:rect l="l" t="t" r="r" b="b"/>
              <a:pathLst>
                <a:path w="116512" h="79887" extrusionOk="0">
                  <a:moveTo>
                    <a:pt x="114986" y="34336"/>
                  </a:moveTo>
                  <a:lnTo>
                    <a:pt x="107518" y="76916"/>
                  </a:lnTo>
                  <a:cubicBezTo>
                    <a:pt x="107252" y="78396"/>
                    <a:pt x="105761" y="79887"/>
                    <a:pt x="104131" y="79887"/>
                  </a:cubicBezTo>
                  <a:lnTo>
                    <a:pt x="83760" y="79887"/>
                  </a:lnTo>
                  <a:cubicBezTo>
                    <a:pt x="82257" y="79887"/>
                    <a:pt x="81448" y="78673"/>
                    <a:pt x="81448" y="77459"/>
                  </a:cubicBezTo>
                  <a:lnTo>
                    <a:pt x="81448" y="76916"/>
                  </a:lnTo>
                  <a:lnTo>
                    <a:pt x="89598" y="30822"/>
                  </a:lnTo>
                  <a:cubicBezTo>
                    <a:pt x="89864" y="29330"/>
                    <a:pt x="89991" y="28117"/>
                    <a:pt x="89991" y="26903"/>
                  </a:cubicBezTo>
                  <a:cubicBezTo>
                    <a:pt x="89991" y="24059"/>
                    <a:pt x="88916" y="22313"/>
                    <a:pt x="84292" y="22313"/>
                  </a:cubicBezTo>
                  <a:cubicBezTo>
                    <a:pt x="82257" y="22313"/>
                    <a:pt x="78997" y="22706"/>
                    <a:pt x="75748" y="23793"/>
                  </a:cubicBezTo>
                  <a:cubicBezTo>
                    <a:pt x="75609" y="26221"/>
                    <a:pt x="75343" y="28244"/>
                    <a:pt x="74927" y="30822"/>
                  </a:cubicBezTo>
                  <a:lnTo>
                    <a:pt x="66777" y="76916"/>
                  </a:lnTo>
                  <a:cubicBezTo>
                    <a:pt x="66511" y="78396"/>
                    <a:pt x="65147" y="79887"/>
                    <a:pt x="63528" y="79887"/>
                  </a:cubicBezTo>
                  <a:lnTo>
                    <a:pt x="43030" y="79887"/>
                  </a:lnTo>
                  <a:cubicBezTo>
                    <a:pt x="41539" y="79887"/>
                    <a:pt x="40718" y="78673"/>
                    <a:pt x="40718" y="77459"/>
                  </a:cubicBezTo>
                  <a:lnTo>
                    <a:pt x="40718" y="76916"/>
                  </a:lnTo>
                  <a:lnTo>
                    <a:pt x="48869" y="30822"/>
                  </a:lnTo>
                  <a:cubicBezTo>
                    <a:pt x="49135" y="29469"/>
                    <a:pt x="49412" y="27989"/>
                    <a:pt x="49412" y="26764"/>
                  </a:cubicBezTo>
                  <a:cubicBezTo>
                    <a:pt x="49412" y="24197"/>
                    <a:pt x="48464" y="22313"/>
                    <a:pt x="44522" y="22313"/>
                  </a:cubicBezTo>
                  <a:cubicBezTo>
                    <a:pt x="41932" y="22313"/>
                    <a:pt x="38417" y="23388"/>
                    <a:pt x="35423" y="24741"/>
                  </a:cubicBezTo>
                  <a:lnTo>
                    <a:pt x="26197" y="76916"/>
                  </a:lnTo>
                  <a:cubicBezTo>
                    <a:pt x="25920" y="78396"/>
                    <a:pt x="24579" y="79887"/>
                    <a:pt x="22949" y="79887"/>
                  </a:cubicBezTo>
                  <a:lnTo>
                    <a:pt x="2451" y="79887"/>
                  </a:lnTo>
                  <a:cubicBezTo>
                    <a:pt x="948" y="79887"/>
                    <a:pt x="0" y="78673"/>
                    <a:pt x="0" y="77320"/>
                  </a:cubicBezTo>
                  <a:lnTo>
                    <a:pt x="0" y="76916"/>
                  </a:lnTo>
                  <a:lnTo>
                    <a:pt x="13041" y="3919"/>
                  </a:lnTo>
                  <a:cubicBezTo>
                    <a:pt x="13318" y="2439"/>
                    <a:pt x="14659" y="1225"/>
                    <a:pt x="16174" y="1225"/>
                  </a:cubicBezTo>
                  <a:lnTo>
                    <a:pt x="34510" y="1225"/>
                  </a:lnTo>
                  <a:cubicBezTo>
                    <a:pt x="36001" y="1225"/>
                    <a:pt x="36810" y="2162"/>
                    <a:pt x="36810" y="3515"/>
                  </a:cubicBezTo>
                  <a:lnTo>
                    <a:pt x="36810" y="3919"/>
                  </a:lnTo>
                  <a:lnTo>
                    <a:pt x="36394" y="7573"/>
                  </a:lnTo>
                  <a:cubicBezTo>
                    <a:pt x="42510" y="1225"/>
                    <a:pt x="49296" y="0"/>
                    <a:pt x="56487" y="0"/>
                  </a:cubicBezTo>
                  <a:cubicBezTo>
                    <a:pt x="63019" y="0"/>
                    <a:pt x="68707" y="2983"/>
                    <a:pt x="71968" y="7168"/>
                  </a:cubicBezTo>
                  <a:cubicBezTo>
                    <a:pt x="79841" y="1619"/>
                    <a:pt x="84743" y="0"/>
                    <a:pt x="92072" y="0"/>
                  </a:cubicBezTo>
                  <a:cubicBezTo>
                    <a:pt x="107957" y="0"/>
                    <a:pt x="116512" y="10417"/>
                    <a:pt x="116512" y="22174"/>
                  </a:cubicBezTo>
                  <a:cubicBezTo>
                    <a:pt x="116512" y="26232"/>
                    <a:pt x="115703" y="30417"/>
                    <a:pt x="115021" y="343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3"/>
            <p:cNvSpPr/>
            <p:nvPr/>
          </p:nvSpPr>
          <p:spPr>
            <a:xfrm>
              <a:off x="8297027" y="-889361"/>
              <a:ext cx="78626" cy="81112"/>
            </a:xfrm>
            <a:custGeom>
              <a:avLst/>
              <a:gdLst/>
              <a:ahLst/>
              <a:cxnLst/>
              <a:rect l="l" t="t" r="r" b="b"/>
              <a:pathLst>
                <a:path w="78626" h="81112" extrusionOk="0">
                  <a:moveTo>
                    <a:pt x="78488" y="7711"/>
                  </a:moveTo>
                  <a:lnTo>
                    <a:pt x="66268" y="77182"/>
                  </a:lnTo>
                  <a:cubicBezTo>
                    <a:pt x="65991" y="78673"/>
                    <a:pt x="64904" y="79887"/>
                    <a:pt x="63412" y="79887"/>
                  </a:cubicBezTo>
                  <a:lnTo>
                    <a:pt x="46441" y="79887"/>
                  </a:lnTo>
                  <a:cubicBezTo>
                    <a:pt x="44949" y="79887"/>
                    <a:pt x="44001" y="78939"/>
                    <a:pt x="44001" y="77598"/>
                  </a:cubicBezTo>
                  <a:lnTo>
                    <a:pt x="44001" y="77182"/>
                  </a:lnTo>
                  <a:lnTo>
                    <a:pt x="44545" y="72997"/>
                  </a:lnTo>
                  <a:cubicBezTo>
                    <a:pt x="37342" y="78546"/>
                    <a:pt x="31226" y="81112"/>
                    <a:pt x="23631" y="81112"/>
                  </a:cubicBezTo>
                  <a:cubicBezTo>
                    <a:pt x="10463" y="81112"/>
                    <a:pt x="0" y="71644"/>
                    <a:pt x="0" y="54753"/>
                  </a:cubicBezTo>
                  <a:cubicBezTo>
                    <a:pt x="0" y="52325"/>
                    <a:pt x="416" y="49215"/>
                    <a:pt x="821" y="46903"/>
                  </a:cubicBezTo>
                  <a:lnTo>
                    <a:pt x="3122" y="33250"/>
                  </a:lnTo>
                  <a:cubicBezTo>
                    <a:pt x="7468" y="7434"/>
                    <a:pt x="23897" y="0"/>
                    <a:pt x="44672" y="0"/>
                  </a:cubicBezTo>
                  <a:cubicBezTo>
                    <a:pt x="54314" y="0"/>
                    <a:pt x="64765" y="1480"/>
                    <a:pt x="74419" y="3376"/>
                  </a:cubicBezTo>
                  <a:cubicBezTo>
                    <a:pt x="76997" y="3919"/>
                    <a:pt x="78627" y="4324"/>
                    <a:pt x="78627" y="6624"/>
                  </a:cubicBezTo>
                  <a:lnTo>
                    <a:pt x="78500" y="7711"/>
                  </a:lnTo>
                  <a:close/>
                  <a:moveTo>
                    <a:pt x="41678" y="21492"/>
                  </a:moveTo>
                  <a:cubicBezTo>
                    <a:pt x="34070" y="21492"/>
                    <a:pt x="30672" y="24463"/>
                    <a:pt x="28787" y="35284"/>
                  </a:cubicBezTo>
                  <a:lnTo>
                    <a:pt x="26197" y="49747"/>
                  </a:lnTo>
                  <a:cubicBezTo>
                    <a:pt x="25931" y="50961"/>
                    <a:pt x="25931" y="52175"/>
                    <a:pt x="25931" y="53123"/>
                  </a:cubicBezTo>
                  <a:cubicBezTo>
                    <a:pt x="25931" y="57990"/>
                    <a:pt x="28371" y="59331"/>
                    <a:pt x="32174" y="59331"/>
                  </a:cubicBezTo>
                  <a:cubicBezTo>
                    <a:pt x="36244" y="59331"/>
                    <a:pt x="41134" y="57297"/>
                    <a:pt x="43851" y="55678"/>
                  </a:cubicBezTo>
                  <a:lnTo>
                    <a:pt x="49828" y="22024"/>
                  </a:lnTo>
                  <a:cubicBezTo>
                    <a:pt x="47516" y="21758"/>
                    <a:pt x="44394" y="21480"/>
                    <a:pt x="41678" y="2148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3"/>
            <p:cNvSpPr/>
            <p:nvPr/>
          </p:nvSpPr>
          <p:spPr>
            <a:xfrm>
              <a:off x="7802075" y="-774871"/>
              <a:ext cx="225752" cy="285211"/>
            </a:xfrm>
            <a:custGeom>
              <a:avLst/>
              <a:gdLst/>
              <a:ahLst/>
              <a:cxnLst/>
              <a:rect l="l" t="t" r="r" b="b"/>
              <a:pathLst>
                <a:path w="225752" h="285211" extrusionOk="0">
                  <a:moveTo>
                    <a:pt x="225741" y="12498"/>
                  </a:moveTo>
                  <a:lnTo>
                    <a:pt x="217406" y="58707"/>
                  </a:lnTo>
                  <a:cubicBezTo>
                    <a:pt x="216643" y="62869"/>
                    <a:pt x="212862" y="66280"/>
                    <a:pt x="208700" y="66280"/>
                  </a:cubicBezTo>
                  <a:lnTo>
                    <a:pt x="132189" y="66280"/>
                  </a:lnTo>
                  <a:cubicBezTo>
                    <a:pt x="118547" y="66280"/>
                    <a:pt x="113252" y="70823"/>
                    <a:pt x="110605" y="85228"/>
                  </a:cubicBezTo>
                  <a:lnTo>
                    <a:pt x="105680" y="112501"/>
                  </a:lnTo>
                  <a:lnTo>
                    <a:pt x="198850" y="112501"/>
                  </a:lnTo>
                  <a:cubicBezTo>
                    <a:pt x="202642" y="112501"/>
                    <a:pt x="205290" y="115148"/>
                    <a:pt x="205290" y="118940"/>
                  </a:cubicBezTo>
                  <a:lnTo>
                    <a:pt x="205290" y="120073"/>
                  </a:lnTo>
                  <a:lnTo>
                    <a:pt x="197336" y="164768"/>
                  </a:lnTo>
                  <a:cubicBezTo>
                    <a:pt x="196573" y="168930"/>
                    <a:pt x="192792" y="172341"/>
                    <a:pt x="188619" y="172341"/>
                  </a:cubicBezTo>
                  <a:lnTo>
                    <a:pt x="95448" y="172341"/>
                  </a:lnTo>
                  <a:lnTo>
                    <a:pt x="76881" y="277639"/>
                  </a:lnTo>
                  <a:cubicBezTo>
                    <a:pt x="76130" y="281801"/>
                    <a:pt x="71956" y="285212"/>
                    <a:pt x="67794" y="285212"/>
                  </a:cubicBezTo>
                  <a:lnTo>
                    <a:pt x="6058" y="285212"/>
                  </a:lnTo>
                  <a:cubicBezTo>
                    <a:pt x="2278" y="285212"/>
                    <a:pt x="0" y="282564"/>
                    <a:pt x="0" y="279154"/>
                  </a:cubicBezTo>
                  <a:lnTo>
                    <a:pt x="0" y="277639"/>
                  </a:lnTo>
                  <a:lnTo>
                    <a:pt x="33712" y="85228"/>
                  </a:lnTo>
                  <a:cubicBezTo>
                    <a:pt x="46973" y="8336"/>
                    <a:pt x="95067" y="0"/>
                    <a:pt x="145831" y="0"/>
                  </a:cubicBezTo>
                  <a:cubicBezTo>
                    <a:pt x="182561" y="0"/>
                    <a:pt x="205290" y="3029"/>
                    <a:pt x="219313" y="4925"/>
                  </a:cubicBezTo>
                  <a:cubicBezTo>
                    <a:pt x="223475" y="5307"/>
                    <a:pt x="225753" y="7572"/>
                    <a:pt x="225753" y="10983"/>
                  </a:cubicBezTo>
                  <a:lnTo>
                    <a:pt x="225753" y="1249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3"/>
            <p:cNvSpPr/>
            <p:nvPr/>
          </p:nvSpPr>
          <p:spPr>
            <a:xfrm>
              <a:off x="8139958" y="-774883"/>
              <a:ext cx="214758" cy="288622"/>
            </a:xfrm>
            <a:custGeom>
              <a:avLst/>
              <a:gdLst/>
              <a:ahLst/>
              <a:cxnLst/>
              <a:rect l="l" t="t" r="r" b="b"/>
              <a:pathLst>
                <a:path w="214758" h="288622" extrusionOk="0">
                  <a:moveTo>
                    <a:pt x="214758" y="12139"/>
                  </a:moveTo>
                  <a:lnTo>
                    <a:pt x="206804" y="58349"/>
                  </a:lnTo>
                  <a:cubicBezTo>
                    <a:pt x="206041" y="62511"/>
                    <a:pt x="201879" y="65921"/>
                    <a:pt x="197717" y="65921"/>
                  </a:cubicBezTo>
                  <a:lnTo>
                    <a:pt x="121206" y="65921"/>
                  </a:lnTo>
                  <a:cubicBezTo>
                    <a:pt x="107576" y="65921"/>
                    <a:pt x="102269" y="70465"/>
                    <a:pt x="99622" y="84870"/>
                  </a:cubicBezTo>
                  <a:lnTo>
                    <a:pt x="94697" y="112512"/>
                  </a:lnTo>
                  <a:lnTo>
                    <a:pt x="187867" y="112512"/>
                  </a:lnTo>
                  <a:cubicBezTo>
                    <a:pt x="191659" y="112512"/>
                    <a:pt x="194307" y="115160"/>
                    <a:pt x="194307" y="118952"/>
                  </a:cubicBezTo>
                  <a:lnTo>
                    <a:pt x="194307" y="120085"/>
                  </a:lnTo>
                  <a:lnTo>
                    <a:pt x="186353" y="164780"/>
                  </a:lnTo>
                  <a:cubicBezTo>
                    <a:pt x="185590" y="168942"/>
                    <a:pt x="181798" y="172352"/>
                    <a:pt x="177636" y="172352"/>
                  </a:cubicBezTo>
                  <a:lnTo>
                    <a:pt x="84465" y="172352"/>
                  </a:lnTo>
                  <a:lnTo>
                    <a:pt x="78777" y="203787"/>
                  </a:lnTo>
                  <a:cubicBezTo>
                    <a:pt x="78407" y="206816"/>
                    <a:pt x="78026" y="209094"/>
                    <a:pt x="78026" y="211360"/>
                  </a:cubicBezTo>
                  <a:cubicBezTo>
                    <a:pt x="78026" y="220077"/>
                    <a:pt x="82569" y="222724"/>
                    <a:pt x="93552" y="222724"/>
                  </a:cubicBezTo>
                  <a:lnTo>
                    <a:pt x="170063" y="222724"/>
                  </a:lnTo>
                  <a:cubicBezTo>
                    <a:pt x="173855" y="222724"/>
                    <a:pt x="176491" y="225372"/>
                    <a:pt x="176491" y="229164"/>
                  </a:cubicBezTo>
                  <a:lnTo>
                    <a:pt x="176491" y="230297"/>
                  </a:lnTo>
                  <a:lnTo>
                    <a:pt x="168156" y="276506"/>
                  </a:lnTo>
                  <a:cubicBezTo>
                    <a:pt x="167393" y="281050"/>
                    <a:pt x="164364" y="283316"/>
                    <a:pt x="159450" y="284079"/>
                  </a:cubicBezTo>
                  <a:cubicBezTo>
                    <a:pt x="144675" y="285975"/>
                    <a:pt x="121576" y="288622"/>
                    <a:pt x="84835" y="288622"/>
                  </a:cubicBezTo>
                  <a:cubicBezTo>
                    <a:pt x="40522" y="288622"/>
                    <a:pt x="0" y="272714"/>
                    <a:pt x="0" y="223094"/>
                  </a:cubicBezTo>
                  <a:cubicBezTo>
                    <a:pt x="0" y="217036"/>
                    <a:pt x="763" y="210597"/>
                    <a:pt x="1896" y="203776"/>
                  </a:cubicBezTo>
                  <a:lnTo>
                    <a:pt x="22729" y="84847"/>
                  </a:lnTo>
                  <a:cubicBezTo>
                    <a:pt x="35990" y="8336"/>
                    <a:pt x="81448" y="0"/>
                    <a:pt x="134848" y="0"/>
                  </a:cubicBezTo>
                  <a:cubicBezTo>
                    <a:pt x="171578" y="0"/>
                    <a:pt x="194688" y="2647"/>
                    <a:pt x="208700" y="4544"/>
                  </a:cubicBezTo>
                  <a:cubicBezTo>
                    <a:pt x="212862" y="4913"/>
                    <a:pt x="214758" y="6809"/>
                    <a:pt x="214758" y="10602"/>
                  </a:cubicBezTo>
                  <a:lnTo>
                    <a:pt x="214758" y="1211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3"/>
            <p:cNvSpPr/>
            <p:nvPr/>
          </p:nvSpPr>
          <p:spPr>
            <a:xfrm>
              <a:off x="8354705" y="-774883"/>
              <a:ext cx="239001" cy="288622"/>
            </a:xfrm>
            <a:custGeom>
              <a:avLst/>
              <a:gdLst/>
              <a:ahLst/>
              <a:cxnLst/>
              <a:rect l="l" t="t" r="r" b="b"/>
              <a:pathLst>
                <a:path w="239001" h="288622" extrusionOk="0">
                  <a:moveTo>
                    <a:pt x="238632" y="17434"/>
                  </a:moveTo>
                  <a:lnTo>
                    <a:pt x="229915" y="65158"/>
                  </a:lnTo>
                  <a:cubicBezTo>
                    <a:pt x="229163" y="69702"/>
                    <a:pt x="227637" y="71216"/>
                    <a:pt x="223857" y="71216"/>
                  </a:cubicBezTo>
                  <a:lnTo>
                    <a:pt x="222712" y="71216"/>
                  </a:lnTo>
                  <a:cubicBezTo>
                    <a:pt x="208330" y="70453"/>
                    <a:pt x="178017" y="67806"/>
                    <a:pt x="149993" y="67806"/>
                  </a:cubicBezTo>
                  <a:cubicBezTo>
                    <a:pt x="112108" y="67806"/>
                    <a:pt x="96200" y="79170"/>
                    <a:pt x="87876" y="124617"/>
                  </a:cubicBezTo>
                  <a:lnTo>
                    <a:pt x="80673" y="164768"/>
                  </a:lnTo>
                  <a:cubicBezTo>
                    <a:pt x="79159" y="174237"/>
                    <a:pt x="78407" y="181809"/>
                    <a:pt x="78407" y="188630"/>
                  </a:cubicBezTo>
                  <a:cubicBezTo>
                    <a:pt x="78407" y="217799"/>
                    <a:pt x="92789" y="222713"/>
                    <a:pt x="106813" y="222713"/>
                  </a:cubicBezTo>
                  <a:cubicBezTo>
                    <a:pt x="114015" y="222713"/>
                    <a:pt x="121588" y="222331"/>
                    <a:pt x="128027" y="221580"/>
                  </a:cubicBezTo>
                  <a:lnTo>
                    <a:pt x="141658" y="143935"/>
                  </a:lnTo>
                  <a:cubicBezTo>
                    <a:pt x="142421" y="139773"/>
                    <a:pt x="145820" y="136363"/>
                    <a:pt x="149993" y="136363"/>
                  </a:cubicBezTo>
                  <a:lnTo>
                    <a:pt x="209833" y="136363"/>
                  </a:lnTo>
                  <a:cubicBezTo>
                    <a:pt x="213625" y="136363"/>
                    <a:pt x="216273" y="139010"/>
                    <a:pt x="216273" y="142802"/>
                  </a:cubicBezTo>
                  <a:lnTo>
                    <a:pt x="216273" y="143935"/>
                  </a:lnTo>
                  <a:lnTo>
                    <a:pt x="193925" y="270818"/>
                  </a:lnTo>
                  <a:cubicBezTo>
                    <a:pt x="192792" y="276506"/>
                    <a:pt x="190896" y="278402"/>
                    <a:pt x="184457" y="279535"/>
                  </a:cubicBezTo>
                  <a:cubicBezTo>
                    <a:pt x="161728" y="284079"/>
                    <a:pt x="131808" y="288622"/>
                    <a:pt x="95067" y="288622"/>
                  </a:cubicBezTo>
                  <a:cubicBezTo>
                    <a:pt x="52649" y="288622"/>
                    <a:pt x="0" y="263997"/>
                    <a:pt x="0" y="194307"/>
                  </a:cubicBezTo>
                  <a:cubicBezTo>
                    <a:pt x="0" y="185220"/>
                    <a:pt x="763" y="175000"/>
                    <a:pt x="2659" y="164387"/>
                  </a:cubicBezTo>
                  <a:lnTo>
                    <a:pt x="9850" y="124617"/>
                  </a:lnTo>
                  <a:cubicBezTo>
                    <a:pt x="29920" y="14394"/>
                    <a:pt x="95830" y="0"/>
                    <a:pt x="151508" y="0"/>
                  </a:cubicBezTo>
                  <a:cubicBezTo>
                    <a:pt x="190896" y="0"/>
                    <a:pt x="217799" y="6058"/>
                    <a:pt x="232574" y="10220"/>
                  </a:cubicBezTo>
                  <a:cubicBezTo>
                    <a:pt x="236354" y="11365"/>
                    <a:pt x="239002" y="12116"/>
                    <a:pt x="239002" y="15527"/>
                  </a:cubicBezTo>
                  <a:cubicBezTo>
                    <a:pt x="239002" y="15896"/>
                    <a:pt x="238632" y="16660"/>
                    <a:pt x="238632" y="17411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3"/>
            <p:cNvSpPr/>
            <p:nvPr/>
          </p:nvSpPr>
          <p:spPr>
            <a:xfrm>
              <a:off x="8050730" y="-771068"/>
              <a:ext cx="89230" cy="74418"/>
            </a:xfrm>
            <a:custGeom>
              <a:avLst/>
              <a:gdLst/>
              <a:ahLst/>
              <a:cxnLst/>
              <a:rect l="l" t="t" r="r" b="b"/>
              <a:pathLst>
                <a:path w="89230" h="74418" extrusionOk="0">
                  <a:moveTo>
                    <a:pt x="89113" y="7191"/>
                  </a:moveTo>
                  <a:cubicBezTo>
                    <a:pt x="89876" y="2278"/>
                    <a:pt x="86835" y="0"/>
                    <a:pt x="82673" y="0"/>
                  </a:cubicBezTo>
                  <a:lnTo>
                    <a:pt x="20556" y="0"/>
                  </a:lnTo>
                  <a:cubicBezTo>
                    <a:pt x="16394" y="0"/>
                    <a:pt x="12602" y="3029"/>
                    <a:pt x="11839" y="7191"/>
                  </a:cubicBezTo>
                  <a:lnTo>
                    <a:pt x="0" y="74419"/>
                  </a:lnTo>
                  <a:lnTo>
                    <a:pt x="84222" y="34949"/>
                  </a:lnTo>
                  <a:lnTo>
                    <a:pt x="89113" y="719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8015474" y="-706002"/>
              <a:ext cx="114171" cy="216319"/>
            </a:xfrm>
            <a:custGeom>
              <a:avLst/>
              <a:gdLst/>
              <a:ahLst/>
              <a:cxnLst/>
              <a:rect l="l" t="t" r="r" b="b"/>
              <a:pathLst>
                <a:path w="114171" h="216319" extrusionOk="0">
                  <a:moveTo>
                    <a:pt x="29961" y="39470"/>
                  </a:moveTo>
                  <a:lnTo>
                    <a:pt x="145" y="208747"/>
                  </a:lnTo>
                  <a:cubicBezTo>
                    <a:pt x="-618" y="212539"/>
                    <a:pt x="1660" y="216319"/>
                    <a:pt x="6203" y="216319"/>
                  </a:cubicBezTo>
                  <a:lnTo>
                    <a:pt x="68309" y="216319"/>
                  </a:lnTo>
                  <a:cubicBezTo>
                    <a:pt x="73997" y="216319"/>
                    <a:pt x="76645" y="212909"/>
                    <a:pt x="77396" y="208747"/>
                  </a:cubicBezTo>
                  <a:lnTo>
                    <a:pt x="114172" y="0"/>
                  </a:lnTo>
                  <a:lnTo>
                    <a:pt x="29950" y="3947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7" name="Google Shape;1097;p13"/>
          <p:cNvGrpSpPr/>
          <p:nvPr/>
        </p:nvGrpSpPr>
        <p:grpSpPr>
          <a:xfrm>
            <a:off x="10154344" y="466255"/>
            <a:ext cx="1516361" cy="819767"/>
            <a:chOff x="6648521" y="-914229"/>
            <a:chExt cx="791631" cy="427967"/>
          </a:xfrm>
        </p:grpSpPr>
        <p:sp>
          <p:nvSpPr>
            <p:cNvPr id="1098" name="Google Shape;1098;p13"/>
            <p:cNvSpPr/>
            <p:nvPr/>
          </p:nvSpPr>
          <p:spPr>
            <a:xfrm>
              <a:off x="6707551" y="-911246"/>
              <a:ext cx="81748" cy="102985"/>
            </a:xfrm>
            <a:custGeom>
              <a:avLst/>
              <a:gdLst/>
              <a:ahLst/>
              <a:cxnLst/>
              <a:rect l="l" t="t" r="r" b="b"/>
              <a:pathLst>
                <a:path w="81748" h="102985" extrusionOk="0">
                  <a:moveTo>
                    <a:pt x="81748" y="5942"/>
                  </a:moveTo>
                  <a:lnTo>
                    <a:pt x="78766" y="22833"/>
                  </a:lnTo>
                  <a:cubicBezTo>
                    <a:pt x="78488" y="24324"/>
                    <a:pt x="77401" y="25411"/>
                    <a:pt x="75910" y="25411"/>
                  </a:cubicBezTo>
                  <a:lnTo>
                    <a:pt x="75644" y="25411"/>
                  </a:lnTo>
                  <a:cubicBezTo>
                    <a:pt x="70199" y="25007"/>
                    <a:pt x="54869" y="23654"/>
                    <a:pt x="45088" y="23654"/>
                  </a:cubicBezTo>
                  <a:cubicBezTo>
                    <a:pt x="41285" y="23654"/>
                    <a:pt x="37342" y="24868"/>
                    <a:pt x="37342" y="29330"/>
                  </a:cubicBezTo>
                  <a:cubicBezTo>
                    <a:pt x="37342" y="31215"/>
                    <a:pt x="38695" y="32429"/>
                    <a:pt x="43319" y="35134"/>
                  </a:cubicBezTo>
                  <a:lnTo>
                    <a:pt x="59875" y="44868"/>
                  </a:lnTo>
                  <a:cubicBezTo>
                    <a:pt x="69655" y="50545"/>
                    <a:pt x="73447" y="57979"/>
                    <a:pt x="73447" y="67436"/>
                  </a:cubicBezTo>
                  <a:cubicBezTo>
                    <a:pt x="73447" y="92708"/>
                    <a:pt x="52129" y="102986"/>
                    <a:pt x="29053" y="102986"/>
                  </a:cubicBezTo>
                  <a:cubicBezTo>
                    <a:pt x="17908" y="102986"/>
                    <a:pt x="9226" y="101506"/>
                    <a:pt x="2301" y="99483"/>
                  </a:cubicBezTo>
                  <a:cubicBezTo>
                    <a:pt x="1087" y="99078"/>
                    <a:pt x="0" y="98408"/>
                    <a:pt x="0" y="97182"/>
                  </a:cubicBezTo>
                  <a:lnTo>
                    <a:pt x="0" y="96789"/>
                  </a:lnTo>
                  <a:lnTo>
                    <a:pt x="2844" y="80164"/>
                  </a:lnTo>
                  <a:cubicBezTo>
                    <a:pt x="3110" y="78673"/>
                    <a:pt x="4335" y="77459"/>
                    <a:pt x="5966" y="77459"/>
                  </a:cubicBezTo>
                  <a:lnTo>
                    <a:pt x="6231" y="77459"/>
                  </a:lnTo>
                  <a:cubicBezTo>
                    <a:pt x="11792" y="78002"/>
                    <a:pt x="26197" y="79482"/>
                    <a:pt x="33388" y="79482"/>
                  </a:cubicBezTo>
                  <a:cubicBezTo>
                    <a:pt x="38822" y="79482"/>
                    <a:pt x="43296" y="77586"/>
                    <a:pt x="43296" y="71505"/>
                  </a:cubicBezTo>
                  <a:cubicBezTo>
                    <a:pt x="43296" y="69470"/>
                    <a:pt x="41932" y="67991"/>
                    <a:pt x="38001" y="65424"/>
                  </a:cubicBezTo>
                  <a:lnTo>
                    <a:pt x="20475" y="53932"/>
                  </a:lnTo>
                  <a:cubicBezTo>
                    <a:pt x="12602" y="48788"/>
                    <a:pt x="8798" y="40013"/>
                    <a:pt x="8798" y="31631"/>
                  </a:cubicBezTo>
                  <a:cubicBezTo>
                    <a:pt x="8798" y="7307"/>
                    <a:pt x="27943" y="0"/>
                    <a:pt x="49528" y="0"/>
                  </a:cubicBezTo>
                  <a:cubicBezTo>
                    <a:pt x="60256" y="0"/>
                    <a:pt x="74372" y="1757"/>
                    <a:pt x="79679" y="3387"/>
                  </a:cubicBezTo>
                  <a:cubicBezTo>
                    <a:pt x="80766" y="3792"/>
                    <a:pt x="81714" y="4335"/>
                    <a:pt x="81714" y="5549"/>
                  </a:cubicBezTo>
                  <a:lnTo>
                    <a:pt x="81714" y="59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6785539" y="-914229"/>
              <a:ext cx="44542" cy="104766"/>
            </a:xfrm>
            <a:custGeom>
              <a:avLst/>
              <a:gdLst/>
              <a:ahLst/>
              <a:cxnLst/>
              <a:rect l="l" t="t" r="r" b="b"/>
              <a:pathLst>
                <a:path w="44542" h="104766" extrusionOk="0">
                  <a:moveTo>
                    <a:pt x="36733" y="26093"/>
                  </a:moveTo>
                  <a:cubicBezTo>
                    <a:pt x="38224" y="26093"/>
                    <a:pt x="39588" y="26498"/>
                    <a:pt x="39172" y="28926"/>
                  </a:cubicBezTo>
                  <a:lnTo>
                    <a:pt x="26282" y="101784"/>
                  </a:lnTo>
                  <a:cubicBezTo>
                    <a:pt x="26004" y="103263"/>
                    <a:pt x="25333" y="104766"/>
                    <a:pt x="22744" y="104766"/>
                  </a:cubicBezTo>
                  <a:lnTo>
                    <a:pt x="2512" y="104766"/>
                  </a:lnTo>
                  <a:cubicBezTo>
                    <a:pt x="1021" y="104766"/>
                    <a:pt x="-332" y="104223"/>
                    <a:pt x="73" y="101784"/>
                  </a:cubicBezTo>
                  <a:lnTo>
                    <a:pt x="12975" y="28926"/>
                  </a:lnTo>
                  <a:cubicBezTo>
                    <a:pt x="13252" y="27446"/>
                    <a:pt x="14200" y="26093"/>
                    <a:pt x="16501" y="26093"/>
                  </a:cubicBezTo>
                  <a:lnTo>
                    <a:pt x="36733" y="26093"/>
                  </a:lnTo>
                  <a:close/>
                  <a:moveTo>
                    <a:pt x="42028" y="0"/>
                  </a:moveTo>
                  <a:cubicBezTo>
                    <a:pt x="43519" y="0"/>
                    <a:pt x="44883" y="405"/>
                    <a:pt x="44467" y="2705"/>
                  </a:cubicBezTo>
                  <a:lnTo>
                    <a:pt x="42166" y="15954"/>
                  </a:lnTo>
                  <a:cubicBezTo>
                    <a:pt x="41889" y="17434"/>
                    <a:pt x="41346" y="18660"/>
                    <a:pt x="38629" y="18660"/>
                  </a:cubicBezTo>
                  <a:lnTo>
                    <a:pt x="17171" y="18660"/>
                  </a:lnTo>
                  <a:cubicBezTo>
                    <a:pt x="14593" y="18660"/>
                    <a:pt x="14316" y="17446"/>
                    <a:pt x="14593" y="15954"/>
                  </a:cubicBezTo>
                  <a:lnTo>
                    <a:pt x="16894" y="2705"/>
                  </a:lnTo>
                  <a:cubicBezTo>
                    <a:pt x="17171" y="1214"/>
                    <a:pt x="18119" y="0"/>
                    <a:pt x="20559" y="0"/>
                  </a:cubicBezTo>
                  <a:lnTo>
                    <a:pt x="420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6822474" y="-889349"/>
              <a:ext cx="69344" cy="81100"/>
            </a:xfrm>
            <a:custGeom>
              <a:avLst/>
              <a:gdLst/>
              <a:ahLst/>
              <a:cxnLst/>
              <a:rect l="l" t="t" r="r" b="b"/>
              <a:pathLst>
                <a:path w="69344" h="81100" extrusionOk="0">
                  <a:moveTo>
                    <a:pt x="66736" y="20671"/>
                  </a:moveTo>
                  <a:cubicBezTo>
                    <a:pt x="66459" y="22290"/>
                    <a:pt x="65788" y="23642"/>
                    <a:pt x="63615" y="23376"/>
                  </a:cubicBezTo>
                  <a:cubicBezTo>
                    <a:pt x="59684" y="22833"/>
                    <a:pt x="46770" y="21215"/>
                    <a:pt x="40666" y="21215"/>
                  </a:cubicBezTo>
                  <a:cubicBezTo>
                    <a:pt x="37949" y="21215"/>
                    <a:pt x="35105" y="21492"/>
                    <a:pt x="35105" y="23781"/>
                  </a:cubicBezTo>
                  <a:cubicBezTo>
                    <a:pt x="35105" y="25550"/>
                    <a:pt x="35915" y="26359"/>
                    <a:pt x="39984" y="28787"/>
                  </a:cubicBezTo>
                  <a:lnTo>
                    <a:pt x="48539" y="33781"/>
                  </a:lnTo>
                  <a:cubicBezTo>
                    <a:pt x="60089" y="40683"/>
                    <a:pt x="62806" y="47308"/>
                    <a:pt x="62806" y="54476"/>
                  </a:cubicBezTo>
                  <a:cubicBezTo>
                    <a:pt x="62806" y="74210"/>
                    <a:pt x="46239" y="81101"/>
                    <a:pt x="27359" y="81101"/>
                  </a:cubicBezTo>
                  <a:cubicBezTo>
                    <a:pt x="17718" y="81101"/>
                    <a:pt x="7948" y="79609"/>
                    <a:pt x="2110" y="77852"/>
                  </a:cubicBezTo>
                  <a:cubicBezTo>
                    <a:pt x="341" y="77309"/>
                    <a:pt x="-202" y="76361"/>
                    <a:pt x="64" y="74869"/>
                  </a:cubicBezTo>
                  <a:lnTo>
                    <a:pt x="2503" y="60950"/>
                  </a:lnTo>
                  <a:cubicBezTo>
                    <a:pt x="2781" y="58927"/>
                    <a:pt x="3601" y="57713"/>
                    <a:pt x="6307" y="58106"/>
                  </a:cubicBezTo>
                  <a:cubicBezTo>
                    <a:pt x="14180" y="59181"/>
                    <a:pt x="24909" y="60268"/>
                    <a:pt x="29383" y="60268"/>
                  </a:cubicBezTo>
                  <a:cubicBezTo>
                    <a:pt x="32643" y="60268"/>
                    <a:pt x="36446" y="59724"/>
                    <a:pt x="36446" y="55678"/>
                  </a:cubicBezTo>
                  <a:cubicBezTo>
                    <a:pt x="36446" y="54187"/>
                    <a:pt x="35764" y="53389"/>
                    <a:pt x="33186" y="51898"/>
                  </a:cubicBezTo>
                  <a:lnTo>
                    <a:pt x="22180" y="45412"/>
                  </a:lnTo>
                  <a:cubicBezTo>
                    <a:pt x="12134" y="39458"/>
                    <a:pt x="8607" y="33250"/>
                    <a:pt x="8607" y="25272"/>
                  </a:cubicBezTo>
                  <a:cubicBezTo>
                    <a:pt x="8607" y="5133"/>
                    <a:pt x="25036" y="0"/>
                    <a:pt x="42424" y="0"/>
                  </a:cubicBezTo>
                  <a:cubicBezTo>
                    <a:pt x="52875" y="0"/>
                    <a:pt x="61014" y="1619"/>
                    <a:pt x="67130" y="3376"/>
                  </a:cubicBezTo>
                  <a:cubicBezTo>
                    <a:pt x="68748" y="3919"/>
                    <a:pt x="69569" y="4463"/>
                    <a:pt x="69291" y="6347"/>
                  </a:cubicBezTo>
                  <a:lnTo>
                    <a:pt x="66713" y="206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6896978" y="-905489"/>
              <a:ext cx="53134" cy="97229"/>
            </a:xfrm>
            <a:custGeom>
              <a:avLst/>
              <a:gdLst/>
              <a:ahLst/>
              <a:cxnLst/>
              <a:rect l="l" t="t" r="r" b="b"/>
              <a:pathLst>
                <a:path w="53134" h="97229" extrusionOk="0">
                  <a:moveTo>
                    <a:pt x="50327" y="17354"/>
                  </a:moveTo>
                  <a:cubicBezTo>
                    <a:pt x="52500" y="17354"/>
                    <a:pt x="53448" y="17897"/>
                    <a:pt x="53043" y="20048"/>
                  </a:cubicBezTo>
                  <a:lnTo>
                    <a:pt x="50604" y="33840"/>
                  </a:lnTo>
                  <a:cubicBezTo>
                    <a:pt x="50327" y="35331"/>
                    <a:pt x="49795" y="36545"/>
                    <a:pt x="47483" y="36545"/>
                  </a:cubicBezTo>
                  <a:lnTo>
                    <a:pt x="37170" y="36545"/>
                  </a:lnTo>
                  <a:lnTo>
                    <a:pt x="30661" y="72905"/>
                  </a:lnTo>
                  <a:cubicBezTo>
                    <a:pt x="30384" y="74119"/>
                    <a:pt x="30245" y="75067"/>
                    <a:pt x="30245" y="75737"/>
                  </a:cubicBezTo>
                  <a:cubicBezTo>
                    <a:pt x="30245" y="77495"/>
                    <a:pt x="31054" y="78038"/>
                    <a:pt x="33494" y="78038"/>
                  </a:cubicBezTo>
                  <a:lnTo>
                    <a:pt x="39737" y="78038"/>
                  </a:lnTo>
                  <a:cubicBezTo>
                    <a:pt x="41228" y="78038"/>
                    <a:pt x="42453" y="78581"/>
                    <a:pt x="42176" y="80605"/>
                  </a:cubicBezTo>
                  <a:lnTo>
                    <a:pt x="40003" y="93310"/>
                  </a:lnTo>
                  <a:cubicBezTo>
                    <a:pt x="39725" y="94802"/>
                    <a:pt x="38916" y="95599"/>
                    <a:pt x="36604" y="96015"/>
                  </a:cubicBezTo>
                  <a:cubicBezTo>
                    <a:pt x="35528" y="96143"/>
                    <a:pt x="29274" y="97229"/>
                    <a:pt x="24256" y="97229"/>
                  </a:cubicBezTo>
                  <a:cubicBezTo>
                    <a:pt x="12441" y="97229"/>
                    <a:pt x="4024" y="92767"/>
                    <a:pt x="4024" y="79657"/>
                  </a:cubicBezTo>
                  <a:cubicBezTo>
                    <a:pt x="4024" y="77495"/>
                    <a:pt x="4302" y="75194"/>
                    <a:pt x="4707" y="72627"/>
                  </a:cubicBezTo>
                  <a:lnTo>
                    <a:pt x="11088" y="36534"/>
                  </a:lnTo>
                  <a:lnTo>
                    <a:pt x="2394" y="34511"/>
                  </a:lnTo>
                  <a:cubicBezTo>
                    <a:pt x="891" y="34118"/>
                    <a:pt x="-334" y="33701"/>
                    <a:pt x="82" y="31539"/>
                  </a:cubicBezTo>
                  <a:lnTo>
                    <a:pt x="2117" y="20198"/>
                  </a:lnTo>
                  <a:cubicBezTo>
                    <a:pt x="2394" y="18707"/>
                    <a:pt x="2799" y="17354"/>
                    <a:pt x="5516" y="17354"/>
                  </a:cubicBezTo>
                  <a:lnTo>
                    <a:pt x="14476" y="17354"/>
                  </a:lnTo>
                  <a:lnTo>
                    <a:pt x="16372" y="6406"/>
                  </a:lnTo>
                  <a:cubicBezTo>
                    <a:pt x="16649" y="4914"/>
                    <a:pt x="18141" y="3828"/>
                    <a:pt x="19782" y="3562"/>
                  </a:cubicBezTo>
                  <a:lnTo>
                    <a:pt x="40557" y="47"/>
                  </a:lnTo>
                  <a:cubicBezTo>
                    <a:pt x="42453" y="-230"/>
                    <a:pt x="43401" y="729"/>
                    <a:pt x="43136" y="2625"/>
                  </a:cubicBezTo>
                  <a:lnTo>
                    <a:pt x="40557" y="17354"/>
                  </a:lnTo>
                  <a:lnTo>
                    <a:pt x="50327" y="173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6947004" y="-889372"/>
              <a:ext cx="73597" cy="81112"/>
            </a:xfrm>
            <a:custGeom>
              <a:avLst/>
              <a:gdLst/>
              <a:ahLst/>
              <a:cxnLst/>
              <a:rect l="l" t="t" r="r" b="b"/>
              <a:pathLst>
                <a:path w="73597" h="81112" extrusionOk="0">
                  <a:moveTo>
                    <a:pt x="72939" y="36776"/>
                  </a:moveTo>
                  <a:lnTo>
                    <a:pt x="71575" y="44892"/>
                  </a:lnTo>
                  <a:cubicBezTo>
                    <a:pt x="71297" y="46649"/>
                    <a:pt x="69806" y="47863"/>
                    <a:pt x="68176" y="47863"/>
                  </a:cubicBezTo>
                  <a:lnTo>
                    <a:pt x="25943" y="47863"/>
                  </a:lnTo>
                  <a:cubicBezTo>
                    <a:pt x="25666" y="49481"/>
                    <a:pt x="25538" y="50846"/>
                    <a:pt x="25538" y="52048"/>
                  </a:cubicBezTo>
                  <a:cubicBezTo>
                    <a:pt x="25538" y="58811"/>
                    <a:pt x="29874" y="59748"/>
                    <a:pt x="36660" y="59748"/>
                  </a:cubicBezTo>
                  <a:cubicBezTo>
                    <a:pt x="43863" y="59748"/>
                    <a:pt x="57574" y="59204"/>
                    <a:pt x="62742" y="58661"/>
                  </a:cubicBezTo>
                  <a:lnTo>
                    <a:pt x="63285" y="58661"/>
                  </a:lnTo>
                  <a:cubicBezTo>
                    <a:pt x="64499" y="58661"/>
                    <a:pt x="65320" y="59204"/>
                    <a:pt x="65320" y="60430"/>
                  </a:cubicBezTo>
                  <a:lnTo>
                    <a:pt x="65320" y="60973"/>
                  </a:lnTo>
                  <a:lnTo>
                    <a:pt x="63158" y="73147"/>
                  </a:lnTo>
                  <a:cubicBezTo>
                    <a:pt x="62753" y="75309"/>
                    <a:pt x="62071" y="76245"/>
                    <a:pt x="59748" y="76927"/>
                  </a:cubicBezTo>
                  <a:cubicBezTo>
                    <a:pt x="50649" y="79760"/>
                    <a:pt x="41412" y="81112"/>
                    <a:pt x="30013" y="81112"/>
                  </a:cubicBezTo>
                  <a:cubicBezTo>
                    <a:pt x="14937" y="81112"/>
                    <a:pt x="0" y="71783"/>
                    <a:pt x="0" y="52591"/>
                  </a:cubicBezTo>
                  <a:cubicBezTo>
                    <a:pt x="0" y="50418"/>
                    <a:pt x="127" y="48129"/>
                    <a:pt x="543" y="45689"/>
                  </a:cubicBezTo>
                  <a:lnTo>
                    <a:pt x="2035" y="36764"/>
                  </a:lnTo>
                  <a:cubicBezTo>
                    <a:pt x="6520" y="10000"/>
                    <a:pt x="22001" y="0"/>
                    <a:pt x="44672" y="0"/>
                  </a:cubicBezTo>
                  <a:cubicBezTo>
                    <a:pt x="64360" y="0"/>
                    <a:pt x="73598" y="12983"/>
                    <a:pt x="73598" y="29064"/>
                  </a:cubicBezTo>
                  <a:cubicBezTo>
                    <a:pt x="73598" y="31631"/>
                    <a:pt x="73320" y="34209"/>
                    <a:pt x="72916" y="36764"/>
                  </a:cubicBezTo>
                  <a:moveTo>
                    <a:pt x="40891" y="20151"/>
                  </a:moveTo>
                  <a:cubicBezTo>
                    <a:pt x="33284" y="20151"/>
                    <a:pt x="30036" y="25827"/>
                    <a:pt x="28394" y="33527"/>
                  </a:cubicBezTo>
                  <a:lnTo>
                    <a:pt x="48487" y="33527"/>
                  </a:lnTo>
                  <a:cubicBezTo>
                    <a:pt x="48892" y="31631"/>
                    <a:pt x="49181" y="29735"/>
                    <a:pt x="49181" y="28116"/>
                  </a:cubicBezTo>
                  <a:cubicBezTo>
                    <a:pt x="49181" y="23388"/>
                    <a:pt x="46996" y="20151"/>
                    <a:pt x="40891" y="20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7022255" y="-889361"/>
              <a:ext cx="116512" cy="79886"/>
            </a:xfrm>
            <a:custGeom>
              <a:avLst/>
              <a:gdLst/>
              <a:ahLst/>
              <a:cxnLst/>
              <a:rect l="l" t="t" r="r" b="b"/>
              <a:pathLst>
                <a:path w="116512" h="79886" extrusionOk="0">
                  <a:moveTo>
                    <a:pt x="114986" y="34336"/>
                  </a:moveTo>
                  <a:lnTo>
                    <a:pt x="107518" y="76916"/>
                  </a:lnTo>
                  <a:cubicBezTo>
                    <a:pt x="107252" y="78396"/>
                    <a:pt x="105761" y="79887"/>
                    <a:pt x="104131" y="79887"/>
                  </a:cubicBezTo>
                  <a:lnTo>
                    <a:pt x="83760" y="79887"/>
                  </a:lnTo>
                  <a:cubicBezTo>
                    <a:pt x="82257" y="79887"/>
                    <a:pt x="81448" y="78673"/>
                    <a:pt x="81448" y="77459"/>
                  </a:cubicBezTo>
                  <a:lnTo>
                    <a:pt x="81448" y="76916"/>
                  </a:lnTo>
                  <a:lnTo>
                    <a:pt x="89598" y="30822"/>
                  </a:lnTo>
                  <a:cubicBezTo>
                    <a:pt x="89864" y="29330"/>
                    <a:pt x="89991" y="28116"/>
                    <a:pt x="89991" y="26903"/>
                  </a:cubicBezTo>
                  <a:cubicBezTo>
                    <a:pt x="89991" y="24059"/>
                    <a:pt x="88916" y="22313"/>
                    <a:pt x="84292" y="22313"/>
                  </a:cubicBezTo>
                  <a:cubicBezTo>
                    <a:pt x="82257" y="22313"/>
                    <a:pt x="78997" y="22706"/>
                    <a:pt x="75748" y="23793"/>
                  </a:cubicBezTo>
                  <a:cubicBezTo>
                    <a:pt x="75609" y="26220"/>
                    <a:pt x="75343" y="28244"/>
                    <a:pt x="74927" y="30822"/>
                  </a:cubicBezTo>
                  <a:lnTo>
                    <a:pt x="66777" y="76916"/>
                  </a:lnTo>
                  <a:cubicBezTo>
                    <a:pt x="66511" y="78396"/>
                    <a:pt x="65147" y="79887"/>
                    <a:pt x="63528" y="79887"/>
                  </a:cubicBezTo>
                  <a:lnTo>
                    <a:pt x="43030" y="79887"/>
                  </a:lnTo>
                  <a:cubicBezTo>
                    <a:pt x="41539" y="79887"/>
                    <a:pt x="40718" y="78673"/>
                    <a:pt x="40718" y="77459"/>
                  </a:cubicBezTo>
                  <a:lnTo>
                    <a:pt x="40718" y="76916"/>
                  </a:lnTo>
                  <a:lnTo>
                    <a:pt x="48869" y="30822"/>
                  </a:lnTo>
                  <a:cubicBezTo>
                    <a:pt x="49135" y="29469"/>
                    <a:pt x="49412" y="27989"/>
                    <a:pt x="49412" y="26764"/>
                  </a:cubicBezTo>
                  <a:cubicBezTo>
                    <a:pt x="49412" y="24197"/>
                    <a:pt x="48464" y="22313"/>
                    <a:pt x="44522" y="22313"/>
                  </a:cubicBezTo>
                  <a:cubicBezTo>
                    <a:pt x="41932" y="22313"/>
                    <a:pt x="38417" y="23388"/>
                    <a:pt x="35423" y="24741"/>
                  </a:cubicBezTo>
                  <a:lnTo>
                    <a:pt x="26197" y="76916"/>
                  </a:lnTo>
                  <a:cubicBezTo>
                    <a:pt x="25920" y="78396"/>
                    <a:pt x="24579" y="79887"/>
                    <a:pt x="22949" y="79887"/>
                  </a:cubicBezTo>
                  <a:lnTo>
                    <a:pt x="2451" y="79887"/>
                  </a:lnTo>
                  <a:cubicBezTo>
                    <a:pt x="948" y="79887"/>
                    <a:pt x="0" y="78673"/>
                    <a:pt x="0" y="77320"/>
                  </a:cubicBezTo>
                  <a:lnTo>
                    <a:pt x="0" y="76916"/>
                  </a:lnTo>
                  <a:lnTo>
                    <a:pt x="13041" y="3919"/>
                  </a:lnTo>
                  <a:cubicBezTo>
                    <a:pt x="13318" y="2439"/>
                    <a:pt x="14659" y="1225"/>
                    <a:pt x="16174" y="1225"/>
                  </a:cubicBezTo>
                  <a:lnTo>
                    <a:pt x="34510" y="1225"/>
                  </a:lnTo>
                  <a:cubicBezTo>
                    <a:pt x="36001" y="1225"/>
                    <a:pt x="36810" y="2162"/>
                    <a:pt x="36810" y="3515"/>
                  </a:cubicBezTo>
                  <a:lnTo>
                    <a:pt x="36810" y="3919"/>
                  </a:lnTo>
                  <a:lnTo>
                    <a:pt x="36394" y="7572"/>
                  </a:lnTo>
                  <a:cubicBezTo>
                    <a:pt x="42510" y="1225"/>
                    <a:pt x="49296" y="0"/>
                    <a:pt x="56487" y="0"/>
                  </a:cubicBezTo>
                  <a:cubicBezTo>
                    <a:pt x="63019" y="0"/>
                    <a:pt x="68707" y="2983"/>
                    <a:pt x="71968" y="7168"/>
                  </a:cubicBezTo>
                  <a:cubicBezTo>
                    <a:pt x="79841" y="1619"/>
                    <a:pt x="84743" y="0"/>
                    <a:pt x="92072" y="0"/>
                  </a:cubicBezTo>
                  <a:cubicBezTo>
                    <a:pt x="107957" y="0"/>
                    <a:pt x="116512" y="10417"/>
                    <a:pt x="116512" y="22174"/>
                  </a:cubicBezTo>
                  <a:cubicBezTo>
                    <a:pt x="116512" y="26232"/>
                    <a:pt x="115703" y="30417"/>
                    <a:pt x="115021" y="343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7143473" y="-889361"/>
              <a:ext cx="78626" cy="81112"/>
            </a:xfrm>
            <a:custGeom>
              <a:avLst/>
              <a:gdLst/>
              <a:ahLst/>
              <a:cxnLst/>
              <a:rect l="l" t="t" r="r" b="b"/>
              <a:pathLst>
                <a:path w="78626" h="81112" extrusionOk="0">
                  <a:moveTo>
                    <a:pt x="78488" y="7711"/>
                  </a:moveTo>
                  <a:lnTo>
                    <a:pt x="66268" y="77182"/>
                  </a:lnTo>
                  <a:cubicBezTo>
                    <a:pt x="65991" y="78673"/>
                    <a:pt x="64904" y="79887"/>
                    <a:pt x="63412" y="79887"/>
                  </a:cubicBezTo>
                  <a:lnTo>
                    <a:pt x="46441" y="79887"/>
                  </a:lnTo>
                  <a:cubicBezTo>
                    <a:pt x="44949" y="79887"/>
                    <a:pt x="44001" y="78939"/>
                    <a:pt x="44001" y="77598"/>
                  </a:cubicBezTo>
                  <a:lnTo>
                    <a:pt x="44001" y="77182"/>
                  </a:lnTo>
                  <a:lnTo>
                    <a:pt x="44545" y="72997"/>
                  </a:lnTo>
                  <a:cubicBezTo>
                    <a:pt x="37342" y="78546"/>
                    <a:pt x="31226" y="81112"/>
                    <a:pt x="23631" y="81112"/>
                  </a:cubicBezTo>
                  <a:cubicBezTo>
                    <a:pt x="10463" y="81112"/>
                    <a:pt x="0" y="71644"/>
                    <a:pt x="0" y="54753"/>
                  </a:cubicBezTo>
                  <a:cubicBezTo>
                    <a:pt x="0" y="52325"/>
                    <a:pt x="416" y="49215"/>
                    <a:pt x="821" y="46903"/>
                  </a:cubicBezTo>
                  <a:lnTo>
                    <a:pt x="3122" y="33250"/>
                  </a:lnTo>
                  <a:cubicBezTo>
                    <a:pt x="7468" y="7434"/>
                    <a:pt x="23897" y="0"/>
                    <a:pt x="44672" y="0"/>
                  </a:cubicBezTo>
                  <a:cubicBezTo>
                    <a:pt x="54314" y="0"/>
                    <a:pt x="64765" y="1480"/>
                    <a:pt x="74419" y="3376"/>
                  </a:cubicBezTo>
                  <a:cubicBezTo>
                    <a:pt x="76997" y="3919"/>
                    <a:pt x="78627" y="4324"/>
                    <a:pt x="78627" y="6624"/>
                  </a:cubicBezTo>
                  <a:lnTo>
                    <a:pt x="78500" y="7711"/>
                  </a:lnTo>
                  <a:close/>
                  <a:moveTo>
                    <a:pt x="41678" y="21492"/>
                  </a:moveTo>
                  <a:cubicBezTo>
                    <a:pt x="34070" y="21492"/>
                    <a:pt x="30672" y="24463"/>
                    <a:pt x="28787" y="35284"/>
                  </a:cubicBezTo>
                  <a:lnTo>
                    <a:pt x="26197" y="49747"/>
                  </a:lnTo>
                  <a:cubicBezTo>
                    <a:pt x="25931" y="50961"/>
                    <a:pt x="25931" y="52175"/>
                    <a:pt x="25931" y="53123"/>
                  </a:cubicBezTo>
                  <a:cubicBezTo>
                    <a:pt x="25931" y="57990"/>
                    <a:pt x="28371" y="59331"/>
                    <a:pt x="32174" y="59331"/>
                  </a:cubicBezTo>
                  <a:cubicBezTo>
                    <a:pt x="36244" y="59331"/>
                    <a:pt x="41134" y="57297"/>
                    <a:pt x="43851" y="55678"/>
                  </a:cubicBezTo>
                  <a:lnTo>
                    <a:pt x="49828" y="22024"/>
                  </a:lnTo>
                  <a:cubicBezTo>
                    <a:pt x="47516" y="21758"/>
                    <a:pt x="44394" y="21480"/>
                    <a:pt x="41678" y="2148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6648521" y="-774872"/>
              <a:ext cx="225752" cy="285211"/>
            </a:xfrm>
            <a:custGeom>
              <a:avLst/>
              <a:gdLst/>
              <a:ahLst/>
              <a:cxnLst/>
              <a:rect l="l" t="t" r="r" b="b"/>
              <a:pathLst>
                <a:path w="225752" h="285211" extrusionOk="0">
                  <a:moveTo>
                    <a:pt x="225741" y="12498"/>
                  </a:moveTo>
                  <a:lnTo>
                    <a:pt x="217406" y="58707"/>
                  </a:lnTo>
                  <a:cubicBezTo>
                    <a:pt x="216643" y="62869"/>
                    <a:pt x="212862" y="66280"/>
                    <a:pt x="208700" y="66280"/>
                  </a:cubicBezTo>
                  <a:lnTo>
                    <a:pt x="132189" y="66280"/>
                  </a:lnTo>
                  <a:cubicBezTo>
                    <a:pt x="118547" y="66280"/>
                    <a:pt x="113252" y="70823"/>
                    <a:pt x="110605" y="85228"/>
                  </a:cubicBezTo>
                  <a:lnTo>
                    <a:pt x="105680" y="112501"/>
                  </a:lnTo>
                  <a:lnTo>
                    <a:pt x="198850" y="112501"/>
                  </a:lnTo>
                  <a:cubicBezTo>
                    <a:pt x="202642" y="112501"/>
                    <a:pt x="205290" y="115148"/>
                    <a:pt x="205290" y="118940"/>
                  </a:cubicBezTo>
                  <a:lnTo>
                    <a:pt x="205290" y="120073"/>
                  </a:lnTo>
                  <a:lnTo>
                    <a:pt x="197336" y="164768"/>
                  </a:lnTo>
                  <a:cubicBezTo>
                    <a:pt x="196573" y="168930"/>
                    <a:pt x="192792" y="172341"/>
                    <a:pt x="188619" y="172341"/>
                  </a:cubicBezTo>
                  <a:lnTo>
                    <a:pt x="95448" y="172341"/>
                  </a:lnTo>
                  <a:lnTo>
                    <a:pt x="76881" y="277639"/>
                  </a:lnTo>
                  <a:cubicBezTo>
                    <a:pt x="76130" y="281801"/>
                    <a:pt x="71956" y="285211"/>
                    <a:pt x="67794" y="285211"/>
                  </a:cubicBezTo>
                  <a:lnTo>
                    <a:pt x="6058" y="285211"/>
                  </a:lnTo>
                  <a:cubicBezTo>
                    <a:pt x="2278" y="285211"/>
                    <a:pt x="0" y="282564"/>
                    <a:pt x="0" y="279153"/>
                  </a:cubicBezTo>
                  <a:lnTo>
                    <a:pt x="0" y="277639"/>
                  </a:lnTo>
                  <a:lnTo>
                    <a:pt x="33712" y="85228"/>
                  </a:lnTo>
                  <a:cubicBezTo>
                    <a:pt x="46973" y="8336"/>
                    <a:pt x="95067" y="0"/>
                    <a:pt x="145831" y="0"/>
                  </a:cubicBezTo>
                  <a:cubicBezTo>
                    <a:pt x="182561" y="0"/>
                    <a:pt x="205290" y="3029"/>
                    <a:pt x="219313" y="4925"/>
                  </a:cubicBezTo>
                  <a:cubicBezTo>
                    <a:pt x="223475" y="5307"/>
                    <a:pt x="225753" y="7572"/>
                    <a:pt x="225753" y="10983"/>
                  </a:cubicBezTo>
                  <a:lnTo>
                    <a:pt x="225753" y="1249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6986404" y="-774883"/>
              <a:ext cx="214758" cy="288621"/>
            </a:xfrm>
            <a:custGeom>
              <a:avLst/>
              <a:gdLst/>
              <a:ahLst/>
              <a:cxnLst/>
              <a:rect l="l" t="t" r="r" b="b"/>
              <a:pathLst>
                <a:path w="214758" h="288621" extrusionOk="0">
                  <a:moveTo>
                    <a:pt x="214758" y="12139"/>
                  </a:moveTo>
                  <a:lnTo>
                    <a:pt x="206804" y="58349"/>
                  </a:lnTo>
                  <a:cubicBezTo>
                    <a:pt x="206041" y="62511"/>
                    <a:pt x="201879" y="65921"/>
                    <a:pt x="197717" y="65921"/>
                  </a:cubicBezTo>
                  <a:lnTo>
                    <a:pt x="121206" y="65921"/>
                  </a:lnTo>
                  <a:cubicBezTo>
                    <a:pt x="107576" y="65921"/>
                    <a:pt x="102269" y="70465"/>
                    <a:pt x="99622" y="84870"/>
                  </a:cubicBezTo>
                  <a:lnTo>
                    <a:pt x="94697" y="112512"/>
                  </a:lnTo>
                  <a:lnTo>
                    <a:pt x="187867" y="112512"/>
                  </a:lnTo>
                  <a:cubicBezTo>
                    <a:pt x="191659" y="112512"/>
                    <a:pt x="194307" y="115160"/>
                    <a:pt x="194307" y="118952"/>
                  </a:cubicBezTo>
                  <a:lnTo>
                    <a:pt x="194307" y="120085"/>
                  </a:lnTo>
                  <a:lnTo>
                    <a:pt x="186353" y="164780"/>
                  </a:lnTo>
                  <a:cubicBezTo>
                    <a:pt x="185590" y="168942"/>
                    <a:pt x="181798" y="172352"/>
                    <a:pt x="177636" y="172352"/>
                  </a:cubicBezTo>
                  <a:lnTo>
                    <a:pt x="84465" y="172352"/>
                  </a:lnTo>
                  <a:lnTo>
                    <a:pt x="78777" y="203787"/>
                  </a:lnTo>
                  <a:cubicBezTo>
                    <a:pt x="78407" y="206816"/>
                    <a:pt x="78026" y="209093"/>
                    <a:pt x="78026" y="211359"/>
                  </a:cubicBezTo>
                  <a:cubicBezTo>
                    <a:pt x="78026" y="220076"/>
                    <a:pt x="82569" y="222724"/>
                    <a:pt x="93552" y="222724"/>
                  </a:cubicBezTo>
                  <a:lnTo>
                    <a:pt x="170063" y="222724"/>
                  </a:lnTo>
                  <a:cubicBezTo>
                    <a:pt x="173855" y="222724"/>
                    <a:pt x="176491" y="225371"/>
                    <a:pt x="176491" y="229163"/>
                  </a:cubicBezTo>
                  <a:lnTo>
                    <a:pt x="176491" y="230296"/>
                  </a:lnTo>
                  <a:lnTo>
                    <a:pt x="168156" y="276506"/>
                  </a:lnTo>
                  <a:cubicBezTo>
                    <a:pt x="167393" y="281049"/>
                    <a:pt x="164364" y="283315"/>
                    <a:pt x="159450" y="284078"/>
                  </a:cubicBezTo>
                  <a:cubicBezTo>
                    <a:pt x="144675" y="285974"/>
                    <a:pt x="121576" y="288622"/>
                    <a:pt x="84835" y="288622"/>
                  </a:cubicBezTo>
                  <a:cubicBezTo>
                    <a:pt x="40522" y="288622"/>
                    <a:pt x="0" y="272714"/>
                    <a:pt x="0" y="223094"/>
                  </a:cubicBezTo>
                  <a:cubicBezTo>
                    <a:pt x="0" y="217036"/>
                    <a:pt x="763" y="210596"/>
                    <a:pt x="1896" y="203775"/>
                  </a:cubicBezTo>
                  <a:lnTo>
                    <a:pt x="22729" y="84847"/>
                  </a:lnTo>
                  <a:cubicBezTo>
                    <a:pt x="35990" y="8336"/>
                    <a:pt x="81448" y="0"/>
                    <a:pt x="134848" y="0"/>
                  </a:cubicBezTo>
                  <a:cubicBezTo>
                    <a:pt x="171578" y="0"/>
                    <a:pt x="194688" y="2647"/>
                    <a:pt x="208700" y="4543"/>
                  </a:cubicBezTo>
                  <a:cubicBezTo>
                    <a:pt x="212862" y="4913"/>
                    <a:pt x="214758" y="6809"/>
                    <a:pt x="214758" y="10601"/>
                  </a:cubicBezTo>
                  <a:lnTo>
                    <a:pt x="214758" y="121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7201151" y="-774883"/>
              <a:ext cx="239001" cy="288621"/>
            </a:xfrm>
            <a:custGeom>
              <a:avLst/>
              <a:gdLst/>
              <a:ahLst/>
              <a:cxnLst/>
              <a:rect l="l" t="t" r="r" b="b"/>
              <a:pathLst>
                <a:path w="239001" h="288621" extrusionOk="0">
                  <a:moveTo>
                    <a:pt x="238632" y="17434"/>
                  </a:moveTo>
                  <a:lnTo>
                    <a:pt x="229915" y="65158"/>
                  </a:lnTo>
                  <a:cubicBezTo>
                    <a:pt x="229163" y="69702"/>
                    <a:pt x="227637" y="71216"/>
                    <a:pt x="223857" y="71216"/>
                  </a:cubicBezTo>
                  <a:lnTo>
                    <a:pt x="222712" y="71216"/>
                  </a:lnTo>
                  <a:cubicBezTo>
                    <a:pt x="208330" y="70453"/>
                    <a:pt x="178017" y="67806"/>
                    <a:pt x="149993" y="67806"/>
                  </a:cubicBezTo>
                  <a:cubicBezTo>
                    <a:pt x="112108" y="67806"/>
                    <a:pt x="96200" y="79170"/>
                    <a:pt x="87876" y="124617"/>
                  </a:cubicBezTo>
                  <a:lnTo>
                    <a:pt x="80673" y="164768"/>
                  </a:lnTo>
                  <a:cubicBezTo>
                    <a:pt x="79159" y="174237"/>
                    <a:pt x="78407" y="181809"/>
                    <a:pt x="78407" y="188630"/>
                  </a:cubicBezTo>
                  <a:cubicBezTo>
                    <a:pt x="78407" y="217799"/>
                    <a:pt x="92789" y="222712"/>
                    <a:pt x="106813" y="222712"/>
                  </a:cubicBezTo>
                  <a:cubicBezTo>
                    <a:pt x="114015" y="222712"/>
                    <a:pt x="121588" y="222331"/>
                    <a:pt x="128027" y="221579"/>
                  </a:cubicBezTo>
                  <a:lnTo>
                    <a:pt x="141658" y="143935"/>
                  </a:lnTo>
                  <a:cubicBezTo>
                    <a:pt x="142421" y="139773"/>
                    <a:pt x="145820" y="136363"/>
                    <a:pt x="149993" y="136363"/>
                  </a:cubicBezTo>
                  <a:lnTo>
                    <a:pt x="209833" y="136363"/>
                  </a:lnTo>
                  <a:cubicBezTo>
                    <a:pt x="213625" y="136363"/>
                    <a:pt x="216273" y="139010"/>
                    <a:pt x="216273" y="142802"/>
                  </a:cubicBezTo>
                  <a:lnTo>
                    <a:pt x="216273" y="143935"/>
                  </a:lnTo>
                  <a:lnTo>
                    <a:pt x="193925" y="270818"/>
                  </a:lnTo>
                  <a:cubicBezTo>
                    <a:pt x="192792" y="276506"/>
                    <a:pt x="190896" y="278402"/>
                    <a:pt x="184457" y="279535"/>
                  </a:cubicBezTo>
                  <a:cubicBezTo>
                    <a:pt x="161728" y="284078"/>
                    <a:pt x="131808" y="288622"/>
                    <a:pt x="95067" y="288622"/>
                  </a:cubicBezTo>
                  <a:cubicBezTo>
                    <a:pt x="52649" y="288622"/>
                    <a:pt x="0" y="263997"/>
                    <a:pt x="0" y="194307"/>
                  </a:cubicBezTo>
                  <a:cubicBezTo>
                    <a:pt x="0" y="185220"/>
                    <a:pt x="763" y="175000"/>
                    <a:pt x="2659" y="164387"/>
                  </a:cubicBezTo>
                  <a:lnTo>
                    <a:pt x="9850" y="124617"/>
                  </a:lnTo>
                  <a:cubicBezTo>
                    <a:pt x="29920" y="14394"/>
                    <a:pt x="95830" y="0"/>
                    <a:pt x="151508" y="0"/>
                  </a:cubicBezTo>
                  <a:cubicBezTo>
                    <a:pt x="190896" y="0"/>
                    <a:pt x="217799" y="6058"/>
                    <a:pt x="232574" y="10220"/>
                  </a:cubicBezTo>
                  <a:cubicBezTo>
                    <a:pt x="236354" y="11365"/>
                    <a:pt x="239002" y="12116"/>
                    <a:pt x="239002" y="15527"/>
                  </a:cubicBezTo>
                  <a:cubicBezTo>
                    <a:pt x="239002" y="15896"/>
                    <a:pt x="238632" y="16659"/>
                    <a:pt x="238632" y="1741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6897176" y="-771068"/>
              <a:ext cx="89230" cy="74418"/>
            </a:xfrm>
            <a:custGeom>
              <a:avLst/>
              <a:gdLst/>
              <a:ahLst/>
              <a:cxnLst/>
              <a:rect l="l" t="t" r="r" b="b"/>
              <a:pathLst>
                <a:path w="89230" h="74418" extrusionOk="0">
                  <a:moveTo>
                    <a:pt x="89113" y="7191"/>
                  </a:moveTo>
                  <a:cubicBezTo>
                    <a:pt x="89876" y="2278"/>
                    <a:pt x="86835" y="0"/>
                    <a:pt x="82673" y="0"/>
                  </a:cubicBezTo>
                  <a:lnTo>
                    <a:pt x="20556" y="0"/>
                  </a:lnTo>
                  <a:cubicBezTo>
                    <a:pt x="16394" y="0"/>
                    <a:pt x="12602" y="3029"/>
                    <a:pt x="11839" y="7191"/>
                  </a:cubicBezTo>
                  <a:lnTo>
                    <a:pt x="0" y="74419"/>
                  </a:lnTo>
                  <a:lnTo>
                    <a:pt x="84222" y="34949"/>
                  </a:lnTo>
                  <a:lnTo>
                    <a:pt x="89113" y="7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6861920" y="-706002"/>
              <a:ext cx="114171" cy="216318"/>
            </a:xfrm>
            <a:custGeom>
              <a:avLst/>
              <a:gdLst/>
              <a:ahLst/>
              <a:cxnLst/>
              <a:rect l="l" t="t" r="r" b="b"/>
              <a:pathLst>
                <a:path w="114171" h="216318" extrusionOk="0">
                  <a:moveTo>
                    <a:pt x="29961" y="39469"/>
                  </a:moveTo>
                  <a:lnTo>
                    <a:pt x="145" y="208746"/>
                  </a:lnTo>
                  <a:cubicBezTo>
                    <a:pt x="-618" y="212538"/>
                    <a:pt x="1660" y="216319"/>
                    <a:pt x="6203" y="216319"/>
                  </a:cubicBezTo>
                  <a:lnTo>
                    <a:pt x="68309" y="216319"/>
                  </a:lnTo>
                  <a:cubicBezTo>
                    <a:pt x="73997" y="216319"/>
                    <a:pt x="76645" y="212908"/>
                    <a:pt x="77396" y="208746"/>
                  </a:cubicBezTo>
                  <a:lnTo>
                    <a:pt x="114172" y="0"/>
                  </a:lnTo>
                  <a:lnTo>
                    <a:pt x="29950" y="3946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0" name="Google Shape;1110;p13"/>
          <p:cNvGrpSpPr/>
          <p:nvPr/>
        </p:nvGrpSpPr>
        <p:grpSpPr>
          <a:xfrm>
            <a:off x="8287126" y="466255"/>
            <a:ext cx="1516361" cy="990596"/>
            <a:chOff x="7802075" y="-914229"/>
            <a:chExt cx="791631" cy="517150"/>
          </a:xfrm>
        </p:grpSpPr>
        <p:sp>
          <p:nvSpPr>
            <p:cNvPr id="1111" name="Google Shape;1111;p13"/>
            <p:cNvSpPr/>
            <p:nvPr/>
          </p:nvSpPr>
          <p:spPr>
            <a:xfrm>
              <a:off x="8000486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9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8043562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84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62" y="52742"/>
                    <a:pt x="30984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2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8081922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9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8123331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2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8162352" y="-450560"/>
              <a:ext cx="12081" cy="52822"/>
            </a:xfrm>
            <a:custGeom>
              <a:avLst/>
              <a:gdLst/>
              <a:ahLst/>
              <a:cxnLst/>
              <a:rect l="l" t="t" r="r" b="b"/>
              <a:pathLst>
                <a:path w="12081" h="52822" extrusionOk="0">
                  <a:moveTo>
                    <a:pt x="12070" y="1353"/>
                  </a:moveTo>
                  <a:lnTo>
                    <a:pt x="3145" y="51481"/>
                  </a:lnTo>
                  <a:cubicBezTo>
                    <a:pt x="2994" y="52187"/>
                    <a:pt x="2428" y="52823"/>
                    <a:pt x="1711" y="52823"/>
                  </a:cubicBezTo>
                  <a:lnTo>
                    <a:pt x="1006" y="52823"/>
                  </a:lnTo>
                  <a:cubicBezTo>
                    <a:pt x="358" y="52823"/>
                    <a:pt x="0" y="52325"/>
                    <a:pt x="0" y="51759"/>
                  </a:cubicBezTo>
                  <a:lnTo>
                    <a:pt x="0" y="51481"/>
                  </a:lnTo>
                  <a:lnTo>
                    <a:pt x="8925" y="1353"/>
                  </a:lnTo>
                  <a:cubicBezTo>
                    <a:pt x="9064" y="636"/>
                    <a:pt x="9642" y="0"/>
                    <a:pt x="10359" y="0"/>
                  </a:cubicBezTo>
                  <a:lnTo>
                    <a:pt x="11075" y="0"/>
                  </a:lnTo>
                  <a:cubicBezTo>
                    <a:pt x="11723" y="0"/>
                    <a:pt x="12081" y="497"/>
                    <a:pt x="12081" y="1064"/>
                  </a:cubicBezTo>
                  <a:lnTo>
                    <a:pt x="12081" y="13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8190064" y="-451254"/>
              <a:ext cx="42995" cy="54163"/>
            </a:xfrm>
            <a:custGeom>
              <a:avLst/>
              <a:gdLst/>
              <a:ahLst/>
              <a:cxnLst/>
              <a:rect l="l" t="t" r="r" b="b"/>
              <a:pathLst>
                <a:path w="42995" h="54163" extrusionOk="0">
                  <a:moveTo>
                    <a:pt x="42996" y="3122"/>
                  </a:moveTo>
                  <a:lnTo>
                    <a:pt x="41423" y="12000"/>
                  </a:lnTo>
                  <a:cubicBezTo>
                    <a:pt x="41273" y="12787"/>
                    <a:pt x="40707" y="13353"/>
                    <a:pt x="39920" y="13353"/>
                  </a:cubicBezTo>
                  <a:lnTo>
                    <a:pt x="39782" y="13353"/>
                  </a:lnTo>
                  <a:cubicBezTo>
                    <a:pt x="36926" y="13145"/>
                    <a:pt x="28856" y="12428"/>
                    <a:pt x="23712" y="12428"/>
                  </a:cubicBezTo>
                  <a:cubicBezTo>
                    <a:pt x="21712" y="12428"/>
                    <a:pt x="19642" y="13064"/>
                    <a:pt x="19642" y="15411"/>
                  </a:cubicBezTo>
                  <a:cubicBezTo>
                    <a:pt x="19642" y="16405"/>
                    <a:pt x="20359" y="17053"/>
                    <a:pt x="22787" y="18475"/>
                  </a:cubicBezTo>
                  <a:lnTo>
                    <a:pt x="31492" y="23596"/>
                  </a:lnTo>
                  <a:cubicBezTo>
                    <a:pt x="36637" y="26579"/>
                    <a:pt x="38637" y="30498"/>
                    <a:pt x="38637" y="35469"/>
                  </a:cubicBezTo>
                  <a:cubicBezTo>
                    <a:pt x="38637" y="48765"/>
                    <a:pt x="27423" y="54164"/>
                    <a:pt x="15284" y="54164"/>
                  </a:cubicBezTo>
                  <a:cubicBezTo>
                    <a:pt x="9422" y="54164"/>
                    <a:pt x="4856" y="53377"/>
                    <a:pt x="1214" y="52314"/>
                  </a:cubicBezTo>
                  <a:cubicBezTo>
                    <a:pt x="566" y="52106"/>
                    <a:pt x="0" y="51747"/>
                    <a:pt x="0" y="51112"/>
                  </a:cubicBezTo>
                  <a:lnTo>
                    <a:pt x="0" y="50903"/>
                  </a:lnTo>
                  <a:lnTo>
                    <a:pt x="1503" y="42163"/>
                  </a:lnTo>
                  <a:cubicBezTo>
                    <a:pt x="1642" y="41377"/>
                    <a:pt x="2289" y="40741"/>
                    <a:pt x="3145" y="40741"/>
                  </a:cubicBezTo>
                  <a:lnTo>
                    <a:pt x="3283" y="40741"/>
                  </a:lnTo>
                  <a:cubicBezTo>
                    <a:pt x="6208" y="41019"/>
                    <a:pt x="13781" y="41805"/>
                    <a:pt x="17573" y="41805"/>
                  </a:cubicBezTo>
                  <a:cubicBezTo>
                    <a:pt x="20428" y="41805"/>
                    <a:pt x="22775" y="40799"/>
                    <a:pt x="22775" y="37608"/>
                  </a:cubicBezTo>
                  <a:cubicBezTo>
                    <a:pt x="22775" y="36545"/>
                    <a:pt x="22058" y="35758"/>
                    <a:pt x="20001" y="34417"/>
                  </a:cubicBezTo>
                  <a:lnTo>
                    <a:pt x="10786" y="28371"/>
                  </a:lnTo>
                  <a:cubicBezTo>
                    <a:pt x="6636" y="25666"/>
                    <a:pt x="4648" y="21041"/>
                    <a:pt x="4648" y="16636"/>
                  </a:cubicBezTo>
                  <a:cubicBezTo>
                    <a:pt x="4648" y="3838"/>
                    <a:pt x="14717" y="0"/>
                    <a:pt x="26070" y="0"/>
                  </a:cubicBezTo>
                  <a:cubicBezTo>
                    <a:pt x="31712" y="0"/>
                    <a:pt x="39134" y="925"/>
                    <a:pt x="41920" y="1780"/>
                  </a:cubicBezTo>
                  <a:cubicBezTo>
                    <a:pt x="42498" y="1989"/>
                    <a:pt x="42996" y="2278"/>
                    <a:pt x="42996" y="2925"/>
                  </a:cubicBezTo>
                  <a:lnTo>
                    <a:pt x="42996" y="313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8233129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73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62" y="52742"/>
                    <a:pt x="30984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2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8271512" y="-450537"/>
              <a:ext cx="52764" cy="52822"/>
            </a:xfrm>
            <a:custGeom>
              <a:avLst/>
              <a:gdLst/>
              <a:ahLst/>
              <a:cxnLst/>
              <a:rect l="l" t="t" r="r" b="b"/>
              <a:pathLst>
                <a:path w="52764" h="52822" extrusionOk="0">
                  <a:moveTo>
                    <a:pt x="52765" y="1410"/>
                  </a:moveTo>
                  <a:lnTo>
                    <a:pt x="44186" y="50175"/>
                  </a:lnTo>
                  <a:cubicBezTo>
                    <a:pt x="43909" y="51609"/>
                    <a:pt x="42475" y="52811"/>
                    <a:pt x="41053" y="52811"/>
                  </a:cubicBezTo>
                  <a:lnTo>
                    <a:pt x="32198" y="52811"/>
                  </a:lnTo>
                  <a:cubicBezTo>
                    <a:pt x="30914" y="52811"/>
                    <a:pt x="30128" y="52244"/>
                    <a:pt x="29550" y="50892"/>
                  </a:cubicBezTo>
                  <a:lnTo>
                    <a:pt x="18983" y="27088"/>
                  </a:lnTo>
                  <a:cubicBezTo>
                    <a:pt x="18775" y="26590"/>
                    <a:pt x="18556" y="26521"/>
                    <a:pt x="18347" y="26521"/>
                  </a:cubicBezTo>
                  <a:cubicBezTo>
                    <a:pt x="18139" y="26521"/>
                    <a:pt x="17989" y="26660"/>
                    <a:pt x="17920" y="27157"/>
                  </a:cubicBezTo>
                  <a:lnTo>
                    <a:pt x="13631" y="51401"/>
                  </a:lnTo>
                  <a:cubicBezTo>
                    <a:pt x="13492" y="52187"/>
                    <a:pt x="12706" y="52823"/>
                    <a:pt x="11919" y="52823"/>
                  </a:cubicBezTo>
                  <a:lnTo>
                    <a:pt x="1214" y="52823"/>
                  </a:lnTo>
                  <a:cubicBezTo>
                    <a:pt x="497" y="52823"/>
                    <a:pt x="0" y="52325"/>
                    <a:pt x="0" y="51620"/>
                  </a:cubicBezTo>
                  <a:lnTo>
                    <a:pt x="0" y="51412"/>
                  </a:lnTo>
                  <a:lnTo>
                    <a:pt x="8578" y="2636"/>
                  </a:lnTo>
                  <a:cubicBezTo>
                    <a:pt x="8867" y="1214"/>
                    <a:pt x="10289" y="12"/>
                    <a:pt x="11711" y="12"/>
                  </a:cubicBezTo>
                  <a:lnTo>
                    <a:pt x="20428" y="12"/>
                  </a:lnTo>
                  <a:cubicBezTo>
                    <a:pt x="21793" y="12"/>
                    <a:pt x="22359" y="867"/>
                    <a:pt x="22926" y="2069"/>
                  </a:cubicBezTo>
                  <a:lnTo>
                    <a:pt x="33781" y="26590"/>
                  </a:lnTo>
                  <a:cubicBezTo>
                    <a:pt x="33990" y="27088"/>
                    <a:pt x="34070" y="27226"/>
                    <a:pt x="34279" y="27226"/>
                  </a:cubicBezTo>
                  <a:cubicBezTo>
                    <a:pt x="34487" y="27226"/>
                    <a:pt x="34706" y="27145"/>
                    <a:pt x="34776" y="26590"/>
                  </a:cubicBezTo>
                  <a:lnTo>
                    <a:pt x="39204" y="1422"/>
                  </a:lnTo>
                  <a:cubicBezTo>
                    <a:pt x="39342" y="647"/>
                    <a:pt x="40128" y="0"/>
                    <a:pt x="40915" y="0"/>
                  </a:cubicBezTo>
                  <a:lnTo>
                    <a:pt x="51620" y="0"/>
                  </a:lnTo>
                  <a:cubicBezTo>
                    <a:pt x="52337" y="0"/>
                    <a:pt x="52765" y="486"/>
                    <a:pt x="52765" y="1133"/>
                  </a:cubicBezTo>
                  <a:lnTo>
                    <a:pt x="52765" y="142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8319571" y="-451184"/>
              <a:ext cx="46695" cy="53458"/>
            </a:xfrm>
            <a:custGeom>
              <a:avLst/>
              <a:gdLst/>
              <a:ahLst/>
              <a:cxnLst/>
              <a:rect l="l" t="t" r="r" b="b"/>
              <a:pathLst>
                <a:path w="46695" h="53458" extrusionOk="0">
                  <a:moveTo>
                    <a:pt x="45343" y="53458"/>
                  </a:moveTo>
                  <a:lnTo>
                    <a:pt x="33203" y="53458"/>
                  </a:lnTo>
                  <a:cubicBezTo>
                    <a:pt x="32498" y="53458"/>
                    <a:pt x="31989" y="52823"/>
                    <a:pt x="31989" y="52106"/>
                  </a:cubicBezTo>
                  <a:lnTo>
                    <a:pt x="31781" y="42221"/>
                  </a:lnTo>
                  <a:lnTo>
                    <a:pt x="19064" y="42221"/>
                  </a:lnTo>
                  <a:lnTo>
                    <a:pt x="15284" y="52106"/>
                  </a:lnTo>
                  <a:cubicBezTo>
                    <a:pt x="14995" y="52823"/>
                    <a:pt x="14359" y="53458"/>
                    <a:pt x="13642" y="53458"/>
                  </a:cubicBezTo>
                  <a:lnTo>
                    <a:pt x="1006" y="53458"/>
                  </a:lnTo>
                  <a:cubicBezTo>
                    <a:pt x="370" y="53458"/>
                    <a:pt x="0" y="53088"/>
                    <a:pt x="0" y="52534"/>
                  </a:cubicBezTo>
                  <a:lnTo>
                    <a:pt x="139" y="51955"/>
                  </a:lnTo>
                  <a:lnTo>
                    <a:pt x="17423" y="8451"/>
                  </a:lnTo>
                  <a:cubicBezTo>
                    <a:pt x="20220" y="1410"/>
                    <a:pt x="25851" y="0"/>
                    <a:pt x="32637" y="0"/>
                  </a:cubicBezTo>
                  <a:cubicBezTo>
                    <a:pt x="39423" y="0"/>
                    <a:pt x="44556" y="1422"/>
                    <a:pt x="44845" y="8451"/>
                  </a:cubicBezTo>
                  <a:lnTo>
                    <a:pt x="46695" y="51955"/>
                  </a:lnTo>
                  <a:lnTo>
                    <a:pt x="46695" y="52025"/>
                  </a:lnTo>
                  <a:cubicBezTo>
                    <a:pt x="46695" y="52811"/>
                    <a:pt x="46117" y="53458"/>
                    <a:pt x="45331" y="53458"/>
                  </a:cubicBezTo>
                  <a:moveTo>
                    <a:pt x="31423" y="12787"/>
                  </a:moveTo>
                  <a:cubicBezTo>
                    <a:pt x="31423" y="12151"/>
                    <a:pt x="31423" y="11792"/>
                    <a:pt x="30776" y="11792"/>
                  </a:cubicBezTo>
                  <a:cubicBezTo>
                    <a:pt x="30128" y="11792"/>
                    <a:pt x="30070" y="12139"/>
                    <a:pt x="29851" y="12787"/>
                  </a:cubicBezTo>
                  <a:lnTo>
                    <a:pt x="23134" y="30845"/>
                  </a:lnTo>
                  <a:lnTo>
                    <a:pt x="31712" y="30845"/>
                  </a:lnTo>
                  <a:lnTo>
                    <a:pt x="31423" y="1278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8370483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2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8409493" y="-450560"/>
              <a:ext cx="12081" cy="52822"/>
            </a:xfrm>
            <a:custGeom>
              <a:avLst/>
              <a:gdLst/>
              <a:ahLst/>
              <a:cxnLst/>
              <a:rect l="l" t="t" r="r" b="b"/>
              <a:pathLst>
                <a:path w="12081" h="52822" extrusionOk="0">
                  <a:moveTo>
                    <a:pt x="12081" y="1353"/>
                  </a:moveTo>
                  <a:lnTo>
                    <a:pt x="3145" y="51481"/>
                  </a:lnTo>
                  <a:cubicBezTo>
                    <a:pt x="3006" y="52187"/>
                    <a:pt x="2439" y="52823"/>
                    <a:pt x="1711" y="52823"/>
                  </a:cubicBezTo>
                  <a:lnTo>
                    <a:pt x="1006" y="52823"/>
                  </a:lnTo>
                  <a:cubicBezTo>
                    <a:pt x="358" y="52823"/>
                    <a:pt x="0" y="52325"/>
                    <a:pt x="0" y="51759"/>
                  </a:cubicBezTo>
                  <a:lnTo>
                    <a:pt x="0" y="51481"/>
                  </a:lnTo>
                  <a:lnTo>
                    <a:pt x="8925" y="1353"/>
                  </a:lnTo>
                  <a:cubicBezTo>
                    <a:pt x="9064" y="636"/>
                    <a:pt x="9642" y="0"/>
                    <a:pt x="10359" y="0"/>
                  </a:cubicBezTo>
                  <a:lnTo>
                    <a:pt x="11075" y="0"/>
                  </a:lnTo>
                  <a:cubicBezTo>
                    <a:pt x="11723" y="0"/>
                    <a:pt x="12081" y="497"/>
                    <a:pt x="12081" y="1064"/>
                  </a:cubicBezTo>
                  <a:lnTo>
                    <a:pt x="12081" y="13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8437191" y="-450560"/>
              <a:ext cx="23469" cy="52834"/>
            </a:xfrm>
            <a:custGeom>
              <a:avLst/>
              <a:gdLst/>
              <a:ahLst/>
              <a:cxnLst/>
              <a:rect l="l" t="t" r="r" b="b"/>
              <a:pathLst>
                <a:path w="23469" h="52834" extrusionOk="0">
                  <a:moveTo>
                    <a:pt x="23448" y="1353"/>
                  </a:moveTo>
                  <a:lnTo>
                    <a:pt x="14593" y="51401"/>
                  </a:lnTo>
                  <a:cubicBezTo>
                    <a:pt x="14454" y="52187"/>
                    <a:pt x="13957" y="52834"/>
                    <a:pt x="12882" y="52834"/>
                  </a:cubicBezTo>
                  <a:lnTo>
                    <a:pt x="1170" y="52834"/>
                  </a:lnTo>
                  <a:cubicBezTo>
                    <a:pt x="315" y="52834"/>
                    <a:pt x="-113" y="52117"/>
                    <a:pt x="26" y="51401"/>
                  </a:cubicBezTo>
                  <a:lnTo>
                    <a:pt x="8881" y="1353"/>
                  </a:lnTo>
                  <a:cubicBezTo>
                    <a:pt x="9020" y="578"/>
                    <a:pt x="9737" y="0"/>
                    <a:pt x="10523" y="0"/>
                  </a:cubicBezTo>
                  <a:lnTo>
                    <a:pt x="22235" y="0"/>
                  </a:lnTo>
                  <a:cubicBezTo>
                    <a:pt x="23021" y="0"/>
                    <a:pt x="23587" y="428"/>
                    <a:pt x="23448" y="1353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8460859" y="-451265"/>
              <a:ext cx="40498" cy="54175"/>
            </a:xfrm>
            <a:custGeom>
              <a:avLst/>
              <a:gdLst/>
              <a:ahLst/>
              <a:cxnLst/>
              <a:rect l="l" t="t" r="r" b="b"/>
              <a:pathLst>
                <a:path w="40498" h="54175" extrusionOk="0">
                  <a:moveTo>
                    <a:pt x="40498" y="2278"/>
                  </a:moveTo>
                  <a:lnTo>
                    <a:pt x="38995" y="10948"/>
                  </a:lnTo>
                  <a:cubicBezTo>
                    <a:pt x="38857" y="11734"/>
                    <a:pt x="38071" y="12382"/>
                    <a:pt x="37284" y="12382"/>
                  </a:cubicBezTo>
                  <a:lnTo>
                    <a:pt x="22856" y="12382"/>
                  </a:lnTo>
                  <a:cubicBezTo>
                    <a:pt x="20290" y="12382"/>
                    <a:pt x="19284" y="13237"/>
                    <a:pt x="18787" y="15931"/>
                  </a:cubicBezTo>
                  <a:lnTo>
                    <a:pt x="17862" y="21122"/>
                  </a:lnTo>
                  <a:lnTo>
                    <a:pt x="35435" y="21122"/>
                  </a:lnTo>
                  <a:cubicBezTo>
                    <a:pt x="36151" y="21122"/>
                    <a:pt x="36649" y="21619"/>
                    <a:pt x="36649" y="22324"/>
                  </a:cubicBezTo>
                  <a:lnTo>
                    <a:pt x="36649" y="22533"/>
                  </a:lnTo>
                  <a:lnTo>
                    <a:pt x="35146" y="30926"/>
                  </a:lnTo>
                  <a:cubicBezTo>
                    <a:pt x="35007" y="31700"/>
                    <a:pt x="34290" y="32348"/>
                    <a:pt x="33504" y="32348"/>
                  </a:cubicBezTo>
                  <a:lnTo>
                    <a:pt x="15931" y="32348"/>
                  </a:lnTo>
                  <a:lnTo>
                    <a:pt x="14868" y="38256"/>
                  </a:lnTo>
                  <a:cubicBezTo>
                    <a:pt x="14798" y="38822"/>
                    <a:pt x="14717" y="39250"/>
                    <a:pt x="14717" y="39678"/>
                  </a:cubicBezTo>
                  <a:cubicBezTo>
                    <a:pt x="14717" y="41308"/>
                    <a:pt x="15573" y="41805"/>
                    <a:pt x="17642" y="41805"/>
                  </a:cubicBezTo>
                  <a:lnTo>
                    <a:pt x="32070" y="41805"/>
                  </a:lnTo>
                  <a:cubicBezTo>
                    <a:pt x="32787" y="41805"/>
                    <a:pt x="33284" y="42302"/>
                    <a:pt x="33284" y="43007"/>
                  </a:cubicBezTo>
                  <a:lnTo>
                    <a:pt x="33284" y="43215"/>
                  </a:lnTo>
                  <a:lnTo>
                    <a:pt x="31700" y="51886"/>
                  </a:lnTo>
                  <a:cubicBezTo>
                    <a:pt x="31550" y="52742"/>
                    <a:pt x="30995" y="53169"/>
                    <a:pt x="30059" y="53320"/>
                  </a:cubicBezTo>
                  <a:cubicBezTo>
                    <a:pt x="27273" y="53666"/>
                    <a:pt x="22914" y="54175"/>
                    <a:pt x="15989" y="54175"/>
                  </a:cubicBezTo>
                  <a:cubicBezTo>
                    <a:pt x="7630" y="54175"/>
                    <a:pt x="0" y="51192"/>
                    <a:pt x="0" y="41874"/>
                  </a:cubicBezTo>
                  <a:cubicBezTo>
                    <a:pt x="0" y="40741"/>
                    <a:pt x="139" y="39539"/>
                    <a:pt x="347" y="38256"/>
                  </a:cubicBezTo>
                  <a:lnTo>
                    <a:pt x="4278" y="15931"/>
                  </a:lnTo>
                  <a:cubicBezTo>
                    <a:pt x="6775" y="1572"/>
                    <a:pt x="15341" y="0"/>
                    <a:pt x="25411" y="0"/>
                  </a:cubicBezTo>
                  <a:cubicBezTo>
                    <a:pt x="32336" y="0"/>
                    <a:pt x="36695" y="497"/>
                    <a:pt x="39342" y="856"/>
                  </a:cubicBezTo>
                  <a:cubicBezTo>
                    <a:pt x="40128" y="913"/>
                    <a:pt x="40487" y="1283"/>
                    <a:pt x="40487" y="1989"/>
                  </a:cubicBezTo>
                  <a:lnTo>
                    <a:pt x="40487" y="227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8501288" y="-450537"/>
              <a:ext cx="30509" cy="53458"/>
            </a:xfrm>
            <a:custGeom>
              <a:avLst/>
              <a:gdLst/>
              <a:ahLst/>
              <a:cxnLst/>
              <a:rect l="l" t="t" r="r" b="b"/>
              <a:pathLst>
                <a:path w="30509" h="53458" extrusionOk="0">
                  <a:moveTo>
                    <a:pt x="30498" y="42499"/>
                  </a:moveTo>
                  <a:lnTo>
                    <a:pt x="28926" y="51169"/>
                  </a:lnTo>
                  <a:cubicBezTo>
                    <a:pt x="28787" y="52025"/>
                    <a:pt x="28209" y="52441"/>
                    <a:pt x="27284" y="52603"/>
                  </a:cubicBezTo>
                  <a:cubicBezTo>
                    <a:pt x="24567" y="53088"/>
                    <a:pt x="19793" y="53458"/>
                    <a:pt x="16001" y="53458"/>
                  </a:cubicBezTo>
                  <a:cubicBezTo>
                    <a:pt x="7931" y="53458"/>
                    <a:pt x="0" y="50823"/>
                    <a:pt x="0" y="41238"/>
                  </a:cubicBezTo>
                  <a:cubicBezTo>
                    <a:pt x="0" y="40094"/>
                    <a:pt x="150" y="38891"/>
                    <a:pt x="370" y="37539"/>
                  </a:cubicBezTo>
                  <a:lnTo>
                    <a:pt x="6729" y="1422"/>
                  </a:lnTo>
                  <a:cubicBezTo>
                    <a:pt x="6867" y="636"/>
                    <a:pt x="7734" y="0"/>
                    <a:pt x="8509" y="0"/>
                  </a:cubicBezTo>
                  <a:lnTo>
                    <a:pt x="20151" y="0"/>
                  </a:lnTo>
                  <a:cubicBezTo>
                    <a:pt x="20879" y="0"/>
                    <a:pt x="21307" y="497"/>
                    <a:pt x="21307" y="1145"/>
                  </a:cubicBezTo>
                  <a:lnTo>
                    <a:pt x="21307" y="1422"/>
                  </a:lnTo>
                  <a:lnTo>
                    <a:pt x="14948" y="37539"/>
                  </a:lnTo>
                  <a:cubicBezTo>
                    <a:pt x="14879" y="38036"/>
                    <a:pt x="14798" y="38464"/>
                    <a:pt x="14798" y="38891"/>
                  </a:cubicBezTo>
                  <a:cubicBezTo>
                    <a:pt x="14798" y="40522"/>
                    <a:pt x="15665" y="41100"/>
                    <a:pt x="17723" y="41100"/>
                  </a:cubicBezTo>
                  <a:lnTo>
                    <a:pt x="29296" y="41100"/>
                  </a:lnTo>
                  <a:cubicBezTo>
                    <a:pt x="30013" y="41100"/>
                    <a:pt x="30510" y="41585"/>
                    <a:pt x="30510" y="42302"/>
                  </a:cubicBezTo>
                  <a:lnTo>
                    <a:pt x="30510" y="4251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7861105" y="-911246"/>
              <a:ext cx="81748" cy="102986"/>
            </a:xfrm>
            <a:custGeom>
              <a:avLst/>
              <a:gdLst/>
              <a:ahLst/>
              <a:cxnLst/>
              <a:rect l="l" t="t" r="r" b="b"/>
              <a:pathLst>
                <a:path w="81748" h="102986" extrusionOk="0">
                  <a:moveTo>
                    <a:pt x="81748" y="5942"/>
                  </a:moveTo>
                  <a:lnTo>
                    <a:pt x="78766" y="22833"/>
                  </a:lnTo>
                  <a:cubicBezTo>
                    <a:pt x="78488" y="24325"/>
                    <a:pt x="77401" y="25411"/>
                    <a:pt x="75910" y="25411"/>
                  </a:cubicBezTo>
                  <a:lnTo>
                    <a:pt x="75644" y="25411"/>
                  </a:lnTo>
                  <a:cubicBezTo>
                    <a:pt x="70199" y="25007"/>
                    <a:pt x="54869" y="23654"/>
                    <a:pt x="45088" y="23654"/>
                  </a:cubicBezTo>
                  <a:cubicBezTo>
                    <a:pt x="41285" y="23654"/>
                    <a:pt x="37342" y="24868"/>
                    <a:pt x="37342" y="29330"/>
                  </a:cubicBezTo>
                  <a:cubicBezTo>
                    <a:pt x="37342" y="31215"/>
                    <a:pt x="38695" y="32429"/>
                    <a:pt x="43319" y="35134"/>
                  </a:cubicBezTo>
                  <a:lnTo>
                    <a:pt x="59875" y="44869"/>
                  </a:lnTo>
                  <a:cubicBezTo>
                    <a:pt x="69655" y="50545"/>
                    <a:pt x="73447" y="57979"/>
                    <a:pt x="73447" y="67436"/>
                  </a:cubicBezTo>
                  <a:cubicBezTo>
                    <a:pt x="73447" y="92708"/>
                    <a:pt x="52129" y="102986"/>
                    <a:pt x="29053" y="102986"/>
                  </a:cubicBezTo>
                  <a:cubicBezTo>
                    <a:pt x="17908" y="102986"/>
                    <a:pt x="9226" y="101506"/>
                    <a:pt x="2301" y="99483"/>
                  </a:cubicBezTo>
                  <a:cubicBezTo>
                    <a:pt x="1087" y="99078"/>
                    <a:pt x="0" y="98408"/>
                    <a:pt x="0" y="97182"/>
                  </a:cubicBezTo>
                  <a:lnTo>
                    <a:pt x="0" y="96789"/>
                  </a:lnTo>
                  <a:lnTo>
                    <a:pt x="2844" y="80164"/>
                  </a:lnTo>
                  <a:cubicBezTo>
                    <a:pt x="3110" y="78673"/>
                    <a:pt x="4335" y="77459"/>
                    <a:pt x="5966" y="77459"/>
                  </a:cubicBezTo>
                  <a:lnTo>
                    <a:pt x="6231" y="77459"/>
                  </a:lnTo>
                  <a:cubicBezTo>
                    <a:pt x="11792" y="78003"/>
                    <a:pt x="26197" y="79482"/>
                    <a:pt x="33388" y="79482"/>
                  </a:cubicBezTo>
                  <a:cubicBezTo>
                    <a:pt x="38822" y="79482"/>
                    <a:pt x="43296" y="77586"/>
                    <a:pt x="43296" y="71505"/>
                  </a:cubicBezTo>
                  <a:cubicBezTo>
                    <a:pt x="43296" y="69470"/>
                    <a:pt x="41932" y="67991"/>
                    <a:pt x="38001" y="65424"/>
                  </a:cubicBezTo>
                  <a:lnTo>
                    <a:pt x="20475" y="53932"/>
                  </a:lnTo>
                  <a:cubicBezTo>
                    <a:pt x="12602" y="48788"/>
                    <a:pt x="8798" y="40013"/>
                    <a:pt x="8798" y="31631"/>
                  </a:cubicBezTo>
                  <a:cubicBezTo>
                    <a:pt x="8798" y="7307"/>
                    <a:pt x="27943" y="0"/>
                    <a:pt x="49528" y="0"/>
                  </a:cubicBezTo>
                  <a:cubicBezTo>
                    <a:pt x="60256" y="0"/>
                    <a:pt x="74372" y="1757"/>
                    <a:pt x="79679" y="3387"/>
                  </a:cubicBezTo>
                  <a:cubicBezTo>
                    <a:pt x="80766" y="3792"/>
                    <a:pt x="81714" y="4335"/>
                    <a:pt x="81714" y="5549"/>
                  </a:cubicBezTo>
                  <a:lnTo>
                    <a:pt x="81714" y="59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7939093" y="-914229"/>
              <a:ext cx="44542" cy="104766"/>
            </a:xfrm>
            <a:custGeom>
              <a:avLst/>
              <a:gdLst/>
              <a:ahLst/>
              <a:cxnLst/>
              <a:rect l="l" t="t" r="r" b="b"/>
              <a:pathLst>
                <a:path w="44542" h="104766" extrusionOk="0">
                  <a:moveTo>
                    <a:pt x="36733" y="26093"/>
                  </a:moveTo>
                  <a:cubicBezTo>
                    <a:pt x="38224" y="26093"/>
                    <a:pt x="39588" y="26498"/>
                    <a:pt x="39172" y="28926"/>
                  </a:cubicBezTo>
                  <a:lnTo>
                    <a:pt x="26282" y="101784"/>
                  </a:lnTo>
                  <a:cubicBezTo>
                    <a:pt x="26004" y="103264"/>
                    <a:pt x="25333" y="104766"/>
                    <a:pt x="22744" y="104766"/>
                  </a:cubicBezTo>
                  <a:lnTo>
                    <a:pt x="2512" y="104766"/>
                  </a:lnTo>
                  <a:cubicBezTo>
                    <a:pt x="1021" y="104766"/>
                    <a:pt x="-332" y="104223"/>
                    <a:pt x="73" y="101784"/>
                  </a:cubicBezTo>
                  <a:lnTo>
                    <a:pt x="12975" y="28926"/>
                  </a:lnTo>
                  <a:cubicBezTo>
                    <a:pt x="13252" y="27446"/>
                    <a:pt x="14200" y="26093"/>
                    <a:pt x="16501" y="26093"/>
                  </a:cubicBezTo>
                  <a:lnTo>
                    <a:pt x="36733" y="26093"/>
                  </a:lnTo>
                  <a:close/>
                  <a:moveTo>
                    <a:pt x="42028" y="0"/>
                  </a:moveTo>
                  <a:cubicBezTo>
                    <a:pt x="43519" y="0"/>
                    <a:pt x="44883" y="405"/>
                    <a:pt x="44467" y="2705"/>
                  </a:cubicBezTo>
                  <a:lnTo>
                    <a:pt x="42166" y="15954"/>
                  </a:lnTo>
                  <a:cubicBezTo>
                    <a:pt x="41889" y="17434"/>
                    <a:pt x="41346" y="18660"/>
                    <a:pt x="38629" y="18660"/>
                  </a:cubicBezTo>
                  <a:lnTo>
                    <a:pt x="17171" y="18660"/>
                  </a:lnTo>
                  <a:cubicBezTo>
                    <a:pt x="14593" y="18660"/>
                    <a:pt x="14316" y="17446"/>
                    <a:pt x="14593" y="15954"/>
                  </a:cubicBezTo>
                  <a:lnTo>
                    <a:pt x="16894" y="2705"/>
                  </a:lnTo>
                  <a:cubicBezTo>
                    <a:pt x="17171" y="1214"/>
                    <a:pt x="18119" y="0"/>
                    <a:pt x="20559" y="0"/>
                  </a:cubicBezTo>
                  <a:lnTo>
                    <a:pt x="42016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7976028" y="-889349"/>
              <a:ext cx="69344" cy="81100"/>
            </a:xfrm>
            <a:custGeom>
              <a:avLst/>
              <a:gdLst/>
              <a:ahLst/>
              <a:cxnLst/>
              <a:rect l="l" t="t" r="r" b="b"/>
              <a:pathLst>
                <a:path w="69344" h="81100" extrusionOk="0">
                  <a:moveTo>
                    <a:pt x="66736" y="20671"/>
                  </a:moveTo>
                  <a:cubicBezTo>
                    <a:pt x="66459" y="22290"/>
                    <a:pt x="65788" y="23642"/>
                    <a:pt x="63615" y="23376"/>
                  </a:cubicBezTo>
                  <a:cubicBezTo>
                    <a:pt x="59684" y="22833"/>
                    <a:pt x="46770" y="21215"/>
                    <a:pt x="40666" y="21215"/>
                  </a:cubicBezTo>
                  <a:cubicBezTo>
                    <a:pt x="37949" y="21215"/>
                    <a:pt x="35105" y="21492"/>
                    <a:pt x="35105" y="23781"/>
                  </a:cubicBezTo>
                  <a:cubicBezTo>
                    <a:pt x="35105" y="25550"/>
                    <a:pt x="35915" y="26359"/>
                    <a:pt x="39984" y="28787"/>
                  </a:cubicBezTo>
                  <a:lnTo>
                    <a:pt x="48539" y="33781"/>
                  </a:lnTo>
                  <a:cubicBezTo>
                    <a:pt x="60089" y="40683"/>
                    <a:pt x="62806" y="47308"/>
                    <a:pt x="62806" y="54476"/>
                  </a:cubicBezTo>
                  <a:cubicBezTo>
                    <a:pt x="62806" y="74211"/>
                    <a:pt x="46239" y="81101"/>
                    <a:pt x="27359" y="81101"/>
                  </a:cubicBezTo>
                  <a:cubicBezTo>
                    <a:pt x="17718" y="81101"/>
                    <a:pt x="7948" y="79610"/>
                    <a:pt x="2110" y="77852"/>
                  </a:cubicBezTo>
                  <a:cubicBezTo>
                    <a:pt x="341" y="77309"/>
                    <a:pt x="-202" y="76361"/>
                    <a:pt x="64" y="74870"/>
                  </a:cubicBezTo>
                  <a:lnTo>
                    <a:pt x="2503" y="60950"/>
                  </a:lnTo>
                  <a:cubicBezTo>
                    <a:pt x="2781" y="58927"/>
                    <a:pt x="3601" y="57713"/>
                    <a:pt x="6307" y="58106"/>
                  </a:cubicBezTo>
                  <a:cubicBezTo>
                    <a:pt x="14180" y="59181"/>
                    <a:pt x="24909" y="60268"/>
                    <a:pt x="29383" y="60268"/>
                  </a:cubicBezTo>
                  <a:cubicBezTo>
                    <a:pt x="32643" y="60268"/>
                    <a:pt x="36446" y="59725"/>
                    <a:pt x="36446" y="55678"/>
                  </a:cubicBezTo>
                  <a:cubicBezTo>
                    <a:pt x="36446" y="54187"/>
                    <a:pt x="35764" y="53389"/>
                    <a:pt x="33186" y="51898"/>
                  </a:cubicBezTo>
                  <a:lnTo>
                    <a:pt x="22180" y="45412"/>
                  </a:lnTo>
                  <a:cubicBezTo>
                    <a:pt x="12134" y="39458"/>
                    <a:pt x="8607" y="33250"/>
                    <a:pt x="8607" y="25273"/>
                  </a:cubicBezTo>
                  <a:cubicBezTo>
                    <a:pt x="8607" y="5133"/>
                    <a:pt x="25036" y="0"/>
                    <a:pt x="42424" y="0"/>
                  </a:cubicBezTo>
                  <a:cubicBezTo>
                    <a:pt x="52875" y="0"/>
                    <a:pt x="61014" y="1619"/>
                    <a:pt x="67130" y="3376"/>
                  </a:cubicBezTo>
                  <a:cubicBezTo>
                    <a:pt x="68748" y="3919"/>
                    <a:pt x="69569" y="4463"/>
                    <a:pt x="69291" y="6347"/>
                  </a:cubicBezTo>
                  <a:lnTo>
                    <a:pt x="66713" y="2068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8050532" y="-905489"/>
              <a:ext cx="53134" cy="97229"/>
            </a:xfrm>
            <a:custGeom>
              <a:avLst/>
              <a:gdLst/>
              <a:ahLst/>
              <a:cxnLst/>
              <a:rect l="l" t="t" r="r" b="b"/>
              <a:pathLst>
                <a:path w="53134" h="97229" extrusionOk="0">
                  <a:moveTo>
                    <a:pt x="50327" y="17354"/>
                  </a:moveTo>
                  <a:cubicBezTo>
                    <a:pt x="52500" y="17354"/>
                    <a:pt x="53448" y="17897"/>
                    <a:pt x="53043" y="20048"/>
                  </a:cubicBezTo>
                  <a:lnTo>
                    <a:pt x="50604" y="33840"/>
                  </a:lnTo>
                  <a:cubicBezTo>
                    <a:pt x="50327" y="35332"/>
                    <a:pt x="49795" y="36545"/>
                    <a:pt x="47483" y="36545"/>
                  </a:cubicBezTo>
                  <a:lnTo>
                    <a:pt x="37170" y="36545"/>
                  </a:lnTo>
                  <a:lnTo>
                    <a:pt x="30661" y="72905"/>
                  </a:lnTo>
                  <a:cubicBezTo>
                    <a:pt x="30384" y="74119"/>
                    <a:pt x="30245" y="75067"/>
                    <a:pt x="30245" y="75737"/>
                  </a:cubicBezTo>
                  <a:cubicBezTo>
                    <a:pt x="30245" y="77495"/>
                    <a:pt x="31054" y="78038"/>
                    <a:pt x="33494" y="78038"/>
                  </a:cubicBezTo>
                  <a:lnTo>
                    <a:pt x="39737" y="78038"/>
                  </a:lnTo>
                  <a:cubicBezTo>
                    <a:pt x="41228" y="78038"/>
                    <a:pt x="42453" y="78581"/>
                    <a:pt x="42176" y="80605"/>
                  </a:cubicBezTo>
                  <a:lnTo>
                    <a:pt x="40003" y="93310"/>
                  </a:lnTo>
                  <a:cubicBezTo>
                    <a:pt x="39725" y="94802"/>
                    <a:pt x="38916" y="95599"/>
                    <a:pt x="36604" y="96016"/>
                  </a:cubicBezTo>
                  <a:cubicBezTo>
                    <a:pt x="35528" y="96143"/>
                    <a:pt x="29274" y="97230"/>
                    <a:pt x="24256" y="97230"/>
                  </a:cubicBezTo>
                  <a:cubicBezTo>
                    <a:pt x="12441" y="97230"/>
                    <a:pt x="4024" y="92767"/>
                    <a:pt x="4024" y="79657"/>
                  </a:cubicBezTo>
                  <a:cubicBezTo>
                    <a:pt x="4024" y="77495"/>
                    <a:pt x="4302" y="75194"/>
                    <a:pt x="4707" y="72628"/>
                  </a:cubicBezTo>
                  <a:lnTo>
                    <a:pt x="11088" y="36534"/>
                  </a:lnTo>
                  <a:lnTo>
                    <a:pt x="2394" y="34511"/>
                  </a:lnTo>
                  <a:cubicBezTo>
                    <a:pt x="891" y="34118"/>
                    <a:pt x="-334" y="33701"/>
                    <a:pt x="82" y="31539"/>
                  </a:cubicBezTo>
                  <a:lnTo>
                    <a:pt x="2117" y="20198"/>
                  </a:lnTo>
                  <a:cubicBezTo>
                    <a:pt x="2394" y="18707"/>
                    <a:pt x="2799" y="17354"/>
                    <a:pt x="5516" y="17354"/>
                  </a:cubicBezTo>
                  <a:lnTo>
                    <a:pt x="14476" y="17354"/>
                  </a:lnTo>
                  <a:lnTo>
                    <a:pt x="16372" y="6406"/>
                  </a:lnTo>
                  <a:cubicBezTo>
                    <a:pt x="16649" y="4914"/>
                    <a:pt x="18141" y="3828"/>
                    <a:pt x="19782" y="3562"/>
                  </a:cubicBezTo>
                  <a:lnTo>
                    <a:pt x="40557" y="47"/>
                  </a:lnTo>
                  <a:cubicBezTo>
                    <a:pt x="42453" y="-230"/>
                    <a:pt x="43401" y="729"/>
                    <a:pt x="43136" y="2625"/>
                  </a:cubicBezTo>
                  <a:lnTo>
                    <a:pt x="40557" y="17354"/>
                  </a:lnTo>
                  <a:lnTo>
                    <a:pt x="50327" y="17354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8100558" y="-889372"/>
              <a:ext cx="73597" cy="81112"/>
            </a:xfrm>
            <a:custGeom>
              <a:avLst/>
              <a:gdLst/>
              <a:ahLst/>
              <a:cxnLst/>
              <a:rect l="l" t="t" r="r" b="b"/>
              <a:pathLst>
                <a:path w="73597" h="81112" extrusionOk="0">
                  <a:moveTo>
                    <a:pt x="72939" y="36776"/>
                  </a:moveTo>
                  <a:lnTo>
                    <a:pt x="71575" y="44892"/>
                  </a:lnTo>
                  <a:cubicBezTo>
                    <a:pt x="71297" y="46649"/>
                    <a:pt x="69806" y="47863"/>
                    <a:pt x="68176" y="47863"/>
                  </a:cubicBezTo>
                  <a:lnTo>
                    <a:pt x="25943" y="47863"/>
                  </a:lnTo>
                  <a:cubicBezTo>
                    <a:pt x="25666" y="49481"/>
                    <a:pt x="25538" y="50846"/>
                    <a:pt x="25538" y="52048"/>
                  </a:cubicBezTo>
                  <a:cubicBezTo>
                    <a:pt x="25538" y="58811"/>
                    <a:pt x="29874" y="59748"/>
                    <a:pt x="36660" y="59748"/>
                  </a:cubicBezTo>
                  <a:cubicBezTo>
                    <a:pt x="43863" y="59748"/>
                    <a:pt x="57574" y="59204"/>
                    <a:pt x="62742" y="58661"/>
                  </a:cubicBezTo>
                  <a:lnTo>
                    <a:pt x="63285" y="58661"/>
                  </a:lnTo>
                  <a:cubicBezTo>
                    <a:pt x="64499" y="58661"/>
                    <a:pt x="65320" y="59204"/>
                    <a:pt x="65320" y="60430"/>
                  </a:cubicBezTo>
                  <a:lnTo>
                    <a:pt x="65320" y="60973"/>
                  </a:lnTo>
                  <a:lnTo>
                    <a:pt x="63158" y="73147"/>
                  </a:lnTo>
                  <a:cubicBezTo>
                    <a:pt x="62753" y="75309"/>
                    <a:pt x="62071" y="76245"/>
                    <a:pt x="59748" y="76927"/>
                  </a:cubicBezTo>
                  <a:cubicBezTo>
                    <a:pt x="50649" y="79760"/>
                    <a:pt x="41412" y="81113"/>
                    <a:pt x="30013" y="81113"/>
                  </a:cubicBezTo>
                  <a:cubicBezTo>
                    <a:pt x="14937" y="81113"/>
                    <a:pt x="0" y="71783"/>
                    <a:pt x="0" y="52591"/>
                  </a:cubicBezTo>
                  <a:cubicBezTo>
                    <a:pt x="0" y="50418"/>
                    <a:pt x="127" y="48129"/>
                    <a:pt x="543" y="45689"/>
                  </a:cubicBezTo>
                  <a:lnTo>
                    <a:pt x="2035" y="36764"/>
                  </a:lnTo>
                  <a:cubicBezTo>
                    <a:pt x="6520" y="10000"/>
                    <a:pt x="22001" y="0"/>
                    <a:pt x="44672" y="0"/>
                  </a:cubicBezTo>
                  <a:cubicBezTo>
                    <a:pt x="64360" y="0"/>
                    <a:pt x="73598" y="12983"/>
                    <a:pt x="73598" y="29065"/>
                  </a:cubicBezTo>
                  <a:cubicBezTo>
                    <a:pt x="73598" y="31631"/>
                    <a:pt x="73320" y="34209"/>
                    <a:pt x="72916" y="36764"/>
                  </a:cubicBezTo>
                  <a:moveTo>
                    <a:pt x="40891" y="20151"/>
                  </a:moveTo>
                  <a:cubicBezTo>
                    <a:pt x="33284" y="20151"/>
                    <a:pt x="30036" y="25827"/>
                    <a:pt x="28394" y="33527"/>
                  </a:cubicBezTo>
                  <a:lnTo>
                    <a:pt x="48487" y="33527"/>
                  </a:lnTo>
                  <a:cubicBezTo>
                    <a:pt x="48892" y="31631"/>
                    <a:pt x="49181" y="29735"/>
                    <a:pt x="49181" y="28117"/>
                  </a:cubicBezTo>
                  <a:cubicBezTo>
                    <a:pt x="49181" y="23388"/>
                    <a:pt x="46996" y="20151"/>
                    <a:pt x="40891" y="2015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8175809" y="-889361"/>
              <a:ext cx="116512" cy="79887"/>
            </a:xfrm>
            <a:custGeom>
              <a:avLst/>
              <a:gdLst/>
              <a:ahLst/>
              <a:cxnLst/>
              <a:rect l="l" t="t" r="r" b="b"/>
              <a:pathLst>
                <a:path w="116512" h="79887" extrusionOk="0">
                  <a:moveTo>
                    <a:pt x="114986" y="34336"/>
                  </a:moveTo>
                  <a:lnTo>
                    <a:pt x="107518" y="76916"/>
                  </a:lnTo>
                  <a:cubicBezTo>
                    <a:pt x="107252" y="78396"/>
                    <a:pt x="105761" y="79887"/>
                    <a:pt x="104131" y="79887"/>
                  </a:cubicBezTo>
                  <a:lnTo>
                    <a:pt x="83760" y="79887"/>
                  </a:lnTo>
                  <a:cubicBezTo>
                    <a:pt x="82257" y="79887"/>
                    <a:pt x="81448" y="78673"/>
                    <a:pt x="81448" y="77459"/>
                  </a:cubicBezTo>
                  <a:lnTo>
                    <a:pt x="81448" y="76916"/>
                  </a:lnTo>
                  <a:lnTo>
                    <a:pt x="89598" y="30822"/>
                  </a:lnTo>
                  <a:cubicBezTo>
                    <a:pt x="89864" y="29330"/>
                    <a:pt x="89991" y="28117"/>
                    <a:pt x="89991" y="26903"/>
                  </a:cubicBezTo>
                  <a:cubicBezTo>
                    <a:pt x="89991" y="24059"/>
                    <a:pt x="88916" y="22313"/>
                    <a:pt x="84292" y="22313"/>
                  </a:cubicBezTo>
                  <a:cubicBezTo>
                    <a:pt x="82257" y="22313"/>
                    <a:pt x="78997" y="22706"/>
                    <a:pt x="75748" y="23793"/>
                  </a:cubicBezTo>
                  <a:cubicBezTo>
                    <a:pt x="75609" y="26221"/>
                    <a:pt x="75343" y="28244"/>
                    <a:pt x="74927" y="30822"/>
                  </a:cubicBezTo>
                  <a:lnTo>
                    <a:pt x="66777" y="76916"/>
                  </a:lnTo>
                  <a:cubicBezTo>
                    <a:pt x="66511" y="78396"/>
                    <a:pt x="65147" y="79887"/>
                    <a:pt x="63528" y="79887"/>
                  </a:cubicBezTo>
                  <a:lnTo>
                    <a:pt x="43030" y="79887"/>
                  </a:lnTo>
                  <a:cubicBezTo>
                    <a:pt x="41539" y="79887"/>
                    <a:pt x="40718" y="78673"/>
                    <a:pt x="40718" y="77459"/>
                  </a:cubicBezTo>
                  <a:lnTo>
                    <a:pt x="40718" y="76916"/>
                  </a:lnTo>
                  <a:lnTo>
                    <a:pt x="48869" y="30822"/>
                  </a:lnTo>
                  <a:cubicBezTo>
                    <a:pt x="49135" y="29469"/>
                    <a:pt x="49412" y="27989"/>
                    <a:pt x="49412" y="26764"/>
                  </a:cubicBezTo>
                  <a:cubicBezTo>
                    <a:pt x="49412" y="24197"/>
                    <a:pt x="48464" y="22313"/>
                    <a:pt x="44522" y="22313"/>
                  </a:cubicBezTo>
                  <a:cubicBezTo>
                    <a:pt x="41932" y="22313"/>
                    <a:pt x="38417" y="23388"/>
                    <a:pt x="35423" y="24741"/>
                  </a:cubicBezTo>
                  <a:lnTo>
                    <a:pt x="26197" y="76916"/>
                  </a:lnTo>
                  <a:cubicBezTo>
                    <a:pt x="25920" y="78396"/>
                    <a:pt x="24579" y="79887"/>
                    <a:pt x="22949" y="79887"/>
                  </a:cubicBezTo>
                  <a:lnTo>
                    <a:pt x="2451" y="79887"/>
                  </a:lnTo>
                  <a:cubicBezTo>
                    <a:pt x="948" y="79887"/>
                    <a:pt x="0" y="78673"/>
                    <a:pt x="0" y="77320"/>
                  </a:cubicBezTo>
                  <a:lnTo>
                    <a:pt x="0" y="76916"/>
                  </a:lnTo>
                  <a:lnTo>
                    <a:pt x="13041" y="3919"/>
                  </a:lnTo>
                  <a:cubicBezTo>
                    <a:pt x="13318" y="2439"/>
                    <a:pt x="14659" y="1225"/>
                    <a:pt x="16174" y="1225"/>
                  </a:cubicBezTo>
                  <a:lnTo>
                    <a:pt x="34510" y="1225"/>
                  </a:lnTo>
                  <a:cubicBezTo>
                    <a:pt x="36001" y="1225"/>
                    <a:pt x="36810" y="2162"/>
                    <a:pt x="36810" y="3515"/>
                  </a:cubicBezTo>
                  <a:lnTo>
                    <a:pt x="36810" y="3919"/>
                  </a:lnTo>
                  <a:lnTo>
                    <a:pt x="36394" y="7573"/>
                  </a:lnTo>
                  <a:cubicBezTo>
                    <a:pt x="42510" y="1225"/>
                    <a:pt x="49296" y="0"/>
                    <a:pt x="56487" y="0"/>
                  </a:cubicBezTo>
                  <a:cubicBezTo>
                    <a:pt x="63019" y="0"/>
                    <a:pt x="68707" y="2983"/>
                    <a:pt x="71968" y="7168"/>
                  </a:cubicBezTo>
                  <a:cubicBezTo>
                    <a:pt x="79841" y="1619"/>
                    <a:pt x="84743" y="0"/>
                    <a:pt x="92072" y="0"/>
                  </a:cubicBezTo>
                  <a:cubicBezTo>
                    <a:pt x="107957" y="0"/>
                    <a:pt x="116512" y="10417"/>
                    <a:pt x="116512" y="22174"/>
                  </a:cubicBezTo>
                  <a:cubicBezTo>
                    <a:pt x="116512" y="26232"/>
                    <a:pt x="115703" y="30417"/>
                    <a:pt x="115021" y="3433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8297027" y="-889361"/>
              <a:ext cx="78626" cy="81112"/>
            </a:xfrm>
            <a:custGeom>
              <a:avLst/>
              <a:gdLst/>
              <a:ahLst/>
              <a:cxnLst/>
              <a:rect l="l" t="t" r="r" b="b"/>
              <a:pathLst>
                <a:path w="78626" h="81112" extrusionOk="0">
                  <a:moveTo>
                    <a:pt x="78488" y="7711"/>
                  </a:moveTo>
                  <a:lnTo>
                    <a:pt x="66268" y="77182"/>
                  </a:lnTo>
                  <a:cubicBezTo>
                    <a:pt x="65991" y="78673"/>
                    <a:pt x="64904" y="79887"/>
                    <a:pt x="63412" y="79887"/>
                  </a:cubicBezTo>
                  <a:lnTo>
                    <a:pt x="46441" y="79887"/>
                  </a:lnTo>
                  <a:cubicBezTo>
                    <a:pt x="44949" y="79887"/>
                    <a:pt x="44001" y="78939"/>
                    <a:pt x="44001" y="77598"/>
                  </a:cubicBezTo>
                  <a:lnTo>
                    <a:pt x="44001" y="77182"/>
                  </a:lnTo>
                  <a:lnTo>
                    <a:pt x="44545" y="72997"/>
                  </a:lnTo>
                  <a:cubicBezTo>
                    <a:pt x="37342" y="78546"/>
                    <a:pt x="31226" y="81112"/>
                    <a:pt x="23631" y="81112"/>
                  </a:cubicBezTo>
                  <a:cubicBezTo>
                    <a:pt x="10463" y="81112"/>
                    <a:pt x="0" y="71644"/>
                    <a:pt x="0" y="54753"/>
                  </a:cubicBezTo>
                  <a:cubicBezTo>
                    <a:pt x="0" y="52325"/>
                    <a:pt x="416" y="49215"/>
                    <a:pt x="821" y="46903"/>
                  </a:cubicBezTo>
                  <a:lnTo>
                    <a:pt x="3122" y="33250"/>
                  </a:lnTo>
                  <a:cubicBezTo>
                    <a:pt x="7468" y="7434"/>
                    <a:pt x="23897" y="0"/>
                    <a:pt x="44672" y="0"/>
                  </a:cubicBezTo>
                  <a:cubicBezTo>
                    <a:pt x="54314" y="0"/>
                    <a:pt x="64765" y="1480"/>
                    <a:pt x="74419" y="3376"/>
                  </a:cubicBezTo>
                  <a:cubicBezTo>
                    <a:pt x="76997" y="3919"/>
                    <a:pt x="78627" y="4324"/>
                    <a:pt x="78627" y="6624"/>
                  </a:cubicBezTo>
                  <a:lnTo>
                    <a:pt x="78500" y="7711"/>
                  </a:lnTo>
                  <a:close/>
                  <a:moveTo>
                    <a:pt x="41678" y="21492"/>
                  </a:moveTo>
                  <a:cubicBezTo>
                    <a:pt x="34070" y="21492"/>
                    <a:pt x="30672" y="24463"/>
                    <a:pt x="28787" y="35284"/>
                  </a:cubicBezTo>
                  <a:lnTo>
                    <a:pt x="26197" y="49747"/>
                  </a:lnTo>
                  <a:cubicBezTo>
                    <a:pt x="25931" y="50961"/>
                    <a:pt x="25931" y="52175"/>
                    <a:pt x="25931" y="53123"/>
                  </a:cubicBezTo>
                  <a:cubicBezTo>
                    <a:pt x="25931" y="57990"/>
                    <a:pt x="28371" y="59331"/>
                    <a:pt x="32174" y="59331"/>
                  </a:cubicBezTo>
                  <a:cubicBezTo>
                    <a:pt x="36244" y="59331"/>
                    <a:pt x="41134" y="57297"/>
                    <a:pt x="43851" y="55678"/>
                  </a:cubicBezTo>
                  <a:lnTo>
                    <a:pt x="49828" y="22024"/>
                  </a:lnTo>
                  <a:cubicBezTo>
                    <a:pt x="47516" y="21758"/>
                    <a:pt x="44394" y="21480"/>
                    <a:pt x="41678" y="2148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7802075" y="-774871"/>
              <a:ext cx="225752" cy="285211"/>
            </a:xfrm>
            <a:custGeom>
              <a:avLst/>
              <a:gdLst/>
              <a:ahLst/>
              <a:cxnLst/>
              <a:rect l="l" t="t" r="r" b="b"/>
              <a:pathLst>
                <a:path w="225752" h="285211" extrusionOk="0">
                  <a:moveTo>
                    <a:pt x="225741" y="12498"/>
                  </a:moveTo>
                  <a:lnTo>
                    <a:pt x="217406" y="58707"/>
                  </a:lnTo>
                  <a:cubicBezTo>
                    <a:pt x="216643" y="62869"/>
                    <a:pt x="212862" y="66280"/>
                    <a:pt x="208700" y="66280"/>
                  </a:cubicBezTo>
                  <a:lnTo>
                    <a:pt x="132189" y="66280"/>
                  </a:lnTo>
                  <a:cubicBezTo>
                    <a:pt x="118547" y="66280"/>
                    <a:pt x="113252" y="70823"/>
                    <a:pt x="110605" y="85228"/>
                  </a:cubicBezTo>
                  <a:lnTo>
                    <a:pt x="105680" y="112501"/>
                  </a:lnTo>
                  <a:lnTo>
                    <a:pt x="198850" y="112501"/>
                  </a:lnTo>
                  <a:cubicBezTo>
                    <a:pt x="202642" y="112501"/>
                    <a:pt x="205290" y="115148"/>
                    <a:pt x="205290" y="118940"/>
                  </a:cubicBezTo>
                  <a:lnTo>
                    <a:pt x="205290" y="120073"/>
                  </a:lnTo>
                  <a:lnTo>
                    <a:pt x="197336" y="164768"/>
                  </a:lnTo>
                  <a:cubicBezTo>
                    <a:pt x="196573" y="168930"/>
                    <a:pt x="192792" y="172341"/>
                    <a:pt x="188619" y="172341"/>
                  </a:cubicBezTo>
                  <a:lnTo>
                    <a:pt x="95448" y="172341"/>
                  </a:lnTo>
                  <a:lnTo>
                    <a:pt x="76881" y="277639"/>
                  </a:lnTo>
                  <a:cubicBezTo>
                    <a:pt x="76130" y="281801"/>
                    <a:pt x="71956" y="285212"/>
                    <a:pt x="67794" y="285212"/>
                  </a:cubicBezTo>
                  <a:lnTo>
                    <a:pt x="6058" y="285212"/>
                  </a:lnTo>
                  <a:cubicBezTo>
                    <a:pt x="2278" y="285212"/>
                    <a:pt x="0" y="282564"/>
                    <a:pt x="0" y="279154"/>
                  </a:cubicBezTo>
                  <a:lnTo>
                    <a:pt x="0" y="277639"/>
                  </a:lnTo>
                  <a:lnTo>
                    <a:pt x="33712" y="85228"/>
                  </a:lnTo>
                  <a:cubicBezTo>
                    <a:pt x="46973" y="8336"/>
                    <a:pt x="95067" y="0"/>
                    <a:pt x="145831" y="0"/>
                  </a:cubicBezTo>
                  <a:cubicBezTo>
                    <a:pt x="182561" y="0"/>
                    <a:pt x="205290" y="3029"/>
                    <a:pt x="219313" y="4925"/>
                  </a:cubicBezTo>
                  <a:cubicBezTo>
                    <a:pt x="223475" y="5307"/>
                    <a:pt x="225753" y="7572"/>
                    <a:pt x="225753" y="10983"/>
                  </a:cubicBezTo>
                  <a:lnTo>
                    <a:pt x="225753" y="1249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8139958" y="-774883"/>
              <a:ext cx="214758" cy="288622"/>
            </a:xfrm>
            <a:custGeom>
              <a:avLst/>
              <a:gdLst/>
              <a:ahLst/>
              <a:cxnLst/>
              <a:rect l="l" t="t" r="r" b="b"/>
              <a:pathLst>
                <a:path w="214758" h="288622" extrusionOk="0">
                  <a:moveTo>
                    <a:pt x="214758" y="12139"/>
                  </a:moveTo>
                  <a:lnTo>
                    <a:pt x="206804" y="58349"/>
                  </a:lnTo>
                  <a:cubicBezTo>
                    <a:pt x="206041" y="62511"/>
                    <a:pt x="201879" y="65921"/>
                    <a:pt x="197717" y="65921"/>
                  </a:cubicBezTo>
                  <a:lnTo>
                    <a:pt x="121206" y="65921"/>
                  </a:lnTo>
                  <a:cubicBezTo>
                    <a:pt x="107576" y="65921"/>
                    <a:pt x="102269" y="70465"/>
                    <a:pt x="99622" y="84870"/>
                  </a:cubicBezTo>
                  <a:lnTo>
                    <a:pt x="94697" y="112512"/>
                  </a:lnTo>
                  <a:lnTo>
                    <a:pt x="187867" y="112512"/>
                  </a:lnTo>
                  <a:cubicBezTo>
                    <a:pt x="191659" y="112512"/>
                    <a:pt x="194307" y="115160"/>
                    <a:pt x="194307" y="118952"/>
                  </a:cubicBezTo>
                  <a:lnTo>
                    <a:pt x="194307" y="120085"/>
                  </a:lnTo>
                  <a:lnTo>
                    <a:pt x="186353" y="164780"/>
                  </a:lnTo>
                  <a:cubicBezTo>
                    <a:pt x="185590" y="168942"/>
                    <a:pt x="181798" y="172352"/>
                    <a:pt x="177636" y="172352"/>
                  </a:cubicBezTo>
                  <a:lnTo>
                    <a:pt x="84465" y="172352"/>
                  </a:lnTo>
                  <a:lnTo>
                    <a:pt x="78777" y="203787"/>
                  </a:lnTo>
                  <a:cubicBezTo>
                    <a:pt x="78407" y="206816"/>
                    <a:pt x="78026" y="209094"/>
                    <a:pt x="78026" y="211360"/>
                  </a:cubicBezTo>
                  <a:cubicBezTo>
                    <a:pt x="78026" y="220077"/>
                    <a:pt x="82569" y="222724"/>
                    <a:pt x="93552" y="222724"/>
                  </a:cubicBezTo>
                  <a:lnTo>
                    <a:pt x="170063" y="222724"/>
                  </a:lnTo>
                  <a:cubicBezTo>
                    <a:pt x="173855" y="222724"/>
                    <a:pt x="176491" y="225372"/>
                    <a:pt x="176491" y="229164"/>
                  </a:cubicBezTo>
                  <a:lnTo>
                    <a:pt x="176491" y="230297"/>
                  </a:lnTo>
                  <a:lnTo>
                    <a:pt x="168156" y="276506"/>
                  </a:lnTo>
                  <a:cubicBezTo>
                    <a:pt x="167393" y="281050"/>
                    <a:pt x="164364" y="283316"/>
                    <a:pt x="159450" y="284079"/>
                  </a:cubicBezTo>
                  <a:cubicBezTo>
                    <a:pt x="144675" y="285975"/>
                    <a:pt x="121576" y="288622"/>
                    <a:pt x="84835" y="288622"/>
                  </a:cubicBezTo>
                  <a:cubicBezTo>
                    <a:pt x="40522" y="288622"/>
                    <a:pt x="0" y="272714"/>
                    <a:pt x="0" y="223094"/>
                  </a:cubicBezTo>
                  <a:cubicBezTo>
                    <a:pt x="0" y="217036"/>
                    <a:pt x="763" y="210597"/>
                    <a:pt x="1896" y="203776"/>
                  </a:cubicBezTo>
                  <a:lnTo>
                    <a:pt x="22729" y="84847"/>
                  </a:lnTo>
                  <a:cubicBezTo>
                    <a:pt x="35990" y="8336"/>
                    <a:pt x="81448" y="0"/>
                    <a:pt x="134848" y="0"/>
                  </a:cubicBezTo>
                  <a:cubicBezTo>
                    <a:pt x="171578" y="0"/>
                    <a:pt x="194688" y="2647"/>
                    <a:pt x="208700" y="4544"/>
                  </a:cubicBezTo>
                  <a:cubicBezTo>
                    <a:pt x="212862" y="4913"/>
                    <a:pt x="214758" y="6809"/>
                    <a:pt x="214758" y="10602"/>
                  </a:cubicBezTo>
                  <a:lnTo>
                    <a:pt x="214758" y="1211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8354705" y="-774883"/>
              <a:ext cx="239001" cy="288622"/>
            </a:xfrm>
            <a:custGeom>
              <a:avLst/>
              <a:gdLst/>
              <a:ahLst/>
              <a:cxnLst/>
              <a:rect l="l" t="t" r="r" b="b"/>
              <a:pathLst>
                <a:path w="239001" h="288622" extrusionOk="0">
                  <a:moveTo>
                    <a:pt x="238632" y="17434"/>
                  </a:moveTo>
                  <a:lnTo>
                    <a:pt x="229915" y="65158"/>
                  </a:lnTo>
                  <a:cubicBezTo>
                    <a:pt x="229163" y="69702"/>
                    <a:pt x="227637" y="71216"/>
                    <a:pt x="223857" y="71216"/>
                  </a:cubicBezTo>
                  <a:lnTo>
                    <a:pt x="222712" y="71216"/>
                  </a:lnTo>
                  <a:cubicBezTo>
                    <a:pt x="208330" y="70453"/>
                    <a:pt x="178017" y="67806"/>
                    <a:pt x="149993" y="67806"/>
                  </a:cubicBezTo>
                  <a:cubicBezTo>
                    <a:pt x="112108" y="67806"/>
                    <a:pt x="96200" y="79170"/>
                    <a:pt x="87876" y="124617"/>
                  </a:cubicBezTo>
                  <a:lnTo>
                    <a:pt x="80673" y="164768"/>
                  </a:lnTo>
                  <a:cubicBezTo>
                    <a:pt x="79159" y="174237"/>
                    <a:pt x="78407" y="181809"/>
                    <a:pt x="78407" y="188630"/>
                  </a:cubicBezTo>
                  <a:cubicBezTo>
                    <a:pt x="78407" y="217799"/>
                    <a:pt x="92789" y="222713"/>
                    <a:pt x="106813" y="222713"/>
                  </a:cubicBezTo>
                  <a:cubicBezTo>
                    <a:pt x="114015" y="222713"/>
                    <a:pt x="121588" y="222331"/>
                    <a:pt x="128027" y="221580"/>
                  </a:cubicBezTo>
                  <a:lnTo>
                    <a:pt x="141658" y="143935"/>
                  </a:lnTo>
                  <a:cubicBezTo>
                    <a:pt x="142421" y="139773"/>
                    <a:pt x="145820" y="136363"/>
                    <a:pt x="149993" y="136363"/>
                  </a:cubicBezTo>
                  <a:lnTo>
                    <a:pt x="209833" y="136363"/>
                  </a:lnTo>
                  <a:cubicBezTo>
                    <a:pt x="213625" y="136363"/>
                    <a:pt x="216273" y="139010"/>
                    <a:pt x="216273" y="142802"/>
                  </a:cubicBezTo>
                  <a:lnTo>
                    <a:pt x="216273" y="143935"/>
                  </a:lnTo>
                  <a:lnTo>
                    <a:pt x="193925" y="270818"/>
                  </a:lnTo>
                  <a:cubicBezTo>
                    <a:pt x="192792" y="276506"/>
                    <a:pt x="190896" y="278402"/>
                    <a:pt x="184457" y="279535"/>
                  </a:cubicBezTo>
                  <a:cubicBezTo>
                    <a:pt x="161728" y="284079"/>
                    <a:pt x="131808" y="288622"/>
                    <a:pt x="95067" y="288622"/>
                  </a:cubicBezTo>
                  <a:cubicBezTo>
                    <a:pt x="52649" y="288622"/>
                    <a:pt x="0" y="263997"/>
                    <a:pt x="0" y="194307"/>
                  </a:cubicBezTo>
                  <a:cubicBezTo>
                    <a:pt x="0" y="185220"/>
                    <a:pt x="763" y="175000"/>
                    <a:pt x="2659" y="164387"/>
                  </a:cubicBezTo>
                  <a:lnTo>
                    <a:pt x="9850" y="124617"/>
                  </a:lnTo>
                  <a:cubicBezTo>
                    <a:pt x="29920" y="14394"/>
                    <a:pt x="95830" y="0"/>
                    <a:pt x="151508" y="0"/>
                  </a:cubicBezTo>
                  <a:cubicBezTo>
                    <a:pt x="190896" y="0"/>
                    <a:pt x="217799" y="6058"/>
                    <a:pt x="232574" y="10220"/>
                  </a:cubicBezTo>
                  <a:cubicBezTo>
                    <a:pt x="236354" y="11365"/>
                    <a:pt x="239002" y="12116"/>
                    <a:pt x="239002" y="15527"/>
                  </a:cubicBezTo>
                  <a:cubicBezTo>
                    <a:pt x="239002" y="15896"/>
                    <a:pt x="238632" y="16660"/>
                    <a:pt x="238632" y="17411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8050730" y="-771068"/>
              <a:ext cx="89230" cy="74418"/>
            </a:xfrm>
            <a:custGeom>
              <a:avLst/>
              <a:gdLst/>
              <a:ahLst/>
              <a:cxnLst/>
              <a:rect l="l" t="t" r="r" b="b"/>
              <a:pathLst>
                <a:path w="89230" h="74418" extrusionOk="0">
                  <a:moveTo>
                    <a:pt x="89113" y="7191"/>
                  </a:moveTo>
                  <a:cubicBezTo>
                    <a:pt x="89876" y="2278"/>
                    <a:pt x="86835" y="0"/>
                    <a:pt x="82673" y="0"/>
                  </a:cubicBezTo>
                  <a:lnTo>
                    <a:pt x="20556" y="0"/>
                  </a:lnTo>
                  <a:cubicBezTo>
                    <a:pt x="16394" y="0"/>
                    <a:pt x="12602" y="3029"/>
                    <a:pt x="11839" y="7191"/>
                  </a:cubicBezTo>
                  <a:lnTo>
                    <a:pt x="0" y="74419"/>
                  </a:lnTo>
                  <a:lnTo>
                    <a:pt x="84222" y="34949"/>
                  </a:lnTo>
                  <a:lnTo>
                    <a:pt x="89113" y="719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8015474" y="-706002"/>
              <a:ext cx="114171" cy="216319"/>
            </a:xfrm>
            <a:custGeom>
              <a:avLst/>
              <a:gdLst/>
              <a:ahLst/>
              <a:cxnLst/>
              <a:rect l="l" t="t" r="r" b="b"/>
              <a:pathLst>
                <a:path w="114171" h="216319" extrusionOk="0">
                  <a:moveTo>
                    <a:pt x="29961" y="39470"/>
                  </a:moveTo>
                  <a:lnTo>
                    <a:pt x="145" y="208747"/>
                  </a:lnTo>
                  <a:cubicBezTo>
                    <a:pt x="-618" y="212539"/>
                    <a:pt x="1660" y="216319"/>
                    <a:pt x="6203" y="216319"/>
                  </a:cubicBezTo>
                  <a:lnTo>
                    <a:pt x="68309" y="216319"/>
                  </a:lnTo>
                  <a:cubicBezTo>
                    <a:pt x="73997" y="216319"/>
                    <a:pt x="76645" y="212909"/>
                    <a:pt x="77396" y="208747"/>
                  </a:cubicBezTo>
                  <a:lnTo>
                    <a:pt x="114172" y="0"/>
                  </a:lnTo>
                  <a:lnTo>
                    <a:pt x="29950" y="3947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FERÊNCIAS">
  <p:cSld name="REFERÊNCIAS">
    <p:bg>
      <p:bgPr>
        <a:solidFill>
          <a:srgbClr val="BFBFBF"/>
        </a:solidFill>
        <a:effectLst/>
      </p:bgPr>
    </p:bg>
    <p:spTree>
      <p:nvGrpSpPr>
        <p:cNvPr id="1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14"/>
          <p:cNvGrpSpPr/>
          <p:nvPr/>
        </p:nvGrpSpPr>
        <p:grpSpPr>
          <a:xfrm>
            <a:off x="0" y="1193449"/>
            <a:ext cx="810172" cy="4471102"/>
            <a:chOff x="0" y="0"/>
            <a:chExt cx="1242481" cy="6856889"/>
          </a:xfrm>
        </p:grpSpPr>
        <p:sp>
          <p:nvSpPr>
            <p:cNvPr id="1139" name="Google Shape;1139;p14"/>
            <p:cNvSpPr/>
            <p:nvPr/>
          </p:nvSpPr>
          <p:spPr>
            <a:xfrm>
              <a:off x="0" y="0"/>
              <a:ext cx="1242481" cy="1352390"/>
            </a:xfrm>
            <a:custGeom>
              <a:avLst/>
              <a:gdLst/>
              <a:ahLst/>
              <a:cxnLst/>
              <a:rect l="l" t="t" r="r" b="b"/>
              <a:pathLst>
                <a:path w="1242481" h="1352390" extrusionOk="0">
                  <a:moveTo>
                    <a:pt x="0" y="0"/>
                  </a:moveTo>
                  <a:lnTo>
                    <a:pt x="1242481" y="0"/>
                  </a:lnTo>
                  <a:lnTo>
                    <a:pt x="1104962" y="816732"/>
                  </a:lnTo>
                  <a:lnTo>
                    <a:pt x="0" y="135239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1" y="1633462"/>
              <a:ext cx="967570" cy="5223427"/>
            </a:xfrm>
            <a:custGeom>
              <a:avLst/>
              <a:gdLst/>
              <a:ahLst/>
              <a:cxnLst/>
              <a:rect l="l" t="t" r="r" b="b"/>
              <a:pathLst>
                <a:path w="967570" h="5223427" extrusionOk="0">
                  <a:moveTo>
                    <a:pt x="967570" y="0"/>
                  </a:moveTo>
                  <a:lnTo>
                    <a:pt x="65000" y="5223427"/>
                  </a:lnTo>
                  <a:lnTo>
                    <a:pt x="0" y="5223427"/>
                  </a:lnTo>
                  <a:lnTo>
                    <a:pt x="0" y="466952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>
            <a:off x="1160516" y="1178332"/>
            <a:ext cx="1966987" cy="4446291"/>
            <a:chOff x="1160516" y="1178332"/>
            <a:chExt cx="1966987" cy="4446291"/>
          </a:xfrm>
        </p:grpSpPr>
        <p:sp>
          <p:nvSpPr>
            <p:cNvPr id="1142" name="Google Shape;1142;p14"/>
            <p:cNvSpPr/>
            <p:nvPr/>
          </p:nvSpPr>
          <p:spPr>
            <a:xfrm>
              <a:off x="1717766" y="1178332"/>
              <a:ext cx="1409737" cy="1175869"/>
            </a:xfrm>
            <a:custGeom>
              <a:avLst/>
              <a:gdLst/>
              <a:ahLst/>
              <a:cxnLst/>
              <a:rect l="l" t="t" r="r" b="b"/>
              <a:pathLst>
                <a:path w="1409737" h="1175869" extrusionOk="0">
                  <a:moveTo>
                    <a:pt x="1407892" y="113660"/>
                  </a:moveTo>
                  <a:cubicBezTo>
                    <a:pt x="1419885" y="35979"/>
                    <a:pt x="1371991" y="0"/>
                    <a:pt x="1306147" y="0"/>
                  </a:cubicBezTo>
                  <a:lnTo>
                    <a:pt x="324753" y="0"/>
                  </a:lnTo>
                  <a:cubicBezTo>
                    <a:pt x="258909" y="0"/>
                    <a:pt x="199022" y="47815"/>
                    <a:pt x="187108" y="113660"/>
                  </a:cubicBezTo>
                  <a:lnTo>
                    <a:pt x="0" y="1175869"/>
                  </a:lnTo>
                  <a:lnTo>
                    <a:pt x="1330603" y="552308"/>
                  </a:lnTo>
                  <a:lnTo>
                    <a:pt x="1407892" y="11366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1160516" y="2206600"/>
              <a:ext cx="1804058" cy="3418023"/>
            </a:xfrm>
            <a:custGeom>
              <a:avLst/>
              <a:gdLst/>
              <a:ahLst/>
              <a:cxnLst/>
              <a:rect l="l" t="t" r="r" b="b"/>
              <a:pathLst>
                <a:path w="1804058" h="3418023" extrusionOk="0">
                  <a:moveTo>
                    <a:pt x="473377" y="623561"/>
                  </a:moveTo>
                  <a:lnTo>
                    <a:pt x="2276" y="3298329"/>
                  </a:lnTo>
                  <a:cubicBezTo>
                    <a:pt x="-9717" y="3358215"/>
                    <a:pt x="26184" y="3418024"/>
                    <a:pt x="98064" y="3418024"/>
                  </a:cubicBezTo>
                  <a:lnTo>
                    <a:pt x="1079458" y="3418024"/>
                  </a:lnTo>
                  <a:cubicBezTo>
                    <a:pt x="1169210" y="3418024"/>
                    <a:pt x="1211146" y="3364173"/>
                    <a:pt x="1223139" y="3298329"/>
                  </a:cubicBezTo>
                  <a:lnTo>
                    <a:pt x="1804058" y="0"/>
                  </a:lnTo>
                  <a:lnTo>
                    <a:pt x="473377" y="623561"/>
                  </a:lnTo>
                  <a:close/>
                </a:path>
              </a:pathLst>
            </a:custGeom>
            <a:solidFill>
              <a:srgbClr val="034EA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44" name="Google Shape;1144;p14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145" name="Google Shape;1145;p14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4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149" name="Google Shape;1149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39087" y="1193449"/>
            <a:ext cx="7441328" cy="4363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4" name="Google Shape;1154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4675" y="2414594"/>
            <a:ext cx="1893121" cy="42764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5" name="Google Shape;1155;p15"/>
          <p:cNvGrpSpPr/>
          <p:nvPr/>
        </p:nvGrpSpPr>
        <p:grpSpPr>
          <a:xfrm>
            <a:off x="806450" y="5962195"/>
            <a:ext cx="959687" cy="659349"/>
            <a:chOff x="10618476" y="5819821"/>
            <a:chExt cx="1448425" cy="995135"/>
          </a:xfrm>
        </p:grpSpPr>
        <p:sp>
          <p:nvSpPr>
            <p:cNvPr id="1156" name="Google Shape;1156;p15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5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5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5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1" name="Google Shape;1191;p15"/>
          <p:cNvSpPr/>
          <p:nvPr/>
        </p:nvSpPr>
        <p:spPr>
          <a:xfrm>
            <a:off x="9224433" y="5650868"/>
            <a:ext cx="2967567" cy="459805"/>
          </a:xfrm>
          <a:custGeom>
            <a:avLst/>
            <a:gdLst/>
            <a:ahLst/>
            <a:cxnLst/>
            <a:rect l="l" t="t" r="r" b="b"/>
            <a:pathLst>
              <a:path w="3702602" h="594349" extrusionOk="0">
                <a:moveTo>
                  <a:pt x="345744" y="0"/>
                </a:moveTo>
                <a:lnTo>
                  <a:pt x="3702602" y="0"/>
                </a:lnTo>
                <a:lnTo>
                  <a:pt x="3702602" y="594349"/>
                </a:lnTo>
                <a:lnTo>
                  <a:pt x="156743" y="594349"/>
                </a:lnTo>
                <a:lnTo>
                  <a:pt x="107201" y="590819"/>
                </a:lnTo>
                <a:lnTo>
                  <a:pt x="64174" y="580989"/>
                </a:lnTo>
                <a:lnTo>
                  <a:pt x="30243" y="565999"/>
                </a:lnTo>
                <a:lnTo>
                  <a:pt x="7991" y="546989"/>
                </a:lnTo>
                <a:lnTo>
                  <a:pt x="0" y="525099"/>
                </a:lnTo>
                <a:lnTo>
                  <a:pt x="189001" y="69250"/>
                </a:lnTo>
                <a:lnTo>
                  <a:pt x="196992" y="47362"/>
                </a:lnTo>
                <a:lnTo>
                  <a:pt x="219244" y="28353"/>
                </a:lnTo>
                <a:lnTo>
                  <a:pt x="253175" y="13362"/>
                </a:lnTo>
                <a:lnTo>
                  <a:pt x="296203" y="3530"/>
                </a:lnTo>
                <a:close/>
              </a:path>
            </a:pathLst>
          </a:custGeom>
          <a:solidFill>
            <a:srgbClr val="0590CF">
              <a:alpha val="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2" name="Google Shape;1192;p15"/>
          <p:cNvSpPr txBox="1"/>
          <p:nvPr/>
        </p:nvSpPr>
        <p:spPr>
          <a:xfrm>
            <a:off x="9265378" y="5754645"/>
            <a:ext cx="282981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02/2025 | Versão 1.0</a:t>
            </a:r>
            <a:endParaRPr/>
          </a:p>
        </p:txBody>
      </p:sp>
      <p:grpSp>
        <p:nvGrpSpPr>
          <p:cNvPr id="1193" name="Google Shape;1193;p15"/>
          <p:cNvGrpSpPr/>
          <p:nvPr/>
        </p:nvGrpSpPr>
        <p:grpSpPr>
          <a:xfrm>
            <a:off x="4689550" y="921702"/>
            <a:ext cx="2812900" cy="416191"/>
            <a:chOff x="4098393" y="582107"/>
            <a:chExt cx="2812900" cy="416191"/>
          </a:xfrm>
        </p:grpSpPr>
        <p:grpSp>
          <p:nvGrpSpPr>
            <p:cNvPr id="1194" name="Google Shape;1194;p15"/>
            <p:cNvGrpSpPr/>
            <p:nvPr/>
          </p:nvGrpSpPr>
          <p:grpSpPr>
            <a:xfrm>
              <a:off x="4098393" y="582107"/>
              <a:ext cx="1118773" cy="416191"/>
              <a:chOff x="3023096" y="1029431"/>
              <a:chExt cx="1580178" cy="587836"/>
            </a:xfrm>
          </p:grpSpPr>
          <p:sp>
            <p:nvSpPr>
              <p:cNvPr id="1195" name="Google Shape;1195;p15"/>
              <p:cNvSpPr/>
              <p:nvPr/>
            </p:nvSpPr>
            <p:spPr>
              <a:xfrm>
                <a:off x="3023096" y="1029431"/>
                <a:ext cx="436554" cy="587836"/>
              </a:xfrm>
              <a:custGeom>
                <a:avLst/>
                <a:gdLst/>
                <a:ahLst/>
                <a:cxnLst/>
                <a:rect l="l" t="t" r="r" b="b"/>
                <a:pathLst>
                  <a:path w="436554" h="587836" extrusionOk="0">
                    <a:moveTo>
                      <a:pt x="436420" y="33903"/>
                    </a:moveTo>
                    <a:lnTo>
                      <a:pt x="420481" y="130345"/>
                    </a:lnTo>
                    <a:cubicBezTo>
                      <a:pt x="418996" y="138855"/>
                      <a:pt x="413187" y="144933"/>
                      <a:pt x="405218" y="144933"/>
                    </a:cubicBezTo>
                    <a:lnTo>
                      <a:pt x="403732" y="144933"/>
                    </a:lnTo>
                    <a:cubicBezTo>
                      <a:pt x="374692" y="142637"/>
                      <a:pt x="292838" y="134938"/>
                      <a:pt x="240564" y="134938"/>
                    </a:cubicBezTo>
                    <a:cubicBezTo>
                      <a:pt x="220304" y="134938"/>
                      <a:pt x="199232" y="141826"/>
                      <a:pt x="199232" y="167355"/>
                    </a:cubicBezTo>
                    <a:cubicBezTo>
                      <a:pt x="199232" y="178161"/>
                      <a:pt x="206526" y="185050"/>
                      <a:pt x="231109" y="200583"/>
                    </a:cubicBezTo>
                    <a:lnTo>
                      <a:pt x="319582" y="256098"/>
                    </a:lnTo>
                    <a:cubicBezTo>
                      <a:pt x="371720" y="288515"/>
                      <a:pt x="392116" y="330928"/>
                      <a:pt x="392116" y="384957"/>
                    </a:cubicBezTo>
                    <a:cubicBezTo>
                      <a:pt x="392116" y="529215"/>
                      <a:pt x="278250" y="587836"/>
                      <a:pt x="155063" y="587836"/>
                    </a:cubicBezTo>
                    <a:cubicBezTo>
                      <a:pt x="95631" y="587836"/>
                      <a:pt x="49166" y="579327"/>
                      <a:pt x="12292" y="567846"/>
                    </a:cubicBezTo>
                    <a:cubicBezTo>
                      <a:pt x="5808" y="565549"/>
                      <a:pt x="0" y="561632"/>
                      <a:pt x="0" y="554744"/>
                    </a:cubicBezTo>
                    <a:lnTo>
                      <a:pt x="0" y="552447"/>
                    </a:lnTo>
                    <a:lnTo>
                      <a:pt x="15263" y="457626"/>
                    </a:lnTo>
                    <a:cubicBezTo>
                      <a:pt x="16749" y="449117"/>
                      <a:pt x="23233" y="442228"/>
                      <a:pt x="31877" y="442228"/>
                    </a:cubicBezTo>
                    <a:lnTo>
                      <a:pt x="33363" y="442228"/>
                    </a:lnTo>
                    <a:cubicBezTo>
                      <a:pt x="63079" y="445335"/>
                      <a:pt x="139935" y="453844"/>
                      <a:pt x="178431" y="453844"/>
                    </a:cubicBezTo>
                    <a:cubicBezTo>
                      <a:pt x="207472" y="453844"/>
                      <a:pt x="231380" y="443038"/>
                      <a:pt x="231380" y="408325"/>
                    </a:cubicBezTo>
                    <a:cubicBezTo>
                      <a:pt x="231380" y="396709"/>
                      <a:pt x="224086" y="388334"/>
                      <a:pt x="203149" y="373611"/>
                    </a:cubicBezTo>
                    <a:lnTo>
                      <a:pt x="109679" y="308101"/>
                    </a:lnTo>
                    <a:cubicBezTo>
                      <a:pt x="67671" y="278790"/>
                      <a:pt x="47275" y="228678"/>
                      <a:pt x="47275" y="180862"/>
                    </a:cubicBezTo>
                    <a:cubicBezTo>
                      <a:pt x="47140" y="41602"/>
                      <a:pt x="149390" y="0"/>
                      <a:pt x="264607" y="0"/>
                    </a:cubicBezTo>
                    <a:cubicBezTo>
                      <a:pt x="321878" y="0"/>
                      <a:pt x="397249" y="9995"/>
                      <a:pt x="425614" y="19315"/>
                    </a:cubicBezTo>
                    <a:cubicBezTo>
                      <a:pt x="431422" y="21612"/>
                      <a:pt x="436555" y="24718"/>
                      <a:pt x="436555" y="31607"/>
                    </a:cubicBezTo>
                    <a:lnTo>
                      <a:pt x="436555" y="339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6" name="Google Shape;1196;p15"/>
              <p:cNvSpPr/>
              <p:nvPr/>
            </p:nvSpPr>
            <p:spPr>
              <a:xfrm>
                <a:off x="3903634" y="1029836"/>
                <a:ext cx="436689" cy="587431"/>
              </a:xfrm>
              <a:custGeom>
                <a:avLst/>
                <a:gdLst/>
                <a:ahLst/>
                <a:cxnLst/>
                <a:rect l="l" t="t" r="r" b="b"/>
                <a:pathLst>
                  <a:path w="436689" h="587431" extrusionOk="0">
                    <a:moveTo>
                      <a:pt x="436420" y="33498"/>
                    </a:moveTo>
                    <a:lnTo>
                      <a:pt x="420481" y="129940"/>
                    </a:lnTo>
                    <a:cubicBezTo>
                      <a:pt x="418995" y="138450"/>
                      <a:pt x="413187" y="144528"/>
                      <a:pt x="405218" y="144528"/>
                    </a:cubicBezTo>
                    <a:lnTo>
                      <a:pt x="403732" y="144528"/>
                    </a:lnTo>
                    <a:cubicBezTo>
                      <a:pt x="374692" y="142232"/>
                      <a:pt x="292838" y="134532"/>
                      <a:pt x="240564" y="134532"/>
                    </a:cubicBezTo>
                    <a:cubicBezTo>
                      <a:pt x="220304" y="134532"/>
                      <a:pt x="199232" y="141421"/>
                      <a:pt x="199232" y="166950"/>
                    </a:cubicBezTo>
                    <a:cubicBezTo>
                      <a:pt x="199232" y="177756"/>
                      <a:pt x="206526" y="184644"/>
                      <a:pt x="231109" y="200178"/>
                    </a:cubicBezTo>
                    <a:lnTo>
                      <a:pt x="319582" y="255693"/>
                    </a:lnTo>
                    <a:cubicBezTo>
                      <a:pt x="371720" y="288110"/>
                      <a:pt x="392116" y="330523"/>
                      <a:pt x="392116" y="384552"/>
                    </a:cubicBezTo>
                    <a:cubicBezTo>
                      <a:pt x="392116" y="528810"/>
                      <a:pt x="278250" y="587431"/>
                      <a:pt x="155063" y="587431"/>
                    </a:cubicBezTo>
                    <a:cubicBezTo>
                      <a:pt x="95631" y="587431"/>
                      <a:pt x="49166" y="578922"/>
                      <a:pt x="12292" y="567440"/>
                    </a:cubicBezTo>
                    <a:cubicBezTo>
                      <a:pt x="5808" y="565144"/>
                      <a:pt x="0" y="561227"/>
                      <a:pt x="0" y="554338"/>
                    </a:cubicBezTo>
                    <a:lnTo>
                      <a:pt x="0" y="552042"/>
                    </a:lnTo>
                    <a:lnTo>
                      <a:pt x="15263" y="457221"/>
                    </a:lnTo>
                    <a:cubicBezTo>
                      <a:pt x="16749" y="448712"/>
                      <a:pt x="23233" y="441823"/>
                      <a:pt x="31877" y="441823"/>
                    </a:cubicBezTo>
                    <a:lnTo>
                      <a:pt x="33363" y="441823"/>
                    </a:lnTo>
                    <a:cubicBezTo>
                      <a:pt x="63079" y="444930"/>
                      <a:pt x="139935" y="453439"/>
                      <a:pt x="178431" y="453439"/>
                    </a:cubicBezTo>
                    <a:cubicBezTo>
                      <a:pt x="207472" y="453439"/>
                      <a:pt x="231380" y="442633"/>
                      <a:pt x="231380" y="407920"/>
                    </a:cubicBezTo>
                    <a:cubicBezTo>
                      <a:pt x="231380" y="396303"/>
                      <a:pt x="224086" y="387929"/>
                      <a:pt x="203149" y="373206"/>
                    </a:cubicBezTo>
                    <a:lnTo>
                      <a:pt x="109679" y="307696"/>
                    </a:lnTo>
                    <a:cubicBezTo>
                      <a:pt x="67671" y="278385"/>
                      <a:pt x="47275" y="228273"/>
                      <a:pt x="47275" y="180457"/>
                    </a:cubicBezTo>
                    <a:cubicBezTo>
                      <a:pt x="47275" y="41602"/>
                      <a:pt x="149525" y="0"/>
                      <a:pt x="264742" y="0"/>
                    </a:cubicBezTo>
                    <a:cubicBezTo>
                      <a:pt x="322013" y="0"/>
                      <a:pt x="397384" y="9995"/>
                      <a:pt x="425749" y="19315"/>
                    </a:cubicBezTo>
                    <a:cubicBezTo>
                      <a:pt x="431557" y="21612"/>
                      <a:pt x="436690" y="24718"/>
                      <a:pt x="436690" y="31607"/>
                    </a:cubicBezTo>
                    <a:lnTo>
                      <a:pt x="436690" y="339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7" name="Google Shape;1197;p15"/>
              <p:cNvSpPr/>
              <p:nvPr/>
            </p:nvSpPr>
            <p:spPr>
              <a:xfrm>
                <a:off x="3478966" y="1029566"/>
                <a:ext cx="411296" cy="587701"/>
              </a:xfrm>
              <a:custGeom>
                <a:avLst/>
                <a:gdLst/>
                <a:ahLst/>
                <a:cxnLst/>
                <a:rect l="l" t="t" r="r" b="b"/>
                <a:pathLst>
                  <a:path w="411296" h="587701" extrusionOk="0">
                    <a:moveTo>
                      <a:pt x="411296" y="24583"/>
                    </a:moveTo>
                    <a:lnTo>
                      <a:pt x="396033" y="118729"/>
                    </a:lnTo>
                    <a:cubicBezTo>
                      <a:pt x="394547" y="127238"/>
                      <a:pt x="386578" y="134127"/>
                      <a:pt x="378609" y="134127"/>
                    </a:cubicBezTo>
                    <a:lnTo>
                      <a:pt x="232190" y="134127"/>
                    </a:lnTo>
                    <a:cubicBezTo>
                      <a:pt x="206121" y="134127"/>
                      <a:pt x="195990" y="143447"/>
                      <a:pt x="190858" y="172758"/>
                    </a:cubicBezTo>
                    <a:lnTo>
                      <a:pt x="181403" y="229083"/>
                    </a:lnTo>
                    <a:lnTo>
                      <a:pt x="359699" y="229083"/>
                    </a:lnTo>
                    <a:cubicBezTo>
                      <a:pt x="366993" y="229083"/>
                      <a:pt x="371990" y="234486"/>
                      <a:pt x="371990" y="242185"/>
                    </a:cubicBezTo>
                    <a:lnTo>
                      <a:pt x="371990" y="244482"/>
                    </a:lnTo>
                    <a:lnTo>
                      <a:pt x="356727" y="335521"/>
                    </a:lnTo>
                    <a:cubicBezTo>
                      <a:pt x="355241" y="344030"/>
                      <a:pt x="348082" y="350919"/>
                      <a:pt x="340113" y="350919"/>
                    </a:cubicBezTo>
                    <a:lnTo>
                      <a:pt x="161817" y="350919"/>
                    </a:lnTo>
                    <a:lnTo>
                      <a:pt x="150876" y="414943"/>
                    </a:lnTo>
                    <a:cubicBezTo>
                      <a:pt x="150201" y="421157"/>
                      <a:pt x="149390" y="425749"/>
                      <a:pt x="149390" y="430342"/>
                    </a:cubicBezTo>
                    <a:cubicBezTo>
                      <a:pt x="149390" y="448036"/>
                      <a:pt x="158035" y="453439"/>
                      <a:pt x="179106" y="453439"/>
                    </a:cubicBezTo>
                    <a:lnTo>
                      <a:pt x="325525" y="453439"/>
                    </a:lnTo>
                    <a:cubicBezTo>
                      <a:pt x="332819" y="453439"/>
                      <a:pt x="337817" y="458842"/>
                      <a:pt x="337817" y="466541"/>
                    </a:cubicBezTo>
                    <a:lnTo>
                      <a:pt x="337817" y="468837"/>
                    </a:lnTo>
                    <a:lnTo>
                      <a:pt x="321878" y="562983"/>
                    </a:lnTo>
                    <a:cubicBezTo>
                      <a:pt x="320392" y="572303"/>
                      <a:pt x="314584" y="576896"/>
                      <a:pt x="305129" y="578381"/>
                    </a:cubicBezTo>
                    <a:cubicBezTo>
                      <a:pt x="276899" y="582298"/>
                      <a:pt x="232595" y="587701"/>
                      <a:pt x="162357" y="587701"/>
                    </a:cubicBezTo>
                    <a:cubicBezTo>
                      <a:pt x="77532" y="587701"/>
                      <a:pt x="0" y="555284"/>
                      <a:pt x="0" y="454250"/>
                    </a:cubicBezTo>
                    <a:cubicBezTo>
                      <a:pt x="0" y="441958"/>
                      <a:pt x="1486" y="428856"/>
                      <a:pt x="3647" y="414943"/>
                    </a:cubicBezTo>
                    <a:lnTo>
                      <a:pt x="43493" y="172758"/>
                    </a:lnTo>
                    <a:cubicBezTo>
                      <a:pt x="68887" y="16884"/>
                      <a:pt x="155874" y="0"/>
                      <a:pt x="258124" y="0"/>
                    </a:cubicBezTo>
                    <a:cubicBezTo>
                      <a:pt x="328497" y="0"/>
                      <a:pt x="372666" y="5403"/>
                      <a:pt x="399545" y="9185"/>
                    </a:cubicBezTo>
                    <a:cubicBezTo>
                      <a:pt x="407514" y="9995"/>
                      <a:pt x="411161" y="13777"/>
                      <a:pt x="411161" y="21477"/>
                    </a:cubicBezTo>
                    <a:lnTo>
                      <a:pt x="411161" y="2458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98" name="Google Shape;1198;p15"/>
              <p:cNvGrpSpPr/>
              <p:nvPr/>
            </p:nvGrpSpPr>
            <p:grpSpPr>
              <a:xfrm>
                <a:off x="4364890" y="1037130"/>
                <a:ext cx="238384" cy="573113"/>
                <a:chOff x="4364890" y="1037130"/>
                <a:chExt cx="238384" cy="573113"/>
              </a:xfrm>
            </p:grpSpPr>
            <p:sp>
              <p:nvSpPr>
                <p:cNvPr id="1199" name="Google Shape;1199;p15"/>
                <p:cNvSpPr/>
                <p:nvPr/>
              </p:nvSpPr>
              <p:spPr>
                <a:xfrm>
                  <a:off x="4364890" y="1157509"/>
                  <a:ext cx="220212" cy="452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12" h="452734" extrusionOk="0">
                      <a:moveTo>
                        <a:pt x="62151" y="80474"/>
                      </a:moveTo>
                      <a:cubicBezTo>
                        <a:pt x="60260" y="81420"/>
                        <a:pt x="58909" y="83311"/>
                        <a:pt x="58504" y="85472"/>
                      </a:cubicBezTo>
                      <a:lnTo>
                        <a:pt x="288" y="437336"/>
                      </a:lnTo>
                      <a:cubicBezTo>
                        <a:pt x="-1198" y="445036"/>
                        <a:pt x="3124" y="452735"/>
                        <a:pt x="11904" y="452735"/>
                      </a:cubicBezTo>
                      <a:lnTo>
                        <a:pt x="130768" y="452735"/>
                      </a:lnTo>
                      <a:cubicBezTo>
                        <a:pt x="141574" y="452735"/>
                        <a:pt x="146707" y="445846"/>
                        <a:pt x="148193" y="437336"/>
                      </a:cubicBezTo>
                      <a:lnTo>
                        <a:pt x="220186" y="2537"/>
                      </a:lnTo>
                      <a:cubicBezTo>
                        <a:pt x="220457" y="781"/>
                        <a:pt x="218565" y="-569"/>
                        <a:pt x="217080" y="241"/>
                      </a:cubicBezTo>
                      <a:lnTo>
                        <a:pt x="62286" y="8047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0" name="Google Shape;1200;p15"/>
                <p:cNvSpPr/>
                <p:nvPr/>
              </p:nvSpPr>
              <p:spPr>
                <a:xfrm>
                  <a:off x="4435146" y="1037130"/>
                  <a:ext cx="168128" cy="135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28" h="135477" extrusionOk="0">
                      <a:moveTo>
                        <a:pt x="155469" y="0"/>
                      </a:moveTo>
                      <a:lnTo>
                        <a:pt x="36605" y="0"/>
                      </a:lnTo>
                      <a:cubicBezTo>
                        <a:pt x="28635" y="0"/>
                        <a:pt x="21342" y="6213"/>
                        <a:pt x="19991" y="14588"/>
                      </a:cubicBezTo>
                      <a:lnTo>
                        <a:pt x="0" y="135478"/>
                      </a:lnTo>
                      <a:lnTo>
                        <a:pt x="150876" y="60378"/>
                      </a:lnTo>
                      <a:cubicBezTo>
                        <a:pt x="157360" y="57136"/>
                        <a:pt x="161952" y="51057"/>
                        <a:pt x="163033" y="43899"/>
                      </a:cubicBezTo>
                      <a:lnTo>
                        <a:pt x="167895" y="14588"/>
                      </a:lnTo>
                      <a:cubicBezTo>
                        <a:pt x="169381" y="4592"/>
                        <a:pt x="163573" y="0"/>
                        <a:pt x="1556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201" name="Google Shape;1201;p15"/>
            <p:cNvGrpSpPr/>
            <p:nvPr/>
          </p:nvGrpSpPr>
          <p:grpSpPr>
            <a:xfrm>
              <a:off x="5392584" y="582202"/>
              <a:ext cx="1518709" cy="416095"/>
              <a:chOff x="4851034" y="1029566"/>
              <a:chExt cx="2145053" cy="587701"/>
            </a:xfrm>
          </p:grpSpPr>
          <p:grpSp>
            <p:nvGrpSpPr>
              <p:cNvPr id="1202" name="Google Shape;1202;p15"/>
              <p:cNvGrpSpPr/>
              <p:nvPr/>
            </p:nvGrpSpPr>
            <p:grpSpPr>
              <a:xfrm>
                <a:off x="4851034" y="1029566"/>
                <a:ext cx="1845228" cy="587701"/>
                <a:chOff x="4851034" y="1029566"/>
                <a:chExt cx="1845228" cy="587701"/>
              </a:xfrm>
            </p:grpSpPr>
            <p:sp>
              <p:nvSpPr>
                <p:cNvPr id="1203" name="Google Shape;1203;p15"/>
                <p:cNvSpPr/>
                <p:nvPr/>
              </p:nvSpPr>
              <p:spPr>
                <a:xfrm>
                  <a:off x="4851034" y="1029836"/>
                  <a:ext cx="436690" cy="587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90" h="587431" extrusionOk="0">
                      <a:moveTo>
                        <a:pt x="436420" y="33498"/>
                      </a:moveTo>
                      <a:lnTo>
                        <a:pt x="420481" y="129940"/>
                      </a:lnTo>
                      <a:cubicBezTo>
                        <a:pt x="418996" y="138450"/>
                        <a:pt x="413187" y="144528"/>
                        <a:pt x="405218" y="144528"/>
                      </a:cubicBezTo>
                      <a:lnTo>
                        <a:pt x="403732" y="144528"/>
                      </a:lnTo>
                      <a:cubicBezTo>
                        <a:pt x="374692" y="142232"/>
                        <a:pt x="292838" y="134532"/>
                        <a:pt x="240564" y="134532"/>
                      </a:cubicBezTo>
                      <a:cubicBezTo>
                        <a:pt x="220304" y="134532"/>
                        <a:pt x="199232" y="141421"/>
                        <a:pt x="199232" y="166950"/>
                      </a:cubicBezTo>
                      <a:cubicBezTo>
                        <a:pt x="199232" y="177756"/>
                        <a:pt x="206526" y="184644"/>
                        <a:pt x="231109" y="200178"/>
                      </a:cubicBezTo>
                      <a:lnTo>
                        <a:pt x="319582" y="255693"/>
                      </a:lnTo>
                      <a:cubicBezTo>
                        <a:pt x="371720" y="288110"/>
                        <a:pt x="392116" y="330523"/>
                        <a:pt x="392116" y="384552"/>
                      </a:cubicBezTo>
                      <a:cubicBezTo>
                        <a:pt x="392116" y="528810"/>
                        <a:pt x="278250" y="587431"/>
                        <a:pt x="155063" y="587431"/>
                      </a:cubicBezTo>
                      <a:cubicBezTo>
                        <a:pt x="95632" y="587431"/>
                        <a:pt x="49166" y="578922"/>
                        <a:pt x="12292" y="567440"/>
                      </a:cubicBezTo>
                      <a:cubicBezTo>
                        <a:pt x="5808" y="565144"/>
                        <a:pt x="0" y="561227"/>
                        <a:pt x="0" y="554338"/>
                      </a:cubicBezTo>
                      <a:lnTo>
                        <a:pt x="0" y="552042"/>
                      </a:lnTo>
                      <a:lnTo>
                        <a:pt x="15263" y="457221"/>
                      </a:lnTo>
                      <a:cubicBezTo>
                        <a:pt x="16749" y="448712"/>
                        <a:pt x="23233" y="441823"/>
                        <a:pt x="31877" y="441823"/>
                      </a:cubicBezTo>
                      <a:lnTo>
                        <a:pt x="33363" y="441823"/>
                      </a:lnTo>
                      <a:cubicBezTo>
                        <a:pt x="63079" y="444930"/>
                        <a:pt x="139935" y="453439"/>
                        <a:pt x="178431" y="453439"/>
                      </a:cubicBezTo>
                      <a:cubicBezTo>
                        <a:pt x="207472" y="453439"/>
                        <a:pt x="231380" y="442633"/>
                        <a:pt x="231380" y="407920"/>
                      </a:cubicBezTo>
                      <a:cubicBezTo>
                        <a:pt x="231380" y="396303"/>
                        <a:pt x="224086" y="387929"/>
                        <a:pt x="203149" y="373206"/>
                      </a:cubicBezTo>
                      <a:lnTo>
                        <a:pt x="109679" y="307696"/>
                      </a:lnTo>
                      <a:cubicBezTo>
                        <a:pt x="67671" y="278385"/>
                        <a:pt x="47275" y="228273"/>
                        <a:pt x="47275" y="180457"/>
                      </a:cubicBezTo>
                      <a:cubicBezTo>
                        <a:pt x="47275" y="41602"/>
                        <a:pt x="149525" y="0"/>
                        <a:pt x="264742" y="0"/>
                      </a:cubicBezTo>
                      <a:cubicBezTo>
                        <a:pt x="322013" y="0"/>
                        <a:pt x="397384" y="9995"/>
                        <a:pt x="425749" y="19315"/>
                      </a:cubicBezTo>
                      <a:cubicBezTo>
                        <a:pt x="431557" y="21612"/>
                        <a:pt x="436690" y="24718"/>
                        <a:pt x="436690" y="31607"/>
                      </a:cubicBezTo>
                      <a:lnTo>
                        <a:pt x="436690" y="339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4" name="Google Shape;1204;p15"/>
                <p:cNvSpPr/>
                <p:nvPr/>
              </p:nvSpPr>
              <p:spPr>
                <a:xfrm>
                  <a:off x="5306905" y="1029566"/>
                  <a:ext cx="411296" cy="587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96" h="587701" extrusionOk="0">
                      <a:moveTo>
                        <a:pt x="411296" y="24583"/>
                      </a:moveTo>
                      <a:lnTo>
                        <a:pt x="396033" y="118729"/>
                      </a:lnTo>
                      <a:cubicBezTo>
                        <a:pt x="394547" y="127238"/>
                        <a:pt x="386578" y="134127"/>
                        <a:pt x="378609" y="134127"/>
                      </a:cubicBezTo>
                      <a:lnTo>
                        <a:pt x="232190" y="134127"/>
                      </a:lnTo>
                      <a:cubicBezTo>
                        <a:pt x="206121" y="134127"/>
                        <a:pt x="195990" y="143447"/>
                        <a:pt x="190858" y="172758"/>
                      </a:cubicBezTo>
                      <a:lnTo>
                        <a:pt x="181403" y="229083"/>
                      </a:lnTo>
                      <a:lnTo>
                        <a:pt x="359699" y="229083"/>
                      </a:lnTo>
                      <a:cubicBezTo>
                        <a:pt x="366993" y="229083"/>
                        <a:pt x="371990" y="234486"/>
                        <a:pt x="371990" y="242185"/>
                      </a:cubicBezTo>
                      <a:lnTo>
                        <a:pt x="371990" y="244482"/>
                      </a:lnTo>
                      <a:lnTo>
                        <a:pt x="356727" y="335521"/>
                      </a:lnTo>
                      <a:cubicBezTo>
                        <a:pt x="355241" y="344030"/>
                        <a:pt x="348082" y="350919"/>
                        <a:pt x="340113" y="350919"/>
                      </a:cubicBezTo>
                      <a:lnTo>
                        <a:pt x="161817" y="350919"/>
                      </a:lnTo>
                      <a:lnTo>
                        <a:pt x="150876" y="414943"/>
                      </a:lnTo>
                      <a:cubicBezTo>
                        <a:pt x="150201" y="421157"/>
                        <a:pt x="149390" y="425749"/>
                        <a:pt x="149390" y="430342"/>
                      </a:cubicBezTo>
                      <a:cubicBezTo>
                        <a:pt x="149390" y="448036"/>
                        <a:pt x="158035" y="453439"/>
                        <a:pt x="179106" y="453439"/>
                      </a:cubicBezTo>
                      <a:lnTo>
                        <a:pt x="325525" y="453439"/>
                      </a:lnTo>
                      <a:cubicBezTo>
                        <a:pt x="332819" y="453439"/>
                        <a:pt x="337817" y="458842"/>
                        <a:pt x="337817" y="466541"/>
                      </a:cubicBezTo>
                      <a:lnTo>
                        <a:pt x="337817" y="468837"/>
                      </a:lnTo>
                      <a:lnTo>
                        <a:pt x="321878" y="562983"/>
                      </a:lnTo>
                      <a:cubicBezTo>
                        <a:pt x="320392" y="572303"/>
                        <a:pt x="314584" y="576896"/>
                        <a:pt x="305129" y="578381"/>
                      </a:cubicBezTo>
                      <a:cubicBezTo>
                        <a:pt x="276899" y="582298"/>
                        <a:pt x="232595" y="587701"/>
                        <a:pt x="162357" y="587701"/>
                      </a:cubicBezTo>
                      <a:cubicBezTo>
                        <a:pt x="77532" y="587701"/>
                        <a:pt x="0" y="555284"/>
                        <a:pt x="0" y="454250"/>
                      </a:cubicBezTo>
                      <a:cubicBezTo>
                        <a:pt x="0" y="441958"/>
                        <a:pt x="1486" y="428856"/>
                        <a:pt x="3647" y="414943"/>
                      </a:cubicBezTo>
                      <a:lnTo>
                        <a:pt x="43493" y="172758"/>
                      </a:lnTo>
                      <a:cubicBezTo>
                        <a:pt x="68887" y="16884"/>
                        <a:pt x="155874" y="0"/>
                        <a:pt x="258124" y="0"/>
                      </a:cubicBezTo>
                      <a:cubicBezTo>
                        <a:pt x="328497" y="0"/>
                        <a:pt x="372666" y="5403"/>
                        <a:pt x="399545" y="9185"/>
                      </a:cubicBezTo>
                      <a:cubicBezTo>
                        <a:pt x="407514" y="9995"/>
                        <a:pt x="411161" y="13777"/>
                        <a:pt x="411161" y="21477"/>
                      </a:cubicBezTo>
                      <a:lnTo>
                        <a:pt x="411161" y="2458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5" name="Google Shape;1205;p15"/>
                <p:cNvSpPr/>
                <p:nvPr/>
              </p:nvSpPr>
              <p:spPr>
                <a:xfrm>
                  <a:off x="5715365" y="1036995"/>
                  <a:ext cx="535968" cy="573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968" h="573248" extrusionOk="0">
                      <a:moveTo>
                        <a:pt x="535698" y="15533"/>
                      </a:moveTo>
                      <a:lnTo>
                        <a:pt x="448711" y="544748"/>
                      </a:lnTo>
                      <a:cubicBezTo>
                        <a:pt x="445875" y="560147"/>
                        <a:pt x="431287" y="573249"/>
                        <a:pt x="416834" y="573249"/>
                      </a:cubicBezTo>
                      <a:lnTo>
                        <a:pt x="326876" y="573249"/>
                      </a:lnTo>
                      <a:cubicBezTo>
                        <a:pt x="313774" y="573249"/>
                        <a:pt x="305805" y="567035"/>
                        <a:pt x="299996" y="552447"/>
                      </a:cubicBezTo>
                      <a:lnTo>
                        <a:pt x="192749" y="294053"/>
                      </a:lnTo>
                      <a:cubicBezTo>
                        <a:pt x="190587" y="288650"/>
                        <a:pt x="188426" y="287840"/>
                        <a:pt x="186265" y="287840"/>
                      </a:cubicBezTo>
                      <a:cubicBezTo>
                        <a:pt x="184104" y="287840"/>
                        <a:pt x="182618" y="289326"/>
                        <a:pt x="181943" y="294729"/>
                      </a:cubicBezTo>
                      <a:lnTo>
                        <a:pt x="138450" y="557715"/>
                      </a:lnTo>
                      <a:cubicBezTo>
                        <a:pt x="136964" y="566225"/>
                        <a:pt x="128994" y="573114"/>
                        <a:pt x="121025" y="573114"/>
                      </a:cubicBezTo>
                      <a:lnTo>
                        <a:pt x="12291" y="573114"/>
                      </a:lnTo>
                      <a:cubicBezTo>
                        <a:pt x="4998" y="573114"/>
                        <a:pt x="0" y="567711"/>
                        <a:pt x="0" y="560011"/>
                      </a:cubicBezTo>
                      <a:lnTo>
                        <a:pt x="0" y="557715"/>
                      </a:lnTo>
                      <a:lnTo>
                        <a:pt x="86987" y="28500"/>
                      </a:lnTo>
                      <a:cubicBezTo>
                        <a:pt x="89823" y="13102"/>
                        <a:pt x="104411" y="0"/>
                        <a:pt x="118864" y="0"/>
                      </a:cubicBezTo>
                      <a:lnTo>
                        <a:pt x="207336" y="0"/>
                      </a:lnTo>
                      <a:cubicBezTo>
                        <a:pt x="221114" y="0"/>
                        <a:pt x="226922" y="9320"/>
                        <a:pt x="232730" y="22422"/>
                      </a:cubicBezTo>
                      <a:lnTo>
                        <a:pt x="342950" y="288515"/>
                      </a:lnTo>
                      <a:cubicBezTo>
                        <a:pt x="345111" y="293918"/>
                        <a:pt x="345786" y="295404"/>
                        <a:pt x="348082" y="295404"/>
                      </a:cubicBezTo>
                      <a:cubicBezTo>
                        <a:pt x="350378" y="295404"/>
                        <a:pt x="352405" y="294594"/>
                        <a:pt x="353215" y="288515"/>
                      </a:cubicBezTo>
                      <a:lnTo>
                        <a:pt x="398194" y="15398"/>
                      </a:lnTo>
                      <a:cubicBezTo>
                        <a:pt x="399680" y="6889"/>
                        <a:pt x="407649" y="0"/>
                        <a:pt x="415619" y="0"/>
                      </a:cubicBezTo>
                      <a:lnTo>
                        <a:pt x="524352" y="0"/>
                      </a:lnTo>
                      <a:cubicBezTo>
                        <a:pt x="531646" y="0"/>
                        <a:pt x="535968" y="5403"/>
                        <a:pt x="535968" y="12292"/>
                      </a:cubicBezTo>
                      <a:lnTo>
                        <a:pt x="535968" y="1539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6" name="Google Shape;1206;p15"/>
                <p:cNvSpPr/>
                <p:nvPr/>
              </p:nvSpPr>
              <p:spPr>
                <a:xfrm>
                  <a:off x="6222022" y="1030107"/>
                  <a:ext cx="474240" cy="580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240" h="580137" extrusionOk="0">
                      <a:moveTo>
                        <a:pt x="460463" y="580137"/>
                      </a:moveTo>
                      <a:lnTo>
                        <a:pt x="337142" y="580137"/>
                      </a:lnTo>
                      <a:cubicBezTo>
                        <a:pt x="329848" y="580137"/>
                        <a:pt x="324850" y="573249"/>
                        <a:pt x="324850" y="565549"/>
                      </a:cubicBezTo>
                      <a:lnTo>
                        <a:pt x="322689" y="458302"/>
                      </a:lnTo>
                      <a:lnTo>
                        <a:pt x="193559" y="458302"/>
                      </a:lnTo>
                      <a:lnTo>
                        <a:pt x="155199" y="565549"/>
                      </a:lnTo>
                      <a:cubicBezTo>
                        <a:pt x="152362" y="573249"/>
                        <a:pt x="145743" y="580137"/>
                        <a:pt x="138450" y="580137"/>
                      </a:cubicBezTo>
                      <a:lnTo>
                        <a:pt x="10130" y="580137"/>
                      </a:lnTo>
                      <a:cubicBezTo>
                        <a:pt x="3647" y="580137"/>
                        <a:pt x="0" y="576220"/>
                        <a:pt x="0" y="570142"/>
                      </a:cubicBezTo>
                      <a:cubicBezTo>
                        <a:pt x="0" y="568656"/>
                        <a:pt x="675" y="566225"/>
                        <a:pt x="1486" y="563929"/>
                      </a:cubicBezTo>
                      <a:lnTo>
                        <a:pt x="176945" y="91849"/>
                      </a:lnTo>
                      <a:cubicBezTo>
                        <a:pt x="205175" y="15533"/>
                        <a:pt x="262446" y="0"/>
                        <a:pt x="331333" y="0"/>
                      </a:cubicBezTo>
                      <a:cubicBezTo>
                        <a:pt x="400220" y="0"/>
                        <a:pt x="452359" y="15398"/>
                        <a:pt x="455330" y="91849"/>
                      </a:cubicBezTo>
                      <a:lnTo>
                        <a:pt x="474240" y="563929"/>
                      </a:lnTo>
                      <a:lnTo>
                        <a:pt x="474240" y="564739"/>
                      </a:lnTo>
                      <a:cubicBezTo>
                        <a:pt x="474240" y="573249"/>
                        <a:pt x="468432" y="580137"/>
                        <a:pt x="460463" y="580137"/>
                      </a:cubicBezTo>
                      <a:close/>
                      <a:moveTo>
                        <a:pt x="319177" y="138990"/>
                      </a:moveTo>
                      <a:cubicBezTo>
                        <a:pt x="319177" y="132101"/>
                        <a:pt x="319177" y="128184"/>
                        <a:pt x="312693" y="128184"/>
                      </a:cubicBezTo>
                      <a:cubicBezTo>
                        <a:pt x="306210" y="128184"/>
                        <a:pt x="305399" y="132101"/>
                        <a:pt x="303238" y="138990"/>
                      </a:cubicBezTo>
                      <a:lnTo>
                        <a:pt x="235026" y="334980"/>
                      </a:lnTo>
                      <a:lnTo>
                        <a:pt x="322013" y="334980"/>
                      </a:lnTo>
                      <a:lnTo>
                        <a:pt x="319177" y="13899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07" name="Google Shape;1207;p15"/>
              <p:cNvSpPr/>
              <p:nvPr/>
            </p:nvSpPr>
            <p:spPr>
              <a:xfrm>
                <a:off x="6757703" y="1157509"/>
                <a:ext cx="220212" cy="452734"/>
              </a:xfrm>
              <a:custGeom>
                <a:avLst/>
                <a:gdLst/>
                <a:ahLst/>
                <a:cxnLst/>
                <a:rect l="l" t="t" r="r" b="b"/>
                <a:pathLst>
                  <a:path w="220212" h="452734" extrusionOk="0">
                    <a:moveTo>
                      <a:pt x="62151" y="80474"/>
                    </a:moveTo>
                    <a:cubicBezTo>
                      <a:pt x="60260" y="81420"/>
                      <a:pt x="58910" y="83311"/>
                      <a:pt x="58504" y="85472"/>
                    </a:cubicBezTo>
                    <a:lnTo>
                      <a:pt x="288" y="437336"/>
                    </a:lnTo>
                    <a:cubicBezTo>
                      <a:pt x="-1198" y="445036"/>
                      <a:pt x="3124" y="452735"/>
                      <a:pt x="11904" y="452735"/>
                    </a:cubicBezTo>
                    <a:lnTo>
                      <a:pt x="130768" y="452735"/>
                    </a:lnTo>
                    <a:cubicBezTo>
                      <a:pt x="141574" y="452735"/>
                      <a:pt x="146707" y="445846"/>
                      <a:pt x="148192" y="437336"/>
                    </a:cubicBezTo>
                    <a:lnTo>
                      <a:pt x="220186" y="2537"/>
                    </a:lnTo>
                    <a:cubicBezTo>
                      <a:pt x="220456" y="781"/>
                      <a:pt x="218566" y="-569"/>
                      <a:pt x="217080" y="241"/>
                    </a:cubicBezTo>
                    <a:lnTo>
                      <a:pt x="62286" y="8047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8" name="Google Shape;1208;p15"/>
              <p:cNvSpPr/>
              <p:nvPr/>
            </p:nvSpPr>
            <p:spPr>
              <a:xfrm>
                <a:off x="6827959" y="1037130"/>
                <a:ext cx="168128" cy="135477"/>
              </a:xfrm>
              <a:custGeom>
                <a:avLst/>
                <a:gdLst/>
                <a:ahLst/>
                <a:cxnLst/>
                <a:rect l="l" t="t" r="r" b="b"/>
                <a:pathLst>
                  <a:path w="168128" h="135477" extrusionOk="0">
                    <a:moveTo>
                      <a:pt x="155469" y="0"/>
                    </a:moveTo>
                    <a:lnTo>
                      <a:pt x="36605" y="0"/>
                    </a:lnTo>
                    <a:cubicBezTo>
                      <a:pt x="28635" y="0"/>
                      <a:pt x="21341" y="6213"/>
                      <a:pt x="19991" y="14588"/>
                    </a:cubicBezTo>
                    <a:lnTo>
                      <a:pt x="0" y="135478"/>
                    </a:lnTo>
                    <a:lnTo>
                      <a:pt x="150876" y="60378"/>
                    </a:lnTo>
                    <a:cubicBezTo>
                      <a:pt x="157360" y="57136"/>
                      <a:pt x="161952" y="51057"/>
                      <a:pt x="163033" y="43899"/>
                    </a:cubicBezTo>
                    <a:lnTo>
                      <a:pt x="167895" y="14588"/>
                    </a:lnTo>
                    <a:cubicBezTo>
                      <a:pt x="169381" y="4592"/>
                      <a:pt x="163573" y="0"/>
                      <a:pt x="1556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09" name="Google Shape;1209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205" y="133350"/>
            <a:ext cx="1606455" cy="6648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0" name="Google Shape;1210;p15"/>
          <p:cNvGrpSpPr/>
          <p:nvPr/>
        </p:nvGrpSpPr>
        <p:grpSpPr>
          <a:xfrm rot="10800000">
            <a:off x="10903216" y="283108"/>
            <a:ext cx="959687" cy="659349"/>
            <a:chOff x="10618476" y="5819821"/>
            <a:chExt cx="1448425" cy="995135"/>
          </a:xfrm>
        </p:grpSpPr>
        <p:sp>
          <p:nvSpPr>
            <p:cNvPr id="1211" name="Google Shape;1211;p15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15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15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15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15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15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15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15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15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15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15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15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15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0" name="Google Shape;1230;p15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1" name="Google Shape;1231;p15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15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15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15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15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15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15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15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15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15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15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15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15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15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15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6" name="Google Shape;1246;p15"/>
          <p:cNvSpPr txBox="1"/>
          <p:nvPr/>
        </p:nvSpPr>
        <p:spPr>
          <a:xfrm>
            <a:off x="1949935" y="2414594"/>
            <a:ext cx="8890024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 b="1" i="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Bancos de Dados de Chave-Valor </a:t>
            </a:r>
            <a:endParaRPr lang="pt-BR" dirty="0"/>
          </a:p>
        </p:txBody>
      </p:sp>
      <p:sp>
        <p:nvSpPr>
          <p:cNvPr id="1247" name="Google Shape;1247;p15"/>
          <p:cNvSpPr txBox="1"/>
          <p:nvPr/>
        </p:nvSpPr>
        <p:spPr>
          <a:xfrm>
            <a:off x="1949935" y="4257908"/>
            <a:ext cx="8890024" cy="12464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Prof. Mestre: Willgnner Ferreira Santos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Disciplina: </a:t>
            </a:r>
            <a:r>
              <a:rPr lang="pt-BR" sz="25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Banco de Dados Não-Relacionais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i="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Curso: Tecnologia em Inteligência Artificial</a:t>
            </a:r>
            <a:endParaRPr/>
          </a:p>
        </p:txBody>
      </p:sp>
      <p:grpSp>
        <p:nvGrpSpPr>
          <p:cNvPr id="1248" name="Google Shape;1248;p15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249" name="Google Shape;1249;p15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15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15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15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7" name="Google Shape;1257;p16"/>
          <p:cNvPicPr preferRelativeResize="0"/>
          <p:nvPr/>
        </p:nvPicPr>
        <p:blipFill rotWithShape="1">
          <a:blip r:embed="rId3">
            <a:alphaModFix/>
          </a:blip>
          <a:srcRect t="8791" b="8790"/>
          <a:stretch/>
        </p:blipFill>
        <p:spPr>
          <a:xfrm>
            <a:off x="0" y="1"/>
            <a:ext cx="12192000" cy="563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5997" y="133350"/>
            <a:ext cx="1605385" cy="664418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9" name="Google Shape;1259;p16"/>
          <p:cNvGrpSpPr/>
          <p:nvPr/>
        </p:nvGrpSpPr>
        <p:grpSpPr>
          <a:xfrm>
            <a:off x="316851" y="5908857"/>
            <a:ext cx="959687" cy="659349"/>
            <a:chOff x="10618476" y="5819821"/>
            <a:chExt cx="1448425" cy="995135"/>
          </a:xfrm>
        </p:grpSpPr>
        <p:sp>
          <p:nvSpPr>
            <p:cNvPr id="1260" name="Google Shape;1260;p16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6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6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2" name="Google Shape;1292;p16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3" name="Google Shape;1293;p16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4" name="Google Shape;1294;p16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95" name="Google Shape;1295;p16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0924158" y="4731760"/>
            <a:ext cx="957155" cy="6645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96" name="Google Shape;1296;p16"/>
          <p:cNvGrpSpPr/>
          <p:nvPr/>
        </p:nvGrpSpPr>
        <p:grpSpPr>
          <a:xfrm>
            <a:off x="2707974" y="5818284"/>
            <a:ext cx="7645332" cy="703588"/>
            <a:chOff x="2460365" y="5818284"/>
            <a:chExt cx="7645332" cy="703588"/>
          </a:xfrm>
        </p:grpSpPr>
        <p:sp>
          <p:nvSpPr>
            <p:cNvPr id="1297" name="Google Shape;1297;p16"/>
            <p:cNvSpPr txBox="1"/>
            <p:nvPr/>
          </p:nvSpPr>
          <p:spPr>
            <a:xfrm>
              <a:off x="6548864" y="6060207"/>
              <a:ext cx="3556833" cy="4616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70C0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nossa razão de existir</a:t>
              </a:r>
              <a:endParaRPr/>
            </a:p>
          </p:txBody>
        </p:sp>
        <p:pic>
          <p:nvPicPr>
            <p:cNvPr id="1298" name="Google Shape;1298;p16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460365" y="5818284"/>
              <a:ext cx="3993897" cy="703588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99" name="Google Shape;1299;p16" descr="Texto, Logotipo&#10;&#10;Descrição gerada automaticamente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53306" y="235262"/>
            <a:ext cx="1431962" cy="774169"/>
          </a:xfrm>
          <a:prstGeom prst="rect">
            <a:avLst/>
          </a:prstGeom>
          <a:noFill/>
          <a:ln>
            <a:noFill/>
          </a:ln>
        </p:spPr>
      </p:pic>
      <p:sp>
        <p:nvSpPr>
          <p:cNvPr id="1300" name="Google Shape;1300;p16"/>
          <p:cNvSpPr txBox="1"/>
          <p:nvPr/>
        </p:nvSpPr>
        <p:spPr>
          <a:xfrm>
            <a:off x="10261421" y="5295129"/>
            <a:ext cx="183340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by freepik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p17"/>
          <p:cNvSpPr txBox="1"/>
          <p:nvPr/>
        </p:nvSpPr>
        <p:spPr>
          <a:xfrm>
            <a:off x="3049048" y="550852"/>
            <a:ext cx="7353299" cy="477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1" i="0" dirty="0">
                <a:solidFill>
                  <a:srgbClr val="0070C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Bancos de Dados de Chave-Valor </a:t>
            </a:r>
          </a:p>
        </p:txBody>
      </p:sp>
      <p:sp>
        <p:nvSpPr>
          <p:cNvPr id="1306" name="Google Shape;1306;p17"/>
          <p:cNvSpPr/>
          <p:nvPr/>
        </p:nvSpPr>
        <p:spPr>
          <a:xfrm>
            <a:off x="0" y="0"/>
            <a:ext cx="2847464" cy="1914327"/>
          </a:xfrm>
          <a:custGeom>
            <a:avLst/>
            <a:gdLst/>
            <a:ahLst/>
            <a:cxnLst/>
            <a:rect l="l" t="t" r="r" b="b"/>
            <a:pathLst>
              <a:path w="2847464" h="1914327" extrusionOk="0">
                <a:moveTo>
                  <a:pt x="0" y="0"/>
                </a:moveTo>
                <a:lnTo>
                  <a:pt x="2847464" y="0"/>
                </a:lnTo>
                <a:lnTo>
                  <a:pt x="2567027" y="1286814"/>
                </a:lnTo>
                <a:lnTo>
                  <a:pt x="0" y="1914327"/>
                </a:lnTo>
                <a:close/>
              </a:path>
            </a:pathLst>
          </a:custGeom>
          <a:solidFill>
            <a:srgbClr val="1A4B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7" name="Google Shape;1307;p17"/>
          <p:cNvSpPr txBox="1"/>
          <p:nvPr/>
        </p:nvSpPr>
        <p:spPr>
          <a:xfrm>
            <a:off x="-1" y="550852"/>
            <a:ext cx="2537461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Pauta</a:t>
            </a:r>
            <a:endParaRPr sz="4000">
              <a:solidFill>
                <a:schemeClr val="lt1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sp>
        <p:nvSpPr>
          <p:cNvPr id="1308" name="Google Shape;1308;p17"/>
          <p:cNvSpPr txBox="1"/>
          <p:nvPr/>
        </p:nvSpPr>
        <p:spPr>
          <a:xfrm>
            <a:off x="1279590" y="1914327"/>
            <a:ext cx="9632819" cy="1754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4B9F"/>
              </a:buClr>
              <a:buSzPts val="1800"/>
              <a:buFont typeface="Montserrat"/>
              <a:buAutoNum type="arabicPeriod"/>
            </a:pPr>
            <a:r>
              <a:rPr lang="pt-BR" sz="1800" dirty="0">
                <a:solidFill>
                  <a:srgbClr val="1A4B9F"/>
                </a:solidFill>
                <a:latin typeface="Montserrat"/>
                <a:ea typeface="Montserrat"/>
                <a:cs typeface="Montserrat"/>
                <a:sym typeface="Montserrat"/>
              </a:rPr>
              <a:t>Bancos de Dados de Chave-Valor.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4B9F"/>
              </a:buClr>
              <a:buSzPts val="1800"/>
              <a:buFont typeface="Montserrat"/>
              <a:buAutoNum type="arabicPeriod"/>
            </a:pPr>
            <a:r>
              <a:rPr lang="pt-BR" sz="1800" dirty="0">
                <a:solidFill>
                  <a:srgbClr val="1A4B9F"/>
                </a:solidFill>
                <a:latin typeface="Montserrat"/>
                <a:ea typeface="Montserrat"/>
                <a:cs typeface="Montserrat"/>
                <a:sym typeface="Montserrat"/>
              </a:rPr>
              <a:t>Características do Modelo Chave-Valor.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4B9F"/>
              </a:buClr>
              <a:buSzPts val="1800"/>
              <a:buFont typeface="Montserrat"/>
              <a:buAutoNum type="arabicPeriod"/>
            </a:pPr>
            <a:r>
              <a:rPr lang="pt-BR" sz="1800" dirty="0">
                <a:solidFill>
                  <a:srgbClr val="1A4B9F"/>
                </a:solidFill>
                <a:latin typeface="Montserrat"/>
                <a:ea typeface="Montserrat"/>
                <a:cs typeface="Montserrat"/>
                <a:sym typeface="Montserrat"/>
              </a:rPr>
              <a:t>Exemplos de Bancos de Dados Chave-Valor.</a:t>
            </a:r>
          </a:p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A4B9F"/>
              </a:buClr>
              <a:buSzPts val="1800"/>
              <a:buFont typeface="Montserrat"/>
              <a:buAutoNum type="arabicPeriod"/>
            </a:pPr>
            <a:r>
              <a:rPr lang="pt-BR" sz="1800" dirty="0">
                <a:solidFill>
                  <a:srgbClr val="1A4B9F"/>
                </a:solidFill>
                <a:latin typeface="Montserrat"/>
                <a:ea typeface="Montserrat"/>
                <a:cs typeface="Montserrat"/>
                <a:sym typeface="Montserrat"/>
              </a:rPr>
              <a:t>Introdução ao Redis.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3" name="Google Shape;1313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4675" y="2414594"/>
            <a:ext cx="1893121" cy="42764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14" name="Google Shape;1314;p18"/>
          <p:cNvGrpSpPr/>
          <p:nvPr/>
        </p:nvGrpSpPr>
        <p:grpSpPr>
          <a:xfrm>
            <a:off x="806450" y="5962195"/>
            <a:ext cx="959687" cy="659349"/>
            <a:chOff x="10618476" y="5819821"/>
            <a:chExt cx="1448425" cy="995135"/>
          </a:xfrm>
        </p:grpSpPr>
        <p:sp>
          <p:nvSpPr>
            <p:cNvPr id="1315" name="Google Shape;1315;p18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8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8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8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8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8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8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8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8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8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8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8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8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8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8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8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8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8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8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8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8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8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8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8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8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8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8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8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8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8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8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8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8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8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8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0" name="Google Shape;1350;p18"/>
          <p:cNvSpPr/>
          <p:nvPr/>
        </p:nvSpPr>
        <p:spPr>
          <a:xfrm>
            <a:off x="9224433" y="5650868"/>
            <a:ext cx="2967567" cy="459805"/>
          </a:xfrm>
          <a:custGeom>
            <a:avLst/>
            <a:gdLst/>
            <a:ahLst/>
            <a:cxnLst/>
            <a:rect l="l" t="t" r="r" b="b"/>
            <a:pathLst>
              <a:path w="3702602" h="594349" extrusionOk="0">
                <a:moveTo>
                  <a:pt x="345744" y="0"/>
                </a:moveTo>
                <a:lnTo>
                  <a:pt x="3702602" y="0"/>
                </a:lnTo>
                <a:lnTo>
                  <a:pt x="3702602" y="594349"/>
                </a:lnTo>
                <a:lnTo>
                  <a:pt x="156743" y="594349"/>
                </a:lnTo>
                <a:lnTo>
                  <a:pt x="107201" y="590819"/>
                </a:lnTo>
                <a:lnTo>
                  <a:pt x="64174" y="580989"/>
                </a:lnTo>
                <a:lnTo>
                  <a:pt x="30243" y="565999"/>
                </a:lnTo>
                <a:lnTo>
                  <a:pt x="7991" y="546989"/>
                </a:lnTo>
                <a:lnTo>
                  <a:pt x="0" y="525099"/>
                </a:lnTo>
                <a:lnTo>
                  <a:pt x="189001" y="69250"/>
                </a:lnTo>
                <a:lnTo>
                  <a:pt x="196992" y="47362"/>
                </a:lnTo>
                <a:lnTo>
                  <a:pt x="219244" y="28353"/>
                </a:lnTo>
                <a:lnTo>
                  <a:pt x="253175" y="13362"/>
                </a:lnTo>
                <a:lnTo>
                  <a:pt x="296203" y="3530"/>
                </a:lnTo>
                <a:close/>
              </a:path>
            </a:pathLst>
          </a:custGeom>
          <a:solidFill>
            <a:srgbClr val="0590CF">
              <a:alpha val="9803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p18"/>
          <p:cNvSpPr txBox="1"/>
          <p:nvPr/>
        </p:nvSpPr>
        <p:spPr>
          <a:xfrm>
            <a:off x="9265378" y="5754645"/>
            <a:ext cx="2829810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02/2025 | Versão 1.0</a:t>
            </a:r>
            <a:endParaRPr/>
          </a:p>
        </p:txBody>
      </p:sp>
      <p:grpSp>
        <p:nvGrpSpPr>
          <p:cNvPr id="1352" name="Google Shape;1352;p18"/>
          <p:cNvGrpSpPr/>
          <p:nvPr/>
        </p:nvGrpSpPr>
        <p:grpSpPr>
          <a:xfrm>
            <a:off x="4689550" y="921702"/>
            <a:ext cx="2812900" cy="416191"/>
            <a:chOff x="4098393" y="582107"/>
            <a:chExt cx="2812900" cy="416191"/>
          </a:xfrm>
        </p:grpSpPr>
        <p:grpSp>
          <p:nvGrpSpPr>
            <p:cNvPr id="1353" name="Google Shape;1353;p18"/>
            <p:cNvGrpSpPr/>
            <p:nvPr/>
          </p:nvGrpSpPr>
          <p:grpSpPr>
            <a:xfrm>
              <a:off x="4098393" y="582107"/>
              <a:ext cx="1118773" cy="416191"/>
              <a:chOff x="3023096" y="1029431"/>
              <a:chExt cx="1580178" cy="587836"/>
            </a:xfrm>
          </p:grpSpPr>
          <p:sp>
            <p:nvSpPr>
              <p:cNvPr id="1354" name="Google Shape;1354;p18"/>
              <p:cNvSpPr/>
              <p:nvPr/>
            </p:nvSpPr>
            <p:spPr>
              <a:xfrm>
                <a:off x="3023096" y="1029431"/>
                <a:ext cx="436554" cy="587836"/>
              </a:xfrm>
              <a:custGeom>
                <a:avLst/>
                <a:gdLst/>
                <a:ahLst/>
                <a:cxnLst/>
                <a:rect l="l" t="t" r="r" b="b"/>
                <a:pathLst>
                  <a:path w="436554" h="587836" extrusionOk="0">
                    <a:moveTo>
                      <a:pt x="436420" y="33903"/>
                    </a:moveTo>
                    <a:lnTo>
                      <a:pt x="420481" y="130345"/>
                    </a:lnTo>
                    <a:cubicBezTo>
                      <a:pt x="418996" y="138855"/>
                      <a:pt x="413187" y="144933"/>
                      <a:pt x="405218" y="144933"/>
                    </a:cubicBezTo>
                    <a:lnTo>
                      <a:pt x="403732" y="144933"/>
                    </a:lnTo>
                    <a:cubicBezTo>
                      <a:pt x="374692" y="142637"/>
                      <a:pt x="292838" y="134938"/>
                      <a:pt x="240564" y="134938"/>
                    </a:cubicBezTo>
                    <a:cubicBezTo>
                      <a:pt x="220304" y="134938"/>
                      <a:pt x="199232" y="141826"/>
                      <a:pt x="199232" y="167355"/>
                    </a:cubicBezTo>
                    <a:cubicBezTo>
                      <a:pt x="199232" y="178161"/>
                      <a:pt x="206526" y="185050"/>
                      <a:pt x="231109" y="200583"/>
                    </a:cubicBezTo>
                    <a:lnTo>
                      <a:pt x="319582" y="256098"/>
                    </a:lnTo>
                    <a:cubicBezTo>
                      <a:pt x="371720" y="288515"/>
                      <a:pt x="392116" y="330928"/>
                      <a:pt x="392116" y="384957"/>
                    </a:cubicBezTo>
                    <a:cubicBezTo>
                      <a:pt x="392116" y="529215"/>
                      <a:pt x="278250" y="587836"/>
                      <a:pt x="155063" y="587836"/>
                    </a:cubicBezTo>
                    <a:cubicBezTo>
                      <a:pt x="95631" y="587836"/>
                      <a:pt x="49166" y="579327"/>
                      <a:pt x="12292" y="567846"/>
                    </a:cubicBezTo>
                    <a:cubicBezTo>
                      <a:pt x="5808" y="565549"/>
                      <a:pt x="0" y="561632"/>
                      <a:pt x="0" y="554744"/>
                    </a:cubicBezTo>
                    <a:lnTo>
                      <a:pt x="0" y="552447"/>
                    </a:lnTo>
                    <a:lnTo>
                      <a:pt x="15263" y="457626"/>
                    </a:lnTo>
                    <a:cubicBezTo>
                      <a:pt x="16749" y="449117"/>
                      <a:pt x="23233" y="442228"/>
                      <a:pt x="31877" y="442228"/>
                    </a:cubicBezTo>
                    <a:lnTo>
                      <a:pt x="33363" y="442228"/>
                    </a:lnTo>
                    <a:cubicBezTo>
                      <a:pt x="63079" y="445335"/>
                      <a:pt x="139935" y="453844"/>
                      <a:pt x="178431" y="453844"/>
                    </a:cubicBezTo>
                    <a:cubicBezTo>
                      <a:pt x="207472" y="453844"/>
                      <a:pt x="231380" y="443038"/>
                      <a:pt x="231380" y="408325"/>
                    </a:cubicBezTo>
                    <a:cubicBezTo>
                      <a:pt x="231380" y="396709"/>
                      <a:pt x="224086" y="388334"/>
                      <a:pt x="203149" y="373611"/>
                    </a:cubicBezTo>
                    <a:lnTo>
                      <a:pt x="109679" y="308101"/>
                    </a:lnTo>
                    <a:cubicBezTo>
                      <a:pt x="67671" y="278790"/>
                      <a:pt x="47275" y="228678"/>
                      <a:pt x="47275" y="180862"/>
                    </a:cubicBezTo>
                    <a:cubicBezTo>
                      <a:pt x="47140" y="41602"/>
                      <a:pt x="149390" y="0"/>
                      <a:pt x="264607" y="0"/>
                    </a:cubicBezTo>
                    <a:cubicBezTo>
                      <a:pt x="321878" y="0"/>
                      <a:pt x="397249" y="9995"/>
                      <a:pt x="425614" y="19315"/>
                    </a:cubicBezTo>
                    <a:cubicBezTo>
                      <a:pt x="431422" y="21612"/>
                      <a:pt x="436555" y="24718"/>
                      <a:pt x="436555" y="31607"/>
                    </a:cubicBezTo>
                    <a:lnTo>
                      <a:pt x="436555" y="339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5" name="Google Shape;1355;p18"/>
              <p:cNvSpPr/>
              <p:nvPr/>
            </p:nvSpPr>
            <p:spPr>
              <a:xfrm>
                <a:off x="3903634" y="1029836"/>
                <a:ext cx="436689" cy="587431"/>
              </a:xfrm>
              <a:custGeom>
                <a:avLst/>
                <a:gdLst/>
                <a:ahLst/>
                <a:cxnLst/>
                <a:rect l="l" t="t" r="r" b="b"/>
                <a:pathLst>
                  <a:path w="436689" h="587431" extrusionOk="0">
                    <a:moveTo>
                      <a:pt x="436420" y="33498"/>
                    </a:moveTo>
                    <a:lnTo>
                      <a:pt x="420481" y="129940"/>
                    </a:lnTo>
                    <a:cubicBezTo>
                      <a:pt x="418995" y="138450"/>
                      <a:pt x="413187" y="144528"/>
                      <a:pt x="405218" y="144528"/>
                    </a:cubicBezTo>
                    <a:lnTo>
                      <a:pt x="403732" y="144528"/>
                    </a:lnTo>
                    <a:cubicBezTo>
                      <a:pt x="374692" y="142232"/>
                      <a:pt x="292838" y="134532"/>
                      <a:pt x="240564" y="134532"/>
                    </a:cubicBezTo>
                    <a:cubicBezTo>
                      <a:pt x="220304" y="134532"/>
                      <a:pt x="199232" y="141421"/>
                      <a:pt x="199232" y="166950"/>
                    </a:cubicBezTo>
                    <a:cubicBezTo>
                      <a:pt x="199232" y="177756"/>
                      <a:pt x="206526" y="184644"/>
                      <a:pt x="231109" y="200178"/>
                    </a:cubicBezTo>
                    <a:lnTo>
                      <a:pt x="319582" y="255693"/>
                    </a:lnTo>
                    <a:cubicBezTo>
                      <a:pt x="371720" y="288110"/>
                      <a:pt x="392116" y="330523"/>
                      <a:pt x="392116" y="384552"/>
                    </a:cubicBezTo>
                    <a:cubicBezTo>
                      <a:pt x="392116" y="528810"/>
                      <a:pt x="278250" y="587431"/>
                      <a:pt x="155063" y="587431"/>
                    </a:cubicBezTo>
                    <a:cubicBezTo>
                      <a:pt x="95631" y="587431"/>
                      <a:pt x="49166" y="578922"/>
                      <a:pt x="12292" y="567440"/>
                    </a:cubicBezTo>
                    <a:cubicBezTo>
                      <a:pt x="5808" y="565144"/>
                      <a:pt x="0" y="561227"/>
                      <a:pt x="0" y="554338"/>
                    </a:cubicBezTo>
                    <a:lnTo>
                      <a:pt x="0" y="552042"/>
                    </a:lnTo>
                    <a:lnTo>
                      <a:pt x="15263" y="457221"/>
                    </a:lnTo>
                    <a:cubicBezTo>
                      <a:pt x="16749" y="448712"/>
                      <a:pt x="23233" y="441823"/>
                      <a:pt x="31877" y="441823"/>
                    </a:cubicBezTo>
                    <a:lnTo>
                      <a:pt x="33363" y="441823"/>
                    </a:lnTo>
                    <a:cubicBezTo>
                      <a:pt x="63079" y="444930"/>
                      <a:pt x="139935" y="453439"/>
                      <a:pt x="178431" y="453439"/>
                    </a:cubicBezTo>
                    <a:cubicBezTo>
                      <a:pt x="207472" y="453439"/>
                      <a:pt x="231380" y="442633"/>
                      <a:pt x="231380" y="407920"/>
                    </a:cubicBezTo>
                    <a:cubicBezTo>
                      <a:pt x="231380" y="396303"/>
                      <a:pt x="224086" y="387929"/>
                      <a:pt x="203149" y="373206"/>
                    </a:cubicBezTo>
                    <a:lnTo>
                      <a:pt x="109679" y="307696"/>
                    </a:lnTo>
                    <a:cubicBezTo>
                      <a:pt x="67671" y="278385"/>
                      <a:pt x="47275" y="228273"/>
                      <a:pt x="47275" y="180457"/>
                    </a:cubicBezTo>
                    <a:cubicBezTo>
                      <a:pt x="47275" y="41602"/>
                      <a:pt x="149525" y="0"/>
                      <a:pt x="264742" y="0"/>
                    </a:cubicBezTo>
                    <a:cubicBezTo>
                      <a:pt x="322013" y="0"/>
                      <a:pt x="397384" y="9995"/>
                      <a:pt x="425749" y="19315"/>
                    </a:cubicBezTo>
                    <a:cubicBezTo>
                      <a:pt x="431557" y="21612"/>
                      <a:pt x="436690" y="24718"/>
                      <a:pt x="436690" y="31607"/>
                    </a:cubicBezTo>
                    <a:lnTo>
                      <a:pt x="436690" y="339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56" name="Google Shape;1356;p18"/>
              <p:cNvSpPr/>
              <p:nvPr/>
            </p:nvSpPr>
            <p:spPr>
              <a:xfrm>
                <a:off x="3478966" y="1029566"/>
                <a:ext cx="411296" cy="587701"/>
              </a:xfrm>
              <a:custGeom>
                <a:avLst/>
                <a:gdLst/>
                <a:ahLst/>
                <a:cxnLst/>
                <a:rect l="l" t="t" r="r" b="b"/>
                <a:pathLst>
                  <a:path w="411296" h="587701" extrusionOk="0">
                    <a:moveTo>
                      <a:pt x="411296" y="24583"/>
                    </a:moveTo>
                    <a:lnTo>
                      <a:pt x="396033" y="118729"/>
                    </a:lnTo>
                    <a:cubicBezTo>
                      <a:pt x="394547" y="127238"/>
                      <a:pt x="386578" y="134127"/>
                      <a:pt x="378609" y="134127"/>
                    </a:cubicBezTo>
                    <a:lnTo>
                      <a:pt x="232190" y="134127"/>
                    </a:lnTo>
                    <a:cubicBezTo>
                      <a:pt x="206121" y="134127"/>
                      <a:pt x="195990" y="143447"/>
                      <a:pt x="190858" y="172758"/>
                    </a:cubicBezTo>
                    <a:lnTo>
                      <a:pt x="181403" y="229083"/>
                    </a:lnTo>
                    <a:lnTo>
                      <a:pt x="359699" y="229083"/>
                    </a:lnTo>
                    <a:cubicBezTo>
                      <a:pt x="366993" y="229083"/>
                      <a:pt x="371990" y="234486"/>
                      <a:pt x="371990" y="242185"/>
                    </a:cubicBezTo>
                    <a:lnTo>
                      <a:pt x="371990" y="244482"/>
                    </a:lnTo>
                    <a:lnTo>
                      <a:pt x="356727" y="335521"/>
                    </a:lnTo>
                    <a:cubicBezTo>
                      <a:pt x="355241" y="344030"/>
                      <a:pt x="348082" y="350919"/>
                      <a:pt x="340113" y="350919"/>
                    </a:cubicBezTo>
                    <a:lnTo>
                      <a:pt x="161817" y="350919"/>
                    </a:lnTo>
                    <a:lnTo>
                      <a:pt x="150876" y="414943"/>
                    </a:lnTo>
                    <a:cubicBezTo>
                      <a:pt x="150201" y="421157"/>
                      <a:pt x="149390" y="425749"/>
                      <a:pt x="149390" y="430342"/>
                    </a:cubicBezTo>
                    <a:cubicBezTo>
                      <a:pt x="149390" y="448036"/>
                      <a:pt x="158035" y="453439"/>
                      <a:pt x="179106" y="453439"/>
                    </a:cubicBezTo>
                    <a:lnTo>
                      <a:pt x="325525" y="453439"/>
                    </a:lnTo>
                    <a:cubicBezTo>
                      <a:pt x="332819" y="453439"/>
                      <a:pt x="337817" y="458842"/>
                      <a:pt x="337817" y="466541"/>
                    </a:cubicBezTo>
                    <a:lnTo>
                      <a:pt x="337817" y="468837"/>
                    </a:lnTo>
                    <a:lnTo>
                      <a:pt x="321878" y="562983"/>
                    </a:lnTo>
                    <a:cubicBezTo>
                      <a:pt x="320392" y="572303"/>
                      <a:pt x="314584" y="576896"/>
                      <a:pt x="305129" y="578381"/>
                    </a:cubicBezTo>
                    <a:cubicBezTo>
                      <a:pt x="276899" y="582298"/>
                      <a:pt x="232595" y="587701"/>
                      <a:pt x="162357" y="587701"/>
                    </a:cubicBezTo>
                    <a:cubicBezTo>
                      <a:pt x="77532" y="587701"/>
                      <a:pt x="0" y="555284"/>
                      <a:pt x="0" y="454250"/>
                    </a:cubicBezTo>
                    <a:cubicBezTo>
                      <a:pt x="0" y="441958"/>
                      <a:pt x="1486" y="428856"/>
                      <a:pt x="3647" y="414943"/>
                    </a:cubicBezTo>
                    <a:lnTo>
                      <a:pt x="43493" y="172758"/>
                    </a:lnTo>
                    <a:cubicBezTo>
                      <a:pt x="68887" y="16884"/>
                      <a:pt x="155874" y="0"/>
                      <a:pt x="258124" y="0"/>
                    </a:cubicBezTo>
                    <a:cubicBezTo>
                      <a:pt x="328497" y="0"/>
                      <a:pt x="372666" y="5403"/>
                      <a:pt x="399545" y="9185"/>
                    </a:cubicBezTo>
                    <a:cubicBezTo>
                      <a:pt x="407514" y="9995"/>
                      <a:pt x="411161" y="13777"/>
                      <a:pt x="411161" y="21477"/>
                    </a:cubicBezTo>
                    <a:lnTo>
                      <a:pt x="411161" y="2458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357" name="Google Shape;1357;p18"/>
              <p:cNvGrpSpPr/>
              <p:nvPr/>
            </p:nvGrpSpPr>
            <p:grpSpPr>
              <a:xfrm>
                <a:off x="4364890" y="1037130"/>
                <a:ext cx="238384" cy="573113"/>
                <a:chOff x="4364890" y="1037130"/>
                <a:chExt cx="238384" cy="573113"/>
              </a:xfrm>
            </p:grpSpPr>
            <p:sp>
              <p:nvSpPr>
                <p:cNvPr id="1358" name="Google Shape;1358;p18"/>
                <p:cNvSpPr/>
                <p:nvPr/>
              </p:nvSpPr>
              <p:spPr>
                <a:xfrm>
                  <a:off x="4364890" y="1157509"/>
                  <a:ext cx="220212" cy="452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12" h="452734" extrusionOk="0">
                      <a:moveTo>
                        <a:pt x="62151" y="80474"/>
                      </a:moveTo>
                      <a:cubicBezTo>
                        <a:pt x="60260" y="81420"/>
                        <a:pt x="58909" y="83311"/>
                        <a:pt x="58504" y="85472"/>
                      </a:cubicBezTo>
                      <a:lnTo>
                        <a:pt x="288" y="437336"/>
                      </a:lnTo>
                      <a:cubicBezTo>
                        <a:pt x="-1198" y="445036"/>
                        <a:pt x="3124" y="452735"/>
                        <a:pt x="11904" y="452735"/>
                      </a:cubicBezTo>
                      <a:lnTo>
                        <a:pt x="130768" y="452735"/>
                      </a:lnTo>
                      <a:cubicBezTo>
                        <a:pt x="141574" y="452735"/>
                        <a:pt x="146707" y="445846"/>
                        <a:pt x="148193" y="437336"/>
                      </a:cubicBezTo>
                      <a:lnTo>
                        <a:pt x="220186" y="2537"/>
                      </a:lnTo>
                      <a:cubicBezTo>
                        <a:pt x="220457" y="781"/>
                        <a:pt x="218565" y="-569"/>
                        <a:pt x="217080" y="241"/>
                      </a:cubicBezTo>
                      <a:lnTo>
                        <a:pt x="62286" y="8047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59" name="Google Shape;1359;p18"/>
                <p:cNvSpPr/>
                <p:nvPr/>
              </p:nvSpPr>
              <p:spPr>
                <a:xfrm>
                  <a:off x="4435146" y="1037130"/>
                  <a:ext cx="168128" cy="135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28" h="135477" extrusionOk="0">
                      <a:moveTo>
                        <a:pt x="155469" y="0"/>
                      </a:moveTo>
                      <a:lnTo>
                        <a:pt x="36605" y="0"/>
                      </a:lnTo>
                      <a:cubicBezTo>
                        <a:pt x="28635" y="0"/>
                        <a:pt x="21342" y="6213"/>
                        <a:pt x="19991" y="14588"/>
                      </a:cubicBezTo>
                      <a:lnTo>
                        <a:pt x="0" y="135478"/>
                      </a:lnTo>
                      <a:lnTo>
                        <a:pt x="150876" y="60378"/>
                      </a:lnTo>
                      <a:cubicBezTo>
                        <a:pt x="157360" y="57136"/>
                        <a:pt x="161952" y="51057"/>
                        <a:pt x="163033" y="43899"/>
                      </a:cubicBezTo>
                      <a:lnTo>
                        <a:pt x="167895" y="14588"/>
                      </a:lnTo>
                      <a:cubicBezTo>
                        <a:pt x="169381" y="4592"/>
                        <a:pt x="163573" y="0"/>
                        <a:pt x="1556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360" name="Google Shape;1360;p18"/>
            <p:cNvGrpSpPr/>
            <p:nvPr/>
          </p:nvGrpSpPr>
          <p:grpSpPr>
            <a:xfrm>
              <a:off x="5392584" y="582202"/>
              <a:ext cx="1518709" cy="416095"/>
              <a:chOff x="4851034" y="1029566"/>
              <a:chExt cx="2145053" cy="587701"/>
            </a:xfrm>
          </p:grpSpPr>
          <p:grpSp>
            <p:nvGrpSpPr>
              <p:cNvPr id="1361" name="Google Shape;1361;p18"/>
              <p:cNvGrpSpPr/>
              <p:nvPr/>
            </p:nvGrpSpPr>
            <p:grpSpPr>
              <a:xfrm>
                <a:off x="4851034" y="1029566"/>
                <a:ext cx="1845228" cy="587701"/>
                <a:chOff x="4851034" y="1029566"/>
                <a:chExt cx="1845228" cy="587701"/>
              </a:xfrm>
            </p:grpSpPr>
            <p:sp>
              <p:nvSpPr>
                <p:cNvPr id="1362" name="Google Shape;1362;p18"/>
                <p:cNvSpPr/>
                <p:nvPr/>
              </p:nvSpPr>
              <p:spPr>
                <a:xfrm>
                  <a:off x="4851034" y="1029836"/>
                  <a:ext cx="436690" cy="587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90" h="587431" extrusionOk="0">
                      <a:moveTo>
                        <a:pt x="436420" y="33498"/>
                      </a:moveTo>
                      <a:lnTo>
                        <a:pt x="420481" y="129940"/>
                      </a:lnTo>
                      <a:cubicBezTo>
                        <a:pt x="418996" y="138450"/>
                        <a:pt x="413187" y="144528"/>
                        <a:pt x="405218" y="144528"/>
                      </a:cubicBezTo>
                      <a:lnTo>
                        <a:pt x="403732" y="144528"/>
                      </a:lnTo>
                      <a:cubicBezTo>
                        <a:pt x="374692" y="142232"/>
                        <a:pt x="292838" y="134532"/>
                        <a:pt x="240564" y="134532"/>
                      </a:cubicBezTo>
                      <a:cubicBezTo>
                        <a:pt x="220304" y="134532"/>
                        <a:pt x="199232" y="141421"/>
                        <a:pt x="199232" y="166950"/>
                      </a:cubicBezTo>
                      <a:cubicBezTo>
                        <a:pt x="199232" y="177756"/>
                        <a:pt x="206526" y="184644"/>
                        <a:pt x="231109" y="200178"/>
                      </a:cubicBezTo>
                      <a:lnTo>
                        <a:pt x="319582" y="255693"/>
                      </a:lnTo>
                      <a:cubicBezTo>
                        <a:pt x="371720" y="288110"/>
                        <a:pt x="392116" y="330523"/>
                        <a:pt x="392116" y="384552"/>
                      </a:cubicBezTo>
                      <a:cubicBezTo>
                        <a:pt x="392116" y="528810"/>
                        <a:pt x="278250" y="587431"/>
                        <a:pt x="155063" y="587431"/>
                      </a:cubicBezTo>
                      <a:cubicBezTo>
                        <a:pt x="95632" y="587431"/>
                        <a:pt x="49166" y="578922"/>
                        <a:pt x="12292" y="567440"/>
                      </a:cubicBezTo>
                      <a:cubicBezTo>
                        <a:pt x="5808" y="565144"/>
                        <a:pt x="0" y="561227"/>
                        <a:pt x="0" y="554338"/>
                      </a:cubicBezTo>
                      <a:lnTo>
                        <a:pt x="0" y="552042"/>
                      </a:lnTo>
                      <a:lnTo>
                        <a:pt x="15263" y="457221"/>
                      </a:lnTo>
                      <a:cubicBezTo>
                        <a:pt x="16749" y="448712"/>
                        <a:pt x="23233" y="441823"/>
                        <a:pt x="31877" y="441823"/>
                      </a:cubicBezTo>
                      <a:lnTo>
                        <a:pt x="33363" y="441823"/>
                      </a:lnTo>
                      <a:cubicBezTo>
                        <a:pt x="63079" y="444930"/>
                        <a:pt x="139935" y="453439"/>
                        <a:pt x="178431" y="453439"/>
                      </a:cubicBezTo>
                      <a:cubicBezTo>
                        <a:pt x="207472" y="453439"/>
                        <a:pt x="231380" y="442633"/>
                        <a:pt x="231380" y="407920"/>
                      </a:cubicBezTo>
                      <a:cubicBezTo>
                        <a:pt x="231380" y="396303"/>
                        <a:pt x="224086" y="387929"/>
                        <a:pt x="203149" y="373206"/>
                      </a:cubicBezTo>
                      <a:lnTo>
                        <a:pt x="109679" y="307696"/>
                      </a:lnTo>
                      <a:cubicBezTo>
                        <a:pt x="67671" y="278385"/>
                        <a:pt x="47275" y="228273"/>
                        <a:pt x="47275" y="180457"/>
                      </a:cubicBezTo>
                      <a:cubicBezTo>
                        <a:pt x="47275" y="41602"/>
                        <a:pt x="149525" y="0"/>
                        <a:pt x="264742" y="0"/>
                      </a:cubicBezTo>
                      <a:cubicBezTo>
                        <a:pt x="322013" y="0"/>
                        <a:pt x="397384" y="9995"/>
                        <a:pt x="425749" y="19315"/>
                      </a:cubicBezTo>
                      <a:cubicBezTo>
                        <a:pt x="431557" y="21612"/>
                        <a:pt x="436690" y="24718"/>
                        <a:pt x="436690" y="31607"/>
                      </a:cubicBezTo>
                      <a:lnTo>
                        <a:pt x="436690" y="339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3" name="Google Shape;1363;p18"/>
                <p:cNvSpPr/>
                <p:nvPr/>
              </p:nvSpPr>
              <p:spPr>
                <a:xfrm>
                  <a:off x="5306905" y="1029566"/>
                  <a:ext cx="411296" cy="587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96" h="587701" extrusionOk="0">
                      <a:moveTo>
                        <a:pt x="411296" y="24583"/>
                      </a:moveTo>
                      <a:lnTo>
                        <a:pt x="396033" y="118729"/>
                      </a:lnTo>
                      <a:cubicBezTo>
                        <a:pt x="394547" y="127238"/>
                        <a:pt x="386578" y="134127"/>
                        <a:pt x="378609" y="134127"/>
                      </a:cubicBezTo>
                      <a:lnTo>
                        <a:pt x="232190" y="134127"/>
                      </a:lnTo>
                      <a:cubicBezTo>
                        <a:pt x="206121" y="134127"/>
                        <a:pt x="195990" y="143447"/>
                        <a:pt x="190858" y="172758"/>
                      </a:cubicBezTo>
                      <a:lnTo>
                        <a:pt x="181403" y="229083"/>
                      </a:lnTo>
                      <a:lnTo>
                        <a:pt x="359699" y="229083"/>
                      </a:lnTo>
                      <a:cubicBezTo>
                        <a:pt x="366993" y="229083"/>
                        <a:pt x="371990" y="234486"/>
                        <a:pt x="371990" y="242185"/>
                      </a:cubicBezTo>
                      <a:lnTo>
                        <a:pt x="371990" y="244482"/>
                      </a:lnTo>
                      <a:lnTo>
                        <a:pt x="356727" y="335521"/>
                      </a:lnTo>
                      <a:cubicBezTo>
                        <a:pt x="355241" y="344030"/>
                        <a:pt x="348082" y="350919"/>
                        <a:pt x="340113" y="350919"/>
                      </a:cubicBezTo>
                      <a:lnTo>
                        <a:pt x="161817" y="350919"/>
                      </a:lnTo>
                      <a:lnTo>
                        <a:pt x="150876" y="414943"/>
                      </a:lnTo>
                      <a:cubicBezTo>
                        <a:pt x="150201" y="421157"/>
                        <a:pt x="149390" y="425749"/>
                        <a:pt x="149390" y="430342"/>
                      </a:cubicBezTo>
                      <a:cubicBezTo>
                        <a:pt x="149390" y="448036"/>
                        <a:pt x="158035" y="453439"/>
                        <a:pt x="179106" y="453439"/>
                      </a:cubicBezTo>
                      <a:lnTo>
                        <a:pt x="325525" y="453439"/>
                      </a:lnTo>
                      <a:cubicBezTo>
                        <a:pt x="332819" y="453439"/>
                        <a:pt x="337817" y="458842"/>
                        <a:pt x="337817" y="466541"/>
                      </a:cubicBezTo>
                      <a:lnTo>
                        <a:pt x="337817" y="468837"/>
                      </a:lnTo>
                      <a:lnTo>
                        <a:pt x="321878" y="562983"/>
                      </a:lnTo>
                      <a:cubicBezTo>
                        <a:pt x="320392" y="572303"/>
                        <a:pt x="314584" y="576896"/>
                        <a:pt x="305129" y="578381"/>
                      </a:cubicBezTo>
                      <a:cubicBezTo>
                        <a:pt x="276899" y="582298"/>
                        <a:pt x="232595" y="587701"/>
                        <a:pt x="162357" y="587701"/>
                      </a:cubicBezTo>
                      <a:cubicBezTo>
                        <a:pt x="77532" y="587701"/>
                        <a:pt x="0" y="555284"/>
                        <a:pt x="0" y="454250"/>
                      </a:cubicBezTo>
                      <a:cubicBezTo>
                        <a:pt x="0" y="441958"/>
                        <a:pt x="1486" y="428856"/>
                        <a:pt x="3647" y="414943"/>
                      </a:cubicBezTo>
                      <a:lnTo>
                        <a:pt x="43493" y="172758"/>
                      </a:lnTo>
                      <a:cubicBezTo>
                        <a:pt x="68887" y="16884"/>
                        <a:pt x="155874" y="0"/>
                        <a:pt x="258124" y="0"/>
                      </a:cubicBezTo>
                      <a:cubicBezTo>
                        <a:pt x="328497" y="0"/>
                        <a:pt x="372666" y="5403"/>
                        <a:pt x="399545" y="9185"/>
                      </a:cubicBezTo>
                      <a:cubicBezTo>
                        <a:pt x="407514" y="9995"/>
                        <a:pt x="411161" y="13777"/>
                        <a:pt x="411161" y="21477"/>
                      </a:cubicBezTo>
                      <a:lnTo>
                        <a:pt x="411161" y="2458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4" name="Google Shape;1364;p18"/>
                <p:cNvSpPr/>
                <p:nvPr/>
              </p:nvSpPr>
              <p:spPr>
                <a:xfrm>
                  <a:off x="5715365" y="1036995"/>
                  <a:ext cx="535968" cy="573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968" h="573248" extrusionOk="0">
                      <a:moveTo>
                        <a:pt x="535698" y="15533"/>
                      </a:moveTo>
                      <a:lnTo>
                        <a:pt x="448711" y="544748"/>
                      </a:lnTo>
                      <a:cubicBezTo>
                        <a:pt x="445875" y="560147"/>
                        <a:pt x="431287" y="573249"/>
                        <a:pt x="416834" y="573249"/>
                      </a:cubicBezTo>
                      <a:lnTo>
                        <a:pt x="326876" y="573249"/>
                      </a:lnTo>
                      <a:cubicBezTo>
                        <a:pt x="313774" y="573249"/>
                        <a:pt x="305805" y="567035"/>
                        <a:pt x="299996" y="552447"/>
                      </a:cubicBezTo>
                      <a:lnTo>
                        <a:pt x="192749" y="294053"/>
                      </a:lnTo>
                      <a:cubicBezTo>
                        <a:pt x="190587" y="288650"/>
                        <a:pt x="188426" y="287840"/>
                        <a:pt x="186265" y="287840"/>
                      </a:cubicBezTo>
                      <a:cubicBezTo>
                        <a:pt x="184104" y="287840"/>
                        <a:pt x="182618" y="289326"/>
                        <a:pt x="181943" y="294729"/>
                      </a:cubicBezTo>
                      <a:lnTo>
                        <a:pt x="138450" y="557715"/>
                      </a:lnTo>
                      <a:cubicBezTo>
                        <a:pt x="136964" y="566225"/>
                        <a:pt x="128994" y="573114"/>
                        <a:pt x="121025" y="573114"/>
                      </a:cubicBezTo>
                      <a:lnTo>
                        <a:pt x="12291" y="573114"/>
                      </a:lnTo>
                      <a:cubicBezTo>
                        <a:pt x="4998" y="573114"/>
                        <a:pt x="0" y="567711"/>
                        <a:pt x="0" y="560011"/>
                      </a:cubicBezTo>
                      <a:lnTo>
                        <a:pt x="0" y="557715"/>
                      </a:lnTo>
                      <a:lnTo>
                        <a:pt x="86987" y="28500"/>
                      </a:lnTo>
                      <a:cubicBezTo>
                        <a:pt x="89823" y="13102"/>
                        <a:pt x="104411" y="0"/>
                        <a:pt x="118864" y="0"/>
                      </a:cubicBezTo>
                      <a:lnTo>
                        <a:pt x="207336" y="0"/>
                      </a:lnTo>
                      <a:cubicBezTo>
                        <a:pt x="221114" y="0"/>
                        <a:pt x="226922" y="9320"/>
                        <a:pt x="232730" y="22422"/>
                      </a:cubicBezTo>
                      <a:lnTo>
                        <a:pt x="342950" y="288515"/>
                      </a:lnTo>
                      <a:cubicBezTo>
                        <a:pt x="345111" y="293918"/>
                        <a:pt x="345786" y="295404"/>
                        <a:pt x="348082" y="295404"/>
                      </a:cubicBezTo>
                      <a:cubicBezTo>
                        <a:pt x="350378" y="295404"/>
                        <a:pt x="352405" y="294594"/>
                        <a:pt x="353215" y="288515"/>
                      </a:cubicBezTo>
                      <a:lnTo>
                        <a:pt x="398194" y="15398"/>
                      </a:lnTo>
                      <a:cubicBezTo>
                        <a:pt x="399680" y="6889"/>
                        <a:pt x="407649" y="0"/>
                        <a:pt x="415619" y="0"/>
                      </a:cubicBezTo>
                      <a:lnTo>
                        <a:pt x="524352" y="0"/>
                      </a:lnTo>
                      <a:cubicBezTo>
                        <a:pt x="531646" y="0"/>
                        <a:pt x="535968" y="5403"/>
                        <a:pt x="535968" y="12292"/>
                      </a:cubicBezTo>
                      <a:lnTo>
                        <a:pt x="535968" y="1539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365" name="Google Shape;1365;p18"/>
                <p:cNvSpPr/>
                <p:nvPr/>
              </p:nvSpPr>
              <p:spPr>
                <a:xfrm>
                  <a:off x="6222022" y="1030107"/>
                  <a:ext cx="474240" cy="580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240" h="580137" extrusionOk="0">
                      <a:moveTo>
                        <a:pt x="460463" y="580137"/>
                      </a:moveTo>
                      <a:lnTo>
                        <a:pt x="337142" y="580137"/>
                      </a:lnTo>
                      <a:cubicBezTo>
                        <a:pt x="329848" y="580137"/>
                        <a:pt x="324850" y="573249"/>
                        <a:pt x="324850" y="565549"/>
                      </a:cubicBezTo>
                      <a:lnTo>
                        <a:pt x="322689" y="458302"/>
                      </a:lnTo>
                      <a:lnTo>
                        <a:pt x="193559" y="458302"/>
                      </a:lnTo>
                      <a:lnTo>
                        <a:pt x="155199" y="565549"/>
                      </a:lnTo>
                      <a:cubicBezTo>
                        <a:pt x="152362" y="573249"/>
                        <a:pt x="145743" y="580137"/>
                        <a:pt x="138450" y="580137"/>
                      </a:cubicBezTo>
                      <a:lnTo>
                        <a:pt x="10130" y="580137"/>
                      </a:lnTo>
                      <a:cubicBezTo>
                        <a:pt x="3647" y="580137"/>
                        <a:pt x="0" y="576220"/>
                        <a:pt x="0" y="570142"/>
                      </a:cubicBezTo>
                      <a:cubicBezTo>
                        <a:pt x="0" y="568656"/>
                        <a:pt x="675" y="566225"/>
                        <a:pt x="1486" y="563929"/>
                      </a:cubicBezTo>
                      <a:lnTo>
                        <a:pt x="176945" y="91849"/>
                      </a:lnTo>
                      <a:cubicBezTo>
                        <a:pt x="205175" y="15533"/>
                        <a:pt x="262446" y="0"/>
                        <a:pt x="331333" y="0"/>
                      </a:cubicBezTo>
                      <a:cubicBezTo>
                        <a:pt x="400220" y="0"/>
                        <a:pt x="452359" y="15398"/>
                        <a:pt x="455330" y="91849"/>
                      </a:cubicBezTo>
                      <a:lnTo>
                        <a:pt x="474240" y="563929"/>
                      </a:lnTo>
                      <a:lnTo>
                        <a:pt x="474240" y="564739"/>
                      </a:lnTo>
                      <a:cubicBezTo>
                        <a:pt x="474240" y="573249"/>
                        <a:pt x="468432" y="580137"/>
                        <a:pt x="460463" y="580137"/>
                      </a:cubicBezTo>
                      <a:close/>
                      <a:moveTo>
                        <a:pt x="319177" y="138990"/>
                      </a:moveTo>
                      <a:cubicBezTo>
                        <a:pt x="319177" y="132101"/>
                        <a:pt x="319177" y="128184"/>
                        <a:pt x="312693" y="128184"/>
                      </a:cubicBezTo>
                      <a:cubicBezTo>
                        <a:pt x="306210" y="128184"/>
                        <a:pt x="305399" y="132101"/>
                        <a:pt x="303238" y="138990"/>
                      </a:cubicBezTo>
                      <a:lnTo>
                        <a:pt x="235026" y="334980"/>
                      </a:lnTo>
                      <a:lnTo>
                        <a:pt x="322013" y="334980"/>
                      </a:lnTo>
                      <a:lnTo>
                        <a:pt x="319177" y="13899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366" name="Google Shape;1366;p18"/>
              <p:cNvSpPr/>
              <p:nvPr/>
            </p:nvSpPr>
            <p:spPr>
              <a:xfrm>
                <a:off x="6757703" y="1157509"/>
                <a:ext cx="220212" cy="452734"/>
              </a:xfrm>
              <a:custGeom>
                <a:avLst/>
                <a:gdLst/>
                <a:ahLst/>
                <a:cxnLst/>
                <a:rect l="l" t="t" r="r" b="b"/>
                <a:pathLst>
                  <a:path w="220212" h="452734" extrusionOk="0">
                    <a:moveTo>
                      <a:pt x="62151" y="80474"/>
                    </a:moveTo>
                    <a:cubicBezTo>
                      <a:pt x="60260" y="81420"/>
                      <a:pt x="58910" y="83311"/>
                      <a:pt x="58504" y="85472"/>
                    </a:cubicBezTo>
                    <a:lnTo>
                      <a:pt x="288" y="437336"/>
                    </a:lnTo>
                    <a:cubicBezTo>
                      <a:pt x="-1198" y="445036"/>
                      <a:pt x="3124" y="452735"/>
                      <a:pt x="11904" y="452735"/>
                    </a:cubicBezTo>
                    <a:lnTo>
                      <a:pt x="130768" y="452735"/>
                    </a:lnTo>
                    <a:cubicBezTo>
                      <a:pt x="141574" y="452735"/>
                      <a:pt x="146707" y="445846"/>
                      <a:pt x="148192" y="437336"/>
                    </a:cubicBezTo>
                    <a:lnTo>
                      <a:pt x="220186" y="2537"/>
                    </a:lnTo>
                    <a:cubicBezTo>
                      <a:pt x="220456" y="781"/>
                      <a:pt x="218566" y="-569"/>
                      <a:pt x="217080" y="241"/>
                    </a:cubicBezTo>
                    <a:lnTo>
                      <a:pt x="62286" y="8047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7" name="Google Shape;1367;p18"/>
              <p:cNvSpPr/>
              <p:nvPr/>
            </p:nvSpPr>
            <p:spPr>
              <a:xfrm>
                <a:off x="6827959" y="1037130"/>
                <a:ext cx="168128" cy="135477"/>
              </a:xfrm>
              <a:custGeom>
                <a:avLst/>
                <a:gdLst/>
                <a:ahLst/>
                <a:cxnLst/>
                <a:rect l="l" t="t" r="r" b="b"/>
                <a:pathLst>
                  <a:path w="168128" h="135477" extrusionOk="0">
                    <a:moveTo>
                      <a:pt x="155469" y="0"/>
                    </a:moveTo>
                    <a:lnTo>
                      <a:pt x="36605" y="0"/>
                    </a:lnTo>
                    <a:cubicBezTo>
                      <a:pt x="28635" y="0"/>
                      <a:pt x="21341" y="6213"/>
                      <a:pt x="19991" y="14588"/>
                    </a:cubicBezTo>
                    <a:lnTo>
                      <a:pt x="0" y="135478"/>
                    </a:lnTo>
                    <a:lnTo>
                      <a:pt x="150876" y="60378"/>
                    </a:lnTo>
                    <a:cubicBezTo>
                      <a:pt x="157360" y="57136"/>
                      <a:pt x="161952" y="51057"/>
                      <a:pt x="163033" y="43899"/>
                    </a:cubicBezTo>
                    <a:lnTo>
                      <a:pt x="167895" y="14588"/>
                    </a:lnTo>
                    <a:cubicBezTo>
                      <a:pt x="169381" y="4592"/>
                      <a:pt x="163573" y="0"/>
                      <a:pt x="1556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68" name="Google Shape;136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205" y="133350"/>
            <a:ext cx="1606455" cy="6648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9" name="Google Shape;1369;p18"/>
          <p:cNvGrpSpPr/>
          <p:nvPr/>
        </p:nvGrpSpPr>
        <p:grpSpPr>
          <a:xfrm rot="10800000">
            <a:off x="10903216" y="283108"/>
            <a:ext cx="959687" cy="659349"/>
            <a:chOff x="10618476" y="5819821"/>
            <a:chExt cx="1448425" cy="995135"/>
          </a:xfrm>
        </p:grpSpPr>
        <p:sp>
          <p:nvSpPr>
            <p:cNvPr id="1370" name="Google Shape;1370;p18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8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8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8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8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8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8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8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8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8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8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8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8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8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8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8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8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8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8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8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8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8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8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5" name="Google Shape;1405;p18"/>
          <p:cNvSpPr txBox="1"/>
          <p:nvPr/>
        </p:nvSpPr>
        <p:spPr>
          <a:xfrm>
            <a:off x="1504312" y="2771623"/>
            <a:ext cx="8890024" cy="16312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000" b="1" i="0" dirty="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Bancos de Dados de Chave-Valor </a:t>
            </a:r>
            <a:endParaRPr lang="pt-BR" dirty="0"/>
          </a:p>
        </p:txBody>
      </p:sp>
      <p:grpSp>
        <p:nvGrpSpPr>
          <p:cNvPr id="1406" name="Google Shape;1406;p18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407" name="Google Shape;1407;p18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Bancos de Dados de Chave-Valor</a:t>
            </a:r>
          </a:p>
        </p:txBody>
      </p:sp>
      <p:sp>
        <p:nvSpPr>
          <p:cNvPr id="1418" name="Google Shape;1418;p19"/>
          <p:cNvSpPr txBox="1"/>
          <p:nvPr/>
        </p:nvSpPr>
        <p:spPr>
          <a:xfrm>
            <a:off x="4521199" y="5733381"/>
            <a:ext cx="314960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DIO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 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70778D1-0FFB-55B5-4853-196C4AE083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472" y="1173838"/>
            <a:ext cx="5380082" cy="45103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CA2FF36C-4179-9529-D104-11861ABE2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68A0B975-7A58-B208-A594-71995CE7E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O que é um Banco de Dados Chave-Valor?</a:t>
            </a:r>
          </a:p>
        </p:txBody>
      </p:sp>
      <p:sp>
        <p:nvSpPr>
          <p:cNvPr id="1418" name="Google Shape;1418;p19">
            <a:extLst>
              <a:ext uri="{FF2B5EF4-FFF2-40B4-BE49-F238E27FC236}">
                <a16:creationId xmlns:a16="http://schemas.microsoft.com/office/drawing/2014/main" id="{C4A9995C-26BE-8EA1-61F9-0E02A9EFB059}"/>
              </a:ext>
            </a:extLst>
          </p:cNvPr>
          <p:cNvSpPr txBox="1"/>
          <p:nvPr/>
        </p:nvSpPr>
        <p:spPr>
          <a:xfrm>
            <a:off x="3758264" y="6121776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Gerado por IA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 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66DB08DE-4089-CDAD-096E-C8799BBD0CEA}"/>
              </a:ext>
            </a:extLst>
          </p:cNvPr>
          <p:cNvSpPr txBox="1"/>
          <p:nvPr/>
        </p:nvSpPr>
        <p:spPr>
          <a:xfrm>
            <a:off x="681709" y="1517845"/>
            <a:ext cx="9727673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🗝️ 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Definição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: um modelo de armazenamento onde cada item é armazenado como uma chave única associada a um valor.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🛠️ 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Estrutura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: extremamente simples e rápida para busca de dados.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381CA27-90AE-171C-97E2-B07CB63AF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5090" y="3094880"/>
            <a:ext cx="3475744" cy="337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930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AACDAFCE-84CA-DC1E-AB70-E03D81F7C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E91A8D1C-DCB6-01F4-4668-B4419E644B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Características do Modelo Chave-Valor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7F716231-D988-054A-1C71-43E703D26794}"/>
              </a:ext>
            </a:extLst>
          </p:cNvPr>
          <p:cNvSpPr txBox="1"/>
          <p:nvPr/>
        </p:nvSpPr>
        <p:spPr>
          <a:xfrm>
            <a:off x="681709" y="1365748"/>
            <a:ext cx="9727673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⚡ Alto desempenho.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🔄 Escalável e distribuído.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📦 Flexível – aceita qualquer tipo de dado.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🔍 Baixa latência – ideal para cache e sistemas em tempo real.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Qualquer tipo dado em 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formato binário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, exemplo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lang="pt-BR" sz="2000" b="1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410339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01036486-E4B0-9212-1CA8-D0FD4E1A5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E2ECB1F0-F556-78F9-F918-E8FDAE221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Características do Modelo Chave-Valor</a:t>
            </a:r>
          </a:p>
        </p:txBody>
      </p:sp>
      <p:pic>
        <p:nvPicPr>
          <p:cNvPr id="3" name="Picture 2" descr="Figura demonstrando o sistema de banco de dados distribuído">
            <a:extLst>
              <a:ext uri="{FF2B5EF4-FFF2-40B4-BE49-F238E27FC236}">
                <a16:creationId xmlns:a16="http://schemas.microsoft.com/office/drawing/2014/main" id="{21BD91AB-A2C2-AF9C-B532-02730913AF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3151" y="1772669"/>
            <a:ext cx="8137909" cy="4315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418;p19">
            <a:extLst>
              <a:ext uri="{FF2B5EF4-FFF2-40B4-BE49-F238E27FC236}">
                <a16:creationId xmlns:a16="http://schemas.microsoft.com/office/drawing/2014/main" id="{6F480FD3-8C61-C5F1-F0F9-85345D871587}"/>
              </a:ext>
            </a:extLst>
          </p:cNvPr>
          <p:cNvSpPr txBox="1"/>
          <p:nvPr/>
        </p:nvSpPr>
        <p:spPr>
          <a:xfrm>
            <a:off x="6646606" y="6088227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 err="1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DevMedia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Google Shape;1418;p19">
            <a:extLst>
              <a:ext uri="{FF2B5EF4-FFF2-40B4-BE49-F238E27FC236}">
                <a16:creationId xmlns:a16="http://schemas.microsoft.com/office/drawing/2014/main" id="{3C555923-5FC2-BF11-9B1C-57DF8EF786DF}"/>
              </a:ext>
            </a:extLst>
          </p:cNvPr>
          <p:cNvSpPr txBox="1"/>
          <p:nvPr/>
        </p:nvSpPr>
        <p:spPr>
          <a:xfrm>
            <a:off x="514085" y="1227905"/>
            <a:ext cx="4352883" cy="3698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Banco de Dados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istribuído de Alta Velocidade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endParaRPr lang="pt-BR" sz="1800" b="1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rgbClr val="005CAA"/>
              </a:buClr>
              <a:buSzPts val="1800"/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Os dados ficam espalhados (distribuídos).</a:t>
            </a:r>
          </a:p>
          <a:p>
            <a:pPr marL="285750" lvl="0" indent="-285750">
              <a:buClr>
                <a:srgbClr val="005CAA"/>
              </a:buClr>
              <a:buSzPts val="1800"/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rgbClr val="005CAA"/>
              </a:buClr>
              <a:buSzPts val="1800"/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O sistema funciona de forma integrada.</a:t>
            </a:r>
          </a:p>
          <a:p>
            <a:pPr marL="285750" lvl="0" indent="-285750">
              <a:buClr>
                <a:srgbClr val="005CAA"/>
              </a:buClr>
              <a:buSzPts val="1800"/>
              <a:buFont typeface="Arial" panose="020B0604020202020204" pitchFamily="34" charset="0"/>
              <a:buChar char="•"/>
            </a:pPr>
            <a:endParaRPr lang="pt-BR" sz="1800" b="1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285750" lvl="0" indent="-285750">
              <a:buClr>
                <a:srgbClr val="005CAA"/>
              </a:buClr>
              <a:buSzPts val="1800"/>
              <a:buFont typeface="Arial" panose="020B0604020202020204" pitchFamily="34" charset="0"/>
              <a:buChar char="•"/>
            </a:pPr>
            <a:r>
              <a:rPr lang="pt-BR" sz="1800" b="1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Isso garante alta velocidade, escalabilidade e maior disponibilidade.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endParaRPr lang="pt-BR" sz="180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endParaRPr lang="pt-BR"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27950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0761A295-B9A5-9834-F8CB-476EB2414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B66481F1-D973-8C2D-2496-C4C8C4BE86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Exemplos de Bancos de Dados Chave-Valor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E4E2EA00-2886-1FCB-90FF-AFE3EC623CD3}"/>
              </a:ext>
            </a:extLst>
          </p:cNvPr>
          <p:cNvSpPr txBox="1"/>
          <p:nvPr/>
        </p:nvSpPr>
        <p:spPr>
          <a:xfrm>
            <a:off x="681709" y="1365748"/>
            <a:ext cx="9727673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Redis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(Mais popular, rápido e eficiente).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pt-BR" sz="2000" b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Amazon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2000" b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DynamoDB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(Totalmente gerenciado pela AWS).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pt-BR" sz="2000" b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Riak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KV 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(Alta disponibilidade).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pt-BR" sz="2000" b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Etcd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(Muito usado para configurações distribuídas).</a:t>
            </a:r>
          </a:p>
        </p:txBody>
      </p:sp>
      <p:pic>
        <p:nvPicPr>
          <p:cNvPr id="5122" name="Picture 2" descr="Redis (company) - Wikipedia">
            <a:extLst>
              <a:ext uri="{FF2B5EF4-FFF2-40B4-BE49-F238E27FC236}">
                <a16:creationId xmlns:a16="http://schemas.microsoft.com/office/drawing/2014/main" id="{53889A9A-F242-5D70-C240-133D2DF96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0128" y="3573223"/>
            <a:ext cx="3013196" cy="100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Amazon DynamoDB: O quê, por que e quando usar o design de tabela única com  DynamoDB! | by Eduardo Rabelo | Medium">
            <a:extLst>
              <a:ext uri="{FF2B5EF4-FFF2-40B4-BE49-F238E27FC236}">
                <a16:creationId xmlns:a16="http://schemas.microsoft.com/office/drawing/2014/main" id="{38D72B25-435E-3B6B-1CE8-122918F4FD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0527" y="3183074"/>
            <a:ext cx="3951042" cy="1651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Key Value Database | NoSQL Key Value Database | Riak KV | Riak">
            <a:extLst>
              <a:ext uri="{FF2B5EF4-FFF2-40B4-BE49-F238E27FC236}">
                <a16:creationId xmlns:a16="http://schemas.microsoft.com/office/drawing/2014/main" id="{0975729B-3FEA-863F-D3D8-64091BD5E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703" y="4848727"/>
            <a:ext cx="2800045" cy="886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etcd - Revision #23 - Database of Databases">
            <a:extLst>
              <a:ext uri="{FF2B5EF4-FFF2-40B4-BE49-F238E27FC236}">
                <a16:creationId xmlns:a16="http://schemas.microsoft.com/office/drawing/2014/main" id="{41F59289-2163-E277-AD12-2F2DD1CD9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926" y="4834086"/>
            <a:ext cx="2884243" cy="1073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418;p19">
            <a:extLst>
              <a:ext uri="{FF2B5EF4-FFF2-40B4-BE49-F238E27FC236}">
                <a16:creationId xmlns:a16="http://schemas.microsoft.com/office/drawing/2014/main" id="{A93C99A1-C73E-7AB8-9212-1C7CB5320899}"/>
              </a:ext>
            </a:extLst>
          </p:cNvPr>
          <p:cNvSpPr txBox="1"/>
          <p:nvPr/>
        </p:nvSpPr>
        <p:spPr>
          <a:xfrm>
            <a:off x="3781486" y="5913964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Google Images 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2012899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A3A1DBDE-A7B3-4482-F606-3A1711C8B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8D4DAE6D-CCC0-513B-2A7A-01339A2FD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Introdução ao Redis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3C669E5C-2FB4-0BC5-9E23-9E0E07950BA3}"/>
              </a:ext>
            </a:extLst>
          </p:cNvPr>
          <p:cNvSpPr txBox="1"/>
          <p:nvPr/>
        </p:nvSpPr>
        <p:spPr>
          <a:xfrm>
            <a:off x="681709" y="1365748"/>
            <a:ext cx="9727673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🔥 O que é o Redis?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✅ Banco de dados de chave-valor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in-memory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✅ Código aberto e extremamente rápido.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✅ Suporte a diferentes estruturas de dados (listas,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hashes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, conjuntos).</a:t>
            </a:r>
          </a:p>
        </p:txBody>
      </p:sp>
      <p:pic>
        <p:nvPicPr>
          <p:cNvPr id="5122" name="Picture 2" descr="Redis (company) - Wikipedia">
            <a:extLst>
              <a:ext uri="{FF2B5EF4-FFF2-40B4-BE49-F238E27FC236}">
                <a16:creationId xmlns:a16="http://schemas.microsoft.com/office/drawing/2014/main" id="{685D653A-9E4E-4732-2E10-F0B169F6B9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1512" y="3892050"/>
            <a:ext cx="3013196" cy="1006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>
            <a:extLst>
              <a:ext uri="{FF2B5EF4-FFF2-40B4-BE49-F238E27FC236}">
                <a16:creationId xmlns:a16="http://schemas.microsoft.com/office/drawing/2014/main" id="{CC778C56-1EF9-5F3B-F02B-0F007FAC7F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6779" y="3892050"/>
            <a:ext cx="2466975" cy="184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ta: Dobrada para Cima 4">
            <a:extLst>
              <a:ext uri="{FF2B5EF4-FFF2-40B4-BE49-F238E27FC236}">
                <a16:creationId xmlns:a16="http://schemas.microsoft.com/office/drawing/2014/main" id="{A86D58A8-1C41-10CF-1056-4331AB0E2697}"/>
              </a:ext>
            </a:extLst>
          </p:cNvPr>
          <p:cNvSpPr/>
          <p:nvPr/>
        </p:nvSpPr>
        <p:spPr>
          <a:xfrm rot="14633060" flipH="1" flipV="1">
            <a:off x="4930083" y="4309251"/>
            <a:ext cx="1230923" cy="1762938"/>
          </a:xfrm>
          <a:prstGeom prst="bentUpArrow">
            <a:avLst>
              <a:gd name="adj1" fmla="val 25000"/>
              <a:gd name="adj2" fmla="val 23068"/>
              <a:gd name="adj3" fmla="val 25000"/>
            </a:avLst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Google Shape;1418;p19">
            <a:extLst>
              <a:ext uri="{FF2B5EF4-FFF2-40B4-BE49-F238E27FC236}">
                <a16:creationId xmlns:a16="http://schemas.microsoft.com/office/drawing/2014/main" id="{3A691DA7-6D1B-0998-634D-BEEC6DB2313B}"/>
              </a:ext>
            </a:extLst>
          </p:cNvPr>
          <p:cNvSpPr txBox="1"/>
          <p:nvPr/>
        </p:nvSpPr>
        <p:spPr>
          <a:xfrm>
            <a:off x="3758263" y="6039882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Google Images 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44103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9EA38E19-905C-279D-2E84-20158F96A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9814EAB1-8673-24CE-A24C-D526EF0974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Por que o Redis é tão rápido?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C27972C-E5C2-2A9E-89DB-3AF0F4036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474" y="1567450"/>
            <a:ext cx="3645370" cy="3387861"/>
          </a:xfrm>
          <a:prstGeom prst="rect">
            <a:avLst/>
          </a:prstGeom>
        </p:spPr>
      </p:pic>
      <p:sp>
        <p:nvSpPr>
          <p:cNvPr id="9" name="Google Shape;1418;p19">
            <a:extLst>
              <a:ext uri="{FF2B5EF4-FFF2-40B4-BE49-F238E27FC236}">
                <a16:creationId xmlns:a16="http://schemas.microsoft.com/office/drawing/2014/main" id="{8E3AB3D3-DA7B-819F-E7A4-86941B989520}"/>
              </a:ext>
            </a:extLst>
          </p:cNvPr>
          <p:cNvSpPr txBox="1"/>
          <p:nvPr/>
        </p:nvSpPr>
        <p:spPr>
          <a:xfrm>
            <a:off x="7853777" y="5089072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Gerado por IA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 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1424;p20">
            <a:extLst>
              <a:ext uri="{FF2B5EF4-FFF2-40B4-BE49-F238E27FC236}">
                <a16:creationId xmlns:a16="http://schemas.microsoft.com/office/drawing/2014/main" id="{32D5A0CE-93CF-2F21-19CB-AE46A770FAD4}"/>
              </a:ext>
            </a:extLst>
          </p:cNvPr>
          <p:cNvSpPr txBox="1"/>
          <p:nvPr/>
        </p:nvSpPr>
        <p:spPr>
          <a:xfrm>
            <a:off x="600856" y="1040410"/>
            <a:ext cx="6527532" cy="5232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pt-BR" sz="18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Por que o Redis é tão rápido?</a:t>
            </a:r>
          </a:p>
          <a:p>
            <a:pPr marL="285750" lvl="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pt-BR" sz="1800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Ele guarda os dados na memória (RAM), não no disco.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A RAM é muito mais rápida que o HD/SSD.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Usa estruturas de dados bem otimizadas, feitas para responder rapidamente.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Funciona com uma única “thread” (single-</a:t>
            </a:r>
            <a:r>
              <a:rPr lang="pt-BR" sz="2000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threaded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), ou seja, ele executa uma tarefa por vez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Isso evita conflitos e perda de tempo organizando várias tarefas ao mesmo tempo.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endParaRPr lang="pt-BR" sz="2000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lvl="0" algn="just"/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O Redis é rápido porque trabalha direto na memória e tem uma estrutura simples e eficiente.</a:t>
            </a:r>
          </a:p>
        </p:txBody>
      </p:sp>
    </p:spTree>
    <p:extLst>
      <p:ext uri="{BB962C8B-B14F-4D97-AF65-F5344CB8AC3E}">
        <p14:creationId xmlns:p14="http://schemas.microsoft.com/office/powerpoint/2010/main" val="2293436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1910CA59-8417-0D20-F84E-1F4C9520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E4346DFE-B5A8-A388-B082-E94BE6B8CB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Estruturas de Dados no Redis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25EC291D-F377-A93F-D26F-A1A7739D0E85}"/>
              </a:ext>
            </a:extLst>
          </p:cNvPr>
          <p:cNvSpPr txBox="1"/>
          <p:nvPr/>
        </p:nvSpPr>
        <p:spPr>
          <a:xfrm>
            <a:off x="681709" y="1365748"/>
            <a:ext cx="9727673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📝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Strings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– Valores simples como texto e números.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📜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Lists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– Listas ordenadas.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📂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Hashes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– Estruturas tipo JSON (chave → várias </a:t>
            </a:r>
            <a:r>
              <a:rPr lang="pt-BR" sz="2000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subchaves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🎲 </a:t>
            </a:r>
            <a:r>
              <a:rPr lang="pt-BR" sz="2000" i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Sets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– Conjuntos únicos.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📊 </a:t>
            </a:r>
            <a:r>
              <a:rPr lang="pt-BR" sz="2000" i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Sorted</a:t>
            </a:r>
            <a:r>
              <a:rPr lang="pt-BR" sz="2000" i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Sets 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– Conjuntos ordenados.</a:t>
            </a:r>
          </a:p>
        </p:txBody>
      </p:sp>
    </p:spTree>
    <p:extLst>
      <p:ext uri="{BB962C8B-B14F-4D97-AF65-F5344CB8AC3E}">
        <p14:creationId xmlns:p14="http://schemas.microsoft.com/office/powerpoint/2010/main" val="23725391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F224D2B8-DD75-F0B9-B9DD-90EE0E240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2FA35C99-729C-D33A-A765-0EF10399A5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Empresas que Utilizam Redis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0E74A446-2C75-545A-0651-A9A11B43FA01}"/>
              </a:ext>
            </a:extLst>
          </p:cNvPr>
          <p:cNvSpPr txBox="1"/>
          <p:nvPr/>
        </p:nvSpPr>
        <p:spPr>
          <a:xfrm>
            <a:off x="681709" y="1365748"/>
            <a:ext cx="9727673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Twitter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(cache para cronogramas).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(armazenamento de sessões).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Uber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(sistema de correspondência de motoristas).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Netflix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</a:t>
            </a:r>
            <a:r>
              <a:rPr lang="pt-BR" sz="2000" i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cache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de recomendações).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 err="1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Alibaba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(aceleração de comércio eletrônico).</a:t>
            </a:r>
          </a:p>
        </p:txBody>
      </p:sp>
      <p:pic>
        <p:nvPicPr>
          <p:cNvPr id="8197" name="Picture 5" descr="Tudo sobre Twitter - História e Notícias - Canaltech">
            <a:extLst>
              <a:ext uri="{FF2B5EF4-FFF2-40B4-BE49-F238E27FC236}">
                <a16:creationId xmlns:a16="http://schemas.microsoft.com/office/drawing/2014/main" id="{203625C5-84AB-43EE-391D-F89A794501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291" y="4197380"/>
            <a:ext cx="1249916" cy="1249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9" name="Picture 7" descr="What is GitHub? — Pythia Foundations">
            <a:extLst>
              <a:ext uri="{FF2B5EF4-FFF2-40B4-BE49-F238E27FC236}">
                <a16:creationId xmlns:a16="http://schemas.microsoft.com/office/drawing/2014/main" id="{322BE415-00F1-107C-E019-ADEB7D9E90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8063" y="4022238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1" name="Picture 9" descr="O Uber pode ajudar a salvar o transporte público? – Senge Bahia">
            <a:extLst>
              <a:ext uri="{FF2B5EF4-FFF2-40B4-BE49-F238E27FC236}">
                <a16:creationId xmlns:a16="http://schemas.microsoft.com/office/drawing/2014/main" id="{D76423AF-B1E1-24D7-B621-37508F8F0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64221" y="4320956"/>
            <a:ext cx="2857501" cy="10027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203" name="Picture 11" descr="Netflix: Plano com anúncios não dará acesso ao catálogo completo do  streaming">
            <a:extLst>
              <a:ext uri="{FF2B5EF4-FFF2-40B4-BE49-F238E27FC236}">
                <a16:creationId xmlns:a16="http://schemas.microsoft.com/office/drawing/2014/main" id="{444B2003-25F4-5812-4D8D-A7D0B5C7B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9038" y="4022238"/>
            <a:ext cx="285750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418;p19">
            <a:extLst>
              <a:ext uri="{FF2B5EF4-FFF2-40B4-BE49-F238E27FC236}">
                <a16:creationId xmlns:a16="http://schemas.microsoft.com/office/drawing/2014/main" id="{9ECF49A9-DB1E-B567-7679-E6FADF04F58E}"/>
              </a:ext>
            </a:extLst>
          </p:cNvPr>
          <p:cNvSpPr txBox="1"/>
          <p:nvPr/>
        </p:nvSpPr>
        <p:spPr>
          <a:xfrm>
            <a:off x="3898941" y="5727521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Google Images 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15099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1FF685C8-7019-2D9D-146D-1F29F07AA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F61232B5-7CE5-BF31-9AF7-54816EEF22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Casos de Uso do Redis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92C341DF-B50C-D744-07E7-9E78B3EE764E}"/>
              </a:ext>
            </a:extLst>
          </p:cNvPr>
          <p:cNvSpPr txBox="1"/>
          <p:nvPr/>
        </p:nvSpPr>
        <p:spPr>
          <a:xfrm>
            <a:off x="681709" y="1365748"/>
            <a:ext cx="9727673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📌 Armazenamento de </a:t>
            </a:r>
            <a:r>
              <a:rPr lang="pt-BR" sz="2000" i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cache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→ Evita acesso repetitivo ao banco de dados principal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📌 Filas de mensagens → Usado em sistemas distribuídos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📌 Sessões de usuário → Armazena informações temporárias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📌 </a:t>
            </a:r>
            <a:r>
              <a:rPr lang="pt-BR" sz="2000" i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Rankings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e contadores em tempo real</a:t>
            </a:r>
          </a:p>
        </p:txBody>
      </p:sp>
      <p:sp>
        <p:nvSpPr>
          <p:cNvPr id="4" name="Google Shape;1418;p19">
            <a:extLst>
              <a:ext uri="{FF2B5EF4-FFF2-40B4-BE49-F238E27FC236}">
                <a16:creationId xmlns:a16="http://schemas.microsoft.com/office/drawing/2014/main" id="{11D8A734-7ED1-ADCF-8826-10771D2E3576}"/>
              </a:ext>
            </a:extLst>
          </p:cNvPr>
          <p:cNvSpPr txBox="1"/>
          <p:nvPr/>
        </p:nvSpPr>
        <p:spPr>
          <a:xfrm>
            <a:off x="3758264" y="5727521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Google Images 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1721361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4">
          <a:extLst>
            <a:ext uri="{FF2B5EF4-FFF2-40B4-BE49-F238E27FC236}">
              <a16:creationId xmlns:a16="http://schemas.microsoft.com/office/drawing/2014/main" id="{F097D479-3184-1BF0-7F79-FD8303655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5" name="Google Shape;1415;p19">
            <a:extLst>
              <a:ext uri="{FF2B5EF4-FFF2-40B4-BE49-F238E27FC236}">
                <a16:creationId xmlns:a16="http://schemas.microsoft.com/office/drawing/2014/main" id="{FBF814E4-CF32-6D4F-20F7-0342A626D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 dirty="0"/>
              <a:t>Fluxo de Cache</a:t>
            </a:r>
          </a:p>
        </p:txBody>
      </p:sp>
      <p:sp>
        <p:nvSpPr>
          <p:cNvPr id="2" name="Google Shape;1424;p20">
            <a:extLst>
              <a:ext uri="{FF2B5EF4-FFF2-40B4-BE49-F238E27FC236}">
                <a16:creationId xmlns:a16="http://schemas.microsoft.com/office/drawing/2014/main" id="{09499D30-34B9-17D3-8C3D-AB37C8834271}"/>
              </a:ext>
            </a:extLst>
          </p:cNvPr>
          <p:cNvSpPr txBox="1"/>
          <p:nvPr/>
        </p:nvSpPr>
        <p:spPr>
          <a:xfrm>
            <a:off x="770668" y="3995718"/>
            <a:ext cx="9727673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(1)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Cliente procura o dado no cache. Não tendo, gera um “cache miss” (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não consegue encontrar os dados solicitados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(2)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Cliente busca o dado do DB – Data Base (</a:t>
            </a: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Base de Dados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(3)</a:t>
            </a:r>
            <a:r>
              <a:rPr lang="pt-BR" sz="2000" dirty="0">
                <a:solidFill>
                  <a:srgbClr val="034EA2"/>
                </a:solidFill>
                <a:latin typeface="Montserrat"/>
                <a:ea typeface="Montserrat"/>
                <a:cs typeface="Montserrat"/>
                <a:sym typeface="Montserrat"/>
              </a:rPr>
              <a:t> Cliente adiciona o dado ao cache.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pt-BR" sz="2000" dirty="0">
              <a:solidFill>
                <a:srgbClr val="034EA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" name="Google Shape;1418;p19">
            <a:extLst>
              <a:ext uri="{FF2B5EF4-FFF2-40B4-BE49-F238E27FC236}">
                <a16:creationId xmlns:a16="http://schemas.microsoft.com/office/drawing/2014/main" id="{DDDC38F0-9BE8-BB4D-0B01-D0765316691E}"/>
              </a:ext>
            </a:extLst>
          </p:cNvPr>
          <p:cNvSpPr txBox="1"/>
          <p:nvPr/>
        </p:nvSpPr>
        <p:spPr>
          <a:xfrm>
            <a:off x="7638602" y="3291434"/>
            <a:ext cx="3574561" cy="449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1800"/>
              <a:buFont typeface="Arial"/>
              <a:buNone/>
            </a:pP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Fonte: </a:t>
            </a:r>
            <a:r>
              <a:rPr lang="pt-BR" sz="1800" b="0" dirty="0" err="1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Zup</a:t>
            </a:r>
            <a:r>
              <a:rPr lang="pt-BR" sz="1800" b="0" dirty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 (2025).</a:t>
            </a:r>
            <a:endParaRPr sz="2500" b="0" dirty="0">
              <a:solidFill>
                <a:srgbClr val="005CA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F03AEB1B-DD99-FB0F-1324-F512A20249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8264" y="1152467"/>
            <a:ext cx="3752483" cy="2783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364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9" name="Google Shape;1509;p32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500"/>
              <a:buNone/>
            </a:pPr>
            <a:r>
              <a:rPr lang="pt-BR">
                <a:solidFill>
                  <a:srgbClr val="002060"/>
                </a:solidFill>
                <a:latin typeface="Montserrat"/>
                <a:ea typeface="Montserrat"/>
                <a:cs typeface="Montserrat"/>
                <a:sym typeface="Montserrat"/>
              </a:rPr>
              <a:t>Referências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0" name="Google Shape;1510;p32" descr="Data Smart: Usando Data Science Para Transformar Informação em Insight |  Amazon.com.br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61704" y="1586470"/>
            <a:ext cx="2668797" cy="411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1" name="Google Shape;1511;p32" descr="Banco de dados não relacional - Minha Bibliotec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5128" y="1586469"/>
            <a:ext cx="2823481" cy="4113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2" name="Google Shape;1512;p32" descr="Data warehous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83236" y="1586470"/>
            <a:ext cx="2947060" cy="4113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7" name="Google Shape;1517;p33"/>
          <p:cNvSpPr txBox="1">
            <a:spLocks noGrp="1"/>
          </p:cNvSpPr>
          <p:nvPr>
            <p:ph type="body" idx="1"/>
          </p:nvPr>
        </p:nvSpPr>
        <p:spPr>
          <a:xfrm>
            <a:off x="681709" y="320265"/>
            <a:ext cx="9173679" cy="458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500"/>
              <a:buNone/>
            </a:pPr>
            <a:r>
              <a:rPr lang="pt-BR"/>
              <a:t>Atividade Supervisonada I</a:t>
            </a:r>
            <a:endParaRPr/>
          </a:p>
        </p:txBody>
      </p:sp>
      <p:sp>
        <p:nvSpPr>
          <p:cNvPr id="1518" name="Google Shape;1518;p33"/>
          <p:cNvSpPr txBox="1"/>
          <p:nvPr/>
        </p:nvSpPr>
        <p:spPr>
          <a:xfrm>
            <a:off x="681709" y="1394820"/>
            <a:ext cx="9173679" cy="940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300"/>
              <a:buFont typeface="Arial"/>
              <a:buNone/>
            </a:pPr>
            <a:r>
              <a:rPr lang="pt-BR" sz="2300" b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Deverá ser entregue no Google Classroom. 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CAA"/>
              </a:buClr>
              <a:buSzPts val="2300"/>
              <a:buFont typeface="Arial"/>
              <a:buNone/>
            </a:pPr>
            <a:r>
              <a:rPr lang="pt-BR" sz="2300" b="0">
                <a:solidFill>
                  <a:srgbClr val="005CAA"/>
                </a:solidFill>
                <a:latin typeface="Montserrat"/>
                <a:ea typeface="Montserrat"/>
                <a:cs typeface="Montserrat"/>
                <a:sym typeface="Montserrat"/>
              </a:rPr>
              <a:t>Instruções, serão passadas pelo professor.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 thruBlk="1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34"/>
          <p:cNvSpPr txBox="1"/>
          <p:nvPr/>
        </p:nvSpPr>
        <p:spPr>
          <a:xfrm>
            <a:off x="2205415" y="2636130"/>
            <a:ext cx="3519003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Presidente FIEG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André Luiz Baptista Lins Rocha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Diretor Regional SENAI / Superintendente SESI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Paulo Vargas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Diretor de Educação e Tecnologia SESI SENAI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Claudemir Bonatto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Gerente de Educação Profissional do SENAI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Osvair Almeida Matos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Gerente de Educação Básica do SESI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Márcia Farinella</a:t>
            </a: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4" name="Google Shape;1524;p34"/>
          <p:cNvSpPr txBox="1"/>
          <p:nvPr/>
        </p:nvSpPr>
        <p:spPr>
          <a:xfrm>
            <a:off x="6467582" y="2636130"/>
            <a:ext cx="3860933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Gerente de Tecnologia e Inovação do SENAI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Rolando Vargas Vallejos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Coordenador de Educação a Distância e Diretor UniDigital</a:t>
            </a: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Paulo de Sá Filho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Coordenador Pedagógico SESI SENAI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José Antônio Lobo Filho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Coordenadora de Projetos Estratégicos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Quissinia Gomes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Coordenador Unidades Móveis SESI SENAI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Paolo Rodrigues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5" name="Google Shape;1525;p34"/>
          <p:cNvCxnSpPr/>
          <p:nvPr/>
        </p:nvCxnSpPr>
        <p:spPr>
          <a:xfrm>
            <a:off x="5868260" y="2562575"/>
            <a:ext cx="0" cy="2301411"/>
          </a:xfrm>
          <a:prstGeom prst="straightConnector1">
            <a:avLst/>
          </a:prstGeom>
          <a:noFill/>
          <a:ln w="9525" cap="flat" cmpd="sng">
            <a:solidFill>
              <a:schemeClr val="lt1">
                <a:alpha val="14901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526" name="Google Shape;1526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4675" y="2414594"/>
            <a:ext cx="1893121" cy="42764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7" name="Google Shape;1527;p34"/>
          <p:cNvGrpSpPr/>
          <p:nvPr/>
        </p:nvGrpSpPr>
        <p:grpSpPr>
          <a:xfrm>
            <a:off x="806450" y="5962195"/>
            <a:ext cx="959687" cy="659349"/>
            <a:chOff x="10618476" y="5819821"/>
            <a:chExt cx="1448425" cy="995135"/>
          </a:xfrm>
        </p:grpSpPr>
        <p:sp>
          <p:nvSpPr>
            <p:cNvPr id="1528" name="Google Shape;1528;p34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34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34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34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34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34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34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34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34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34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34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34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34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34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34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34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34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34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34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34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34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34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34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34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34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34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34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34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34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34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34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34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34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34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34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563" name="Google Shape;1563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26205" y="133350"/>
            <a:ext cx="1606455" cy="66486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64" name="Google Shape;1564;p34"/>
          <p:cNvGrpSpPr/>
          <p:nvPr/>
        </p:nvGrpSpPr>
        <p:grpSpPr>
          <a:xfrm rot="10800000">
            <a:off x="10903216" y="283108"/>
            <a:ext cx="959687" cy="659349"/>
            <a:chOff x="10618476" y="5819821"/>
            <a:chExt cx="1448425" cy="995135"/>
          </a:xfrm>
        </p:grpSpPr>
        <p:sp>
          <p:nvSpPr>
            <p:cNvPr id="1565" name="Google Shape;1565;p34"/>
            <p:cNvSpPr/>
            <p:nvPr/>
          </p:nvSpPr>
          <p:spPr>
            <a:xfrm>
              <a:off x="10618476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34"/>
            <p:cNvSpPr/>
            <p:nvPr/>
          </p:nvSpPr>
          <p:spPr>
            <a:xfrm>
              <a:off x="10618476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34"/>
            <p:cNvSpPr/>
            <p:nvPr/>
          </p:nvSpPr>
          <p:spPr>
            <a:xfrm>
              <a:off x="10618476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34"/>
            <p:cNvSpPr/>
            <p:nvPr/>
          </p:nvSpPr>
          <p:spPr>
            <a:xfrm>
              <a:off x="10618476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34"/>
            <p:cNvSpPr/>
            <p:nvPr/>
          </p:nvSpPr>
          <p:spPr>
            <a:xfrm>
              <a:off x="10618476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1"/>
                  </a:lnTo>
                  <a:lnTo>
                    <a:pt x="2224" y="18956"/>
                  </a:lnTo>
                  <a:lnTo>
                    <a:pt x="0" y="30392"/>
                  </a:lnTo>
                  <a:lnTo>
                    <a:pt x="2224" y="41829"/>
                  </a:lnTo>
                  <a:lnTo>
                    <a:pt x="8896" y="51884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4"/>
                  </a:lnTo>
                  <a:lnTo>
                    <a:pt x="58558" y="41829"/>
                  </a:lnTo>
                  <a:lnTo>
                    <a:pt x="60782" y="30392"/>
                  </a:lnTo>
                  <a:lnTo>
                    <a:pt x="58558" y="18956"/>
                  </a:lnTo>
                  <a:lnTo>
                    <a:pt x="51885" y="8901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34"/>
            <p:cNvSpPr/>
            <p:nvPr/>
          </p:nvSpPr>
          <p:spPr>
            <a:xfrm>
              <a:off x="10849721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34"/>
            <p:cNvSpPr/>
            <p:nvPr/>
          </p:nvSpPr>
          <p:spPr>
            <a:xfrm>
              <a:off x="10849721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34"/>
            <p:cNvSpPr/>
            <p:nvPr/>
          </p:nvSpPr>
          <p:spPr>
            <a:xfrm>
              <a:off x="10849721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34"/>
            <p:cNvSpPr/>
            <p:nvPr/>
          </p:nvSpPr>
          <p:spPr>
            <a:xfrm>
              <a:off x="10849721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34"/>
            <p:cNvSpPr/>
            <p:nvPr/>
          </p:nvSpPr>
          <p:spPr>
            <a:xfrm>
              <a:off x="10849721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34"/>
            <p:cNvSpPr/>
            <p:nvPr/>
          </p:nvSpPr>
          <p:spPr>
            <a:xfrm>
              <a:off x="11080962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34"/>
            <p:cNvSpPr/>
            <p:nvPr/>
          </p:nvSpPr>
          <p:spPr>
            <a:xfrm>
              <a:off x="11080962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34"/>
            <p:cNvSpPr/>
            <p:nvPr/>
          </p:nvSpPr>
          <p:spPr>
            <a:xfrm>
              <a:off x="11080962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8" name="Google Shape;1578;p34"/>
            <p:cNvSpPr/>
            <p:nvPr/>
          </p:nvSpPr>
          <p:spPr>
            <a:xfrm>
              <a:off x="11080962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34"/>
            <p:cNvSpPr/>
            <p:nvPr/>
          </p:nvSpPr>
          <p:spPr>
            <a:xfrm>
              <a:off x="11080962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34"/>
            <p:cNvSpPr/>
            <p:nvPr/>
          </p:nvSpPr>
          <p:spPr>
            <a:xfrm>
              <a:off x="11312214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34"/>
            <p:cNvSpPr/>
            <p:nvPr/>
          </p:nvSpPr>
          <p:spPr>
            <a:xfrm>
              <a:off x="11312214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34"/>
            <p:cNvSpPr/>
            <p:nvPr/>
          </p:nvSpPr>
          <p:spPr>
            <a:xfrm>
              <a:off x="11312214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34"/>
            <p:cNvSpPr/>
            <p:nvPr/>
          </p:nvSpPr>
          <p:spPr>
            <a:xfrm>
              <a:off x="11312214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1" y="0"/>
                  </a:moveTo>
                  <a:lnTo>
                    <a:pt x="18953" y="2225"/>
                  </a:lnTo>
                  <a:lnTo>
                    <a:pt x="8896" y="8902"/>
                  </a:lnTo>
                  <a:lnTo>
                    <a:pt x="2224" y="18956"/>
                  </a:lnTo>
                  <a:lnTo>
                    <a:pt x="0" y="30393"/>
                  </a:lnTo>
                  <a:lnTo>
                    <a:pt x="2224" y="41829"/>
                  </a:lnTo>
                  <a:lnTo>
                    <a:pt x="8896" y="51883"/>
                  </a:lnTo>
                  <a:lnTo>
                    <a:pt x="18953" y="58560"/>
                  </a:lnTo>
                  <a:lnTo>
                    <a:pt x="30391" y="60786"/>
                  </a:lnTo>
                  <a:lnTo>
                    <a:pt x="41829" y="58560"/>
                  </a:lnTo>
                  <a:lnTo>
                    <a:pt x="51885" y="51883"/>
                  </a:lnTo>
                  <a:lnTo>
                    <a:pt x="58558" y="41829"/>
                  </a:lnTo>
                  <a:lnTo>
                    <a:pt x="60782" y="30393"/>
                  </a:lnTo>
                  <a:lnTo>
                    <a:pt x="58558" y="18956"/>
                  </a:lnTo>
                  <a:lnTo>
                    <a:pt x="51885" y="8902"/>
                  </a:lnTo>
                  <a:lnTo>
                    <a:pt x="41829" y="2225"/>
                  </a:lnTo>
                  <a:lnTo>
                    <a:pt x="30391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34"/>
            <p:cNvSpPr/>
            <p:nvPr/>
          </p:nvSpPr>
          <p:spPr>
            <a:xfrm>
              <a:off x="11312204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9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399" y="60786"/>
                  </a:lnTo>
                  <a:lnTo>
                    <a:pt x="41833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3" y="2225"/>
                  </a:lnTo>
                  <a:lnTo>
                    <a:pt x="3039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34"/>
            <p:cNvSpPr/>
            <p:nvPr/>
          </p:nvSpPr>
          <p:spPr>
            <a:xfrm>
              <a:off x="11543458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4"/>
            <p:cNvSpPr/>
            <p:nvPr/>
          </p:nvSpPr>
          <p:spPr>
            <a:xfrm>
              <a:off x="11543458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4"/>
            <p:cNvSpPr/>
            <p:nvPr/>
          </p:nvSpPr>
          <p:spPr>
            <a:xfrm>
              <a:off x="11543458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4"/>
            <p:cNvSpPr/>
            <p:nvPr/>
          </p:nvSpPr>
          <p:spPr>
            <a:xfrm>
              <a:off x="11543458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4"/>
            <p:cNvSpPr/>
            <p:nvPr/>
          </p:nvSpPr>
          <p:spPr>
            <a:xfrm>
              <a:off x="11543445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400" y="0"/>
                  </a:moveTo>
                  <a:lnTo>
                    <a:pt x="18962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62" y="58560"/>
                  </a:lnTo>
                  <a:lnTo>
                    <a:pt x="30400" y="60786"/>
                  </a:lnTo>
                  <a:lnTo>
                    <a:pt x="41838" y="58560"/>
                  </a:lnTo>
                  <a:lnTo>
                    <a:pt x="51895" y="51884"/>
                  </a:lnTo>
                  <a:lnTo>
                    <a:pt x="58567" y="41829"/>
                  </a:lnTo>
                  <a:lnTo>
                    <a:pt x="60791" y="30392"/>
                  </a:lnTo>
                  <a:lnTo>
                    <a:pt x="58567" y="18956"/>
                  </a:lnTo>
                  <a:lnTo>
                    <a:pt x="51895" y="8901"/>
                  </a:lnTo>
                  <a:lnTo>
                    <a:pt x="41838" y="2225"/>
                  </a:lnTo>
                  <a:lnTo>
                    <a:pt x="30400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4"/>
            <p:cNvSpPr/>
            <p:nvPr/>
          </p:nvSpPr>
          <p:spPr>
            <a:xfrm>
              <a:off x="11774699" y="581982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34"/>
            <p:cNvSpPr/>
            <p:nvPr/>
          </p:nvSpPr>
          <p:spPr>
            <a:xfrm>
              <a:off x="11774699" y="605336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34"/>
            <p:cNvSpPr/>
            <p:nvPr/>
          </p:nvSpPr>
          <p:spPr>
            <a:xfrm>
              <a:off x="11774699" y="6286909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34"/>
            <p:cNvSpPr/>
            <p:nvPr/>
          </p:nvSpPr>
          <p:spPr>
            <a:xfrm>
              <a:off x="11774699" y="6520452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34"/>
            <p:cNvSpPr/>
            <p:nvPr/>
          </p:nvSpPr>
          <p:spPr>
            <a:xfrm>
              <a:off x="11774699" y="6753996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94" y="0"/>
                  </a:moveTo>
                  <a:lnTo>
                    <a:pt x="18957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2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7" y="58560"/>
                  </a:lnTo>
                  <a:lnTo>
                    <a:pt x="30394" y="60786"/>
                  </a:lnTo>
                  <a:lnTo>
                    <a:pt x="41831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2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31" y="2225"/>
                  </a:lnTo>
                  <a:lnTo>
                    <a:pt x="30394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34"/>
            <p:cNvSpPr/>
            <p:nvPr/>
          </p:nvSpPr>
          <p:spPr>
            <a:xfrm>
              <a:off x="12005941" y="5819821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34"/>
            <p:cNvSpPr/>
            <p:nvPr/>
          </p:nvSpPr>
          <p:spPr>
            <a:xfrm>
              <a:off x="12005941" y="6053364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1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34"/>
            <p:cNvSpPr/>
            <p:nvPr/>
          </p:nvSpPr>
          <p:spPr>
            <a:xfrm>
              <a:off x="12005941" y="6286908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60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2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34"/>
            <p:cNvSpPr/>
            <p:nvPr/>
          </p:nvSpPr>
          <p:spPr>
            <a:xfrm>
              <a:off x="12005941" y="6520450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2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30"/>
                  </a:lnTo>
                  <a:lnTo>
                    <a:pt x="8905" y="51883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3"/>
                  </a:lnTo>
                  <a:lnTo>
                    <a:pt x="58562" y="41830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2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39607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34"/>
            <p:cNvSpPr/>
            <p:nvPr/>
          </p:nvSpPr>
          <p:spPr>
            <a:xfrm>
              <a:off x="12005941" y="6753995"/>
              <a:ext cx="60960" cy="60960"/>
            </a:xfrm>
            <a:custGeom>
              <a:avLst/>
              <a:gdLst/>
              <a:ahLst/>
              <a:cxnLst/>
              <a:rect l="l" t="t" r="r" b="b"/>
              <a:pathLst>
                <a:path w="60959" h="60959" extrusionOk="0">
                  <a:moveTo>
                    <a:pt x="30389" y="0"/>
                  </a:moveTo>
                  <a:lnTo>
                    <a:pt x="18955" y="2225"/>
                  </a:lnTo>
                  <a:lnTo>
                    <a:pt x="8905" y="8901"/>
                  </a:lnTo>
                  <a:lnTo>
                    <a:pt x="2226" y="18956"/>
                  </a:lnTo>
                  <a:lnTo>
                    <a:pt x="0" y="30393"/>
                  </a:lnTo>
                  <a:lnTo>
                    <a:pt x="2226" y="41829"/>
                  </a:lnTo>
                  <a:lnTo>
                    <a:pt x="8905" y="51884"/>
                  </a:lnTo>
                  <a:lnTo>
                    <a:pt x="18955" y="58560"/>
                  </a:lnTo>
                  <a:lnTo>
                    <a:pt x="30389" y="60786"/>
                  </a:lnTo>
                  <a:lnTo>
                    <a:pt x="41826" y="58560"/>
                  </a:lnTo>
                  <a:lnTo>
                    <a:pt x="51882" y="51884"/>
                  </a:lnTo>
                  <a:lnTo>
                    <a:pt x="58562" y="41829"/>
                  </a:lnTo>
                  <a:lnTo>
                    <a:pt x="60788" y="30393"/>
                  </a:lnTo>
                  <a:lnTo>
                    <a:pt x="58562" y="18956"/>
                  </a:lnTo>
                  <a:lnTo>
                    <a:pt x="51882" y="8901"/>
                  </a:lnTo>
                  <a:lnTo>
                    <a:pt x="41826" y="2225"/>
                  </a:lnTo>
                  <a:lnTo>
                    <a:pt x="30389" y="0"/>
                  </a:lnTo>
                  <a:close/>
                </a:path>
              </a:pathLst>
            </a:custGeom>
            <a:solidFill>
              <a:srgbClr val="A6A6A6">
                <a:alpha val="49803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00" name="Google Shape;1600;p34"/>
          <p:cNvGrpSpPr/>
          <p:nvPr/>
        </p:nvGrpSpPr>
        <p:grpSpPr>
          <a:xfrm>
            <a:off x="4689550" y="921702"/>
            <a:ext cx="2812900" cy="416191"/>
            <a:chOff x="4098393" y="582107"/>
            <a:chExt cx="2812900" cy="416191"/>
          </a:xfrm>
        </p:grpSpPr>
        <p:grpSp>
          <p:nvGrpSpPr>
            <p:cNvPr id="1601" name="Google Shape;1601;p34"/>
            <p:cNvGrpSpPr/>
            <p:nvPr/>
          </p:nvGrpSpPr>
          <p:grpSpPr>
            <a:xfrm>
              <a:off x="4098393" y="582107"/>
              <a:ext cx="1118773" cy="416191"/>
              <a:chOff x="3023096" y="1029431"/>
              <a:chExt cx="1580178" cy="587836"/>
            </a:xfrm>
          </p:grpSpPr>
          <p:sp>
            <p:nvSpPr>
              <p:cNvPr id="1602" name="Google Shape;1602;p34"/>
              <p:cNvSpPr/>
              <p:nvPr/>
            </p:nvSpPr>
            <p:spPr>
              <a:xfrm>
                <a:off x="3023096" y="1029431"/>
                <a:ext cx="436554" cy="587836"/>
              </a:xfrm>
              <a:custGeom>
                <a:avLst/>
                <a:gdLst/>
                <a:ahLst/>
                <a:cxnLst/>
                <a:rect l="l" t="t" r="r" b="b"/>
                <a:pathLst>
                  <a:path w="436554" h="587836" extrusionOk="0">
                    <a:moveTo>
                      <a:pt x="436420" y="33903"/>
                    </a:moveTo>
                    <a:lnTo>
                      <a:pt x="420481" y="130345"/>
                    </a:lnTo>
                    <a:cubicBezTo>
                      <a:pt x="418996" y="138855"/>
                      <a:pt x="413187" y="144933"/>
                      <a:pt x="405218" y="144933"/>
                    </a:cubicBezTo>
                    <a:lnTo>
                      <a:pt x="403732" y="144933"/>
                    </a:lnTo>
                    <a:cubicBezTo>
                      <a:pt x="374692" y="142637"/>
                      <a:pt x="292838" y="134938"/>
                      <a:pt x="240564" y="134938"/>
                    </a:cubicBezTo>
                    <a:cubicBezTo>
                      <a:pt x="220304" y="134938"/>
                      <a:pt x="199232" y="141826"/>
                      <a:pt x="199232" y="167355"/>
                    </a:cubicBezTo>
                    <a:cubicBezTo>
                      <a:pt x="199232" y="178161"/>
                      <a:pt x="206526" y="185050"/>
                      <a:pt x="231109" y="200583"/>
                    </a:cubicBezTo>
                    <a:lnTo>
                      <a:pt x="319582" y="256098"/>
                    </a:lnTo>
                    <a:cubicBezTo>
                      <a:pt x="371720" y="288515"/>
                      <a:pt x="392116" y="330928"/>
                      <a:pt x="392116" y="384957"/>
                    </a:cubicBezTo>
                    <a:cubicBezTo>
                      <a:pt x="392116" y="529215"/>
                      <a:pt x="278250" y="587836"/>
                      <a:pt x="155063" y="587836"/>
                    </a:cubicBezTo>
                    <a:cubicBezTo>
                      <a:pt x="95631" y="587836"/>
                      <a:pt x="49166" y="579327"/>
                      <a:pt x="12292" y="567846"/>
                    </a:cubicBezTo>
                    <a:cubicBezTo>
                      <a:pt x="5808" y="565549"/>
                      <a:pt x="0" y="561632"/>
                      <a:pt x="0" y="554744"/>
                    </a:cubicBezTo>
                    <a:lnTo>
                      <a:pt x="0" y="552447"/>
                    </a:lnTo>
                    <a:lnTo>
                      <a:pt x="15263" y="457626"/>
                    </a:lnTo>
                    <a:cubicBezTo>
                      <a:pt x="16749" y="449117"/>
                      <a:pt x="23233" y="442228"/>
                      <a:pt x="31877" y="442228"/>
                    </a:cubicBezTo>
                    <a:lnTo>
                      <a:pt x="33363" y="442228"/>
                    </a:lnTo>
                    <a:cubicBezTo>
                      <a:pt x="63079" y="445335"/>
                      <a:pt x="139935" y="453844"/>
                      <a:pt x="178431" y="453844"/>
                    </a:cubicBezTo>
                    <a:cubicBezTo>
                      <a:pt x="207472" y="453844"/>
                      <a:pt x="231380" y="443038"/>
                      <a:pt x="231380" y="408325"/>
                    </a:cubicBezTo>
                    <a:cubicBezTo>
                      <a:pt x="231380" y="396709"/>
                      <a:pt x="224086" y="388334"/>
                      <a:pt x="203149" y="373611"/>
                    </a:cubicBezTo>
                    <a:lnTo>
                      <a:pt x="109679" y="308101"/>
                    </a:lnTo>
                    <a:cubicBezTo>
                      <a:pt x="67671" y="278790"/>
                      <a:pt x="47275" y="228678"/>
                      <a:pt x="47275" y="180862"/>
                    </a:cubicBezTo>
                    <a:cubicBezTo>
                      <a:pt x="47140" y="41602"/>
                      <a:pt x="149390" y="0"/>
                      <a:pt x="264607" y="0"/>
                    </a:cubicBezTo>
                    <a:cubicBezTo>
                      <a:pt x="321878" y="0"/>
                      <a:pt x="397249" y="9995"/>
                      <a:pt x="425614" y="19315"/>
                    </a:cubicBezTo>
                    <a:cubicBezTo>
                      <a:pt x="431422" y="21612"/>
                      <a:pt x="436555" y="24718"/>
                      <a:pt x="436555" y="31607"/>
                    </a:cubicBezTo>
                    <a:lnTo>
                      <a:pt x="436555" y="339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3903634" y="1029836"/>
                <a:ext cx="436689" cy="587431"/>
              </a:xfrm>
              <a:custGeom>
                <a:avLst/>
                <a:gdLst/>
                <a:ahLst/>
                <a:cxnLst/>
                <a:rect l="l" t="t" r="r" b="b"/>
                <a:pathLst>
                  <a:path w="436689" h="587431" extrusionOk="0">
                    <a:moveTo>
                      <a:pt x="436420" y="33498"/>
                    </a:moveTo>
                    <a:lnTo>
                      <a:pt x="420481" y="129940"/>
                    </a:lnTo>
                    <a:cubicBezTo>
                      <a:pt x="418995" y="138450"/>
                      <a:pt x="413187" y="144528"/>
                      <a:pt x="405218" y="144528"/>
                    </a:cubicBezTo>
                    <a:lnTo>
                      <a:pt x="403732" y="144528"/>
                    </a:lnTo>
                    <a:cubicBezTo>
                      <a:pt x="374692" y="142232"/>
                      <a:pt x="292838" y="134532"/>
                      <a:pt x="240564" y="134532"/>
                    </a:cubicBezTo>
                    <a:cubicBezTo>
                      <a:pt x="220304" y="134532"/>
                      <a:pt x="199232" y="141421"/>
                      <a:pt x="199232" y="166950"/>
                    </a:cubicBezTo>
                    <a:cubicBezTo>
                      <a:pt x="199232" y="177756"/>
                      <a:pt x="206526" y="184644"/>
                      <a:pt x="231109" y="200178"/>
                    </a:cubicBezTo>
                    <a:lnTo>
                      <a:pt x="319582" y="255693"/>
                    </a:lnTo>
                    <a:cubicBezTo>
                      <a:pt x="371720" y="288110"/>
                      <a:pt x="392116" y="330523"/>
                      <a:pt x="392116" y="384552"/>
                    </a:cubicBezTo>
                    <a:cubicBezTo>
                      <a:pt x="392116" y="528810"/>
                      <a:pt x="278250" y="587431"/>
                      <a:pt x="155063" y="587431"/>
                    </a:cubicBezTo>
                    <a:cubicBezTo>
                      <a:pt x="95631" y="587431"/>
                      <a:pt x="49166" y="578922"/>
                      <a:pt x="12292" y="567440"/>
                    </a:cubicBezTo>
                    <a:cubicBezTo>
                      <a:pt x="5808" y="565144"/>
                      <a:pt x="0" y="561227"/>
                      <a:pt x="0" y="554338"/>
                    </a:cubicBezTo>
                    <a:lnTo>
                      <a:pt x="0" y="552042"/>
                    </a:lnTo>
                    <a:lnTo>
                      <a:pt x="15263" y="457221"/>
                    </a:lnTo>
                    <a:cubicBezTo>
                      <a:pt x="16749" y="448712"/>
                      <a:pt x="23233" y="441823"/>
                      <a:pt x="31877" y="441823"/>
                    </a:cubicBezTo>
                    <a:lnTo>
                      <a:pt x="33363" y="441823"/>
                    </a:lnTo>
                    <a:cubicBezTo>
                      <a:pt x="63079" y="444930"/>
                      <a:pt x="139935" y="453439"/>
                      <a:pt x="178431" y="453439"/>
                    </a:cubicBezTo>
                    <a:cubicBezTo>
                      <a:pt x="207472" y="453439"/>
                      <a:pt x="231380" y="442633"/>
                      <a:pt x="231380" y="407920"/>
                    </a:cubicBezTo>
                    <a:cubicBezTo>
                      <a:pt x="231380" y="396303"/>
                      <a:pt x="224086" y="387929"/>
                      <a:pt x="203149" y="373206"/>
                    </a:cubicBezTo>
                    <a:lnTo>
                      <a:pt x="109679" y="307696"/>
                    </a:lnTo>
                    <a:cubicBezTo>
                      <a:pt x="67671" y="278385"/>
                      <a:pt x="47275" y="228273"/>
                      <a:pt x="47275" y="180457"/>
                    </a:cubicBezTo>
                    <a:cubicBezTo>
                      <a:pt x="47275" y="41602"/>
                      <a:pt x="149525" y="0"/>
                      <a:pt x="264742" y="0"/>
                    </a:cubicBezTo>
                    <a:cubicBezTo>
                      <a:pt x="322013" y="0"/>
                      <a:pt x="397384" y="9995"/>
                      <a:pt x="425749" y="19315"/>
                    </a:cubicBezTo>
                    <a:cubicBezTo>
                      <a:pt x="431557" y="21612"/>
                      <a:pt x="436690" y="24718"/>
                      <a:pt x="436690" y="31607"/>
                    </a:cubicBezTo>
                    <a:lnTo>
                      <a:pt x="436690" y="3390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3478966" y="1029566"/>
                <a:ext cx="411296" cy="587701"/>
              </a:xfrm>
              <a:custGeom>
                <a:avLst/>
                <a:gdLst/>
                <a:ahLst/>
                <a:cxnLst/>
                <a:rect l="l" t="t" r="r" b="b"/>
                <a:pathLst>
                  <a:path w="411296" h="587701" extrusionOk="0">
                    <a:moveTo>
                      <a:pt x="411296" y="24583"/>
                    </a:moveTo>
                    <a:lnTo>
                      <a:pt x="396033" y="118729"/>
                    </a:lnTo>
                    <a:cubicBezTo>
                      <a:pt x="394547" y="127238"/>
                      <a:pt x="386578" y="134127"/>
                      <a:pt x="378609" y="134127"/>
                    </a:cubicBezTo>
                    <a:lnTo>
                      <a:pt x="232190" y="134127"/>
                    </a:lnTo>
                    <a:cubicBezTo>
                      <a:pt x="206121" y="134127"/>
                      <a:pt x="195990" y="143447"/>
                      <a:pt x="190858" y="172758"/>
                    </a:cubicBezTo>
                    <a:lnTo>
                      <a:pt x="181403" y="229083"/>
                    </a:lnTo>
                    <a:lnTo>
                      <a:pt x="359699" y="229083"/>
                    </a:lnTo>
                    <a:cubicBezTo>
                      <a:pt x="366993" y="229083"/>
                      <a:pt x="371990" y="234486"/>
                      <a:pt x="371990" y="242185"/>
                    </a:cubicBezTo>
                    <a:lnTo>
                      <a:pt x="371990" y="244482"/>
                    </a:lnTo>
                    <a:lnTo>
                      <a:pt x="356727" y="335521"/>
                    </a:lnTo>
                    <a:cubicBezTo>
                      <a:pt x="355241" y="344030"/>
                      <a:pt x="348082" y="350919"/>
                      <a:pt x="340113" y="350919"/>
                    </a:cubicBezTo>
                    <a:lnTo>
                      <a:pt x="161817" y="350919"/>
                    </a:lnTo>
                    <a:lnTo>
                      <a:pt x="150876" y="414943"/>
                    </a:lnTo>
                    <a:cubicBezTo>
                      <a:pt x="150201" y="421157"/>
                      <a:pt x="149390" y="425749"/>
                      <a:pt x="149390" y="430342"/>
                    </a:cubicBezTo>
                    <a:cubicBezTo>
                      <a:pt x="149390" y="448036"/>
                      <a:pt x="158035" y="453439"/>
                      <a:pt x="179106" y="453439"/>
                    </a:cubicBezTo>
                    <a:lnTo>
                      <a:pt x="325525" y="453439"/>
                    </a:lnTo>
                    <a:cubicBezTo>
                      <a:pt x="332819" y="453439"/>
                      <a:pt x="337817" y="458842"/>
                      <a:pt x="337817" y="466541"/>
                    </a:cubicBezTo>
                    <a:lnTo>
                      <a:pt x="337817" y="468837"/>
                    </a:lnTo>
                    <a:lnTo>
                      <a:pt x="321878" y="562983"/>
                    </a:lnTo>
                    <a:cubicBezTo>
                      <a:pt x="320392" y="572303"/>
                      <a:pt x="314584" y="576896"/>
                      <a:pt x="305129" y="578381"/>
                    </a:cubicBezTo>
                    <a:cubicBezTo>
                      <a:pt x="276899" y="582298"/>
                      <a:pt x="232595" y="587701"/>
                      <a:pt x="162357" y="587701"/>
                    </a:cubicBezTo>
                    <a:cubicBezTo>
                      <a:pt x="77532" y="587701"/>
                      <a:pt x="0" y="555284"/>
                      <a:pt x="0" y="454250"/>
                    </a:cubicBezTo>
                    <a:cubicBezTo>
                      <a:pt x="0" y="441958"/>
                      <a:pt x="1486" y="428856"/>
                      <a:pt x="3647" y="414943"/>
                    </a:cubicBezTo>
                    <a:lnTo>
                      <a:pt x="43493" y="172758"/>
                    </a:lnTo>
                    <a:cubicBezTo>
                      <a:pt x="68887" y="16884"/>
                      <a:pt x="155874" y="0"/>
                      <a:pt x="258124" y="0"/>
                    </a:cubicBezTo>
                    <a:cubicBezTo>
                      <a:pt x="328497" y="0"/>
                      <a:pt x="372666" y="5403"/>
                      <a:pt x="399545" y="9185"/>
                    </a:cubicBezTo>
                    <a:cubicBezTo>
                      <a:pt x="407514" y="9995"/>
                      <a:pt x="411161" y="13777"/>
                      <a:pt x="411161" y="21477"/>
                    </a:cubicBezTo>
                    <a:lnTo>
                      <a:pt x="411161" y="24583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5" name="Google Shape;1605;p34"/>
              <p:cNvGrpSpPr/>
              <p:nvPr/>
            </p:nvGrpSpPr>
            <p:grpSpPr>
              <a:xfrm>
                <a:off x="4364890" y="1037130"/>
                <a:ext cx="238384" cy="573113"/>
                <a:chOff x="4364890" y="1037130"/>
                <a:chExt cx="238384" cy="573113"/>
              </a:xfrm>
            </p:grpSpPr>
            <p:sp>
              <p:nvSpPr>
                <p:cNvPr id="1606" name="Google Shape;1606;p34"/>
                <p:cNvSpPr/>
                <p:nvPr/>
              </p:nvSpPr>
              <p:spPr>
                <a:xfrm>
                  <a:off x="4364890" y="1157509"/>
                  <a:ext cx="220212" cy="4527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0212" h="452734" extrusionOk="0">
                      <a:moveTo>
                        <a:pt x="62151" y="80474"/>
                      </a:moveTo>
                      <a:cubicBezTo>
                        <a:pt x="60260" y="81420"/>
                        <a:pt x="58909" y="83311"/>
                        <a:pt x="58504" y="85472"/>
                      </a:cubicBezTo>
                      <a:lnTo>
                        <a:pt x="288" y="437336"/>
                      </a:lnTo>
                      <a:cubicBezTo>
                        <a:pt x="-1198" y="445036"/>
                        <a:pt x="3124" y="452735"/>
                        <a:pt x="11904" y="452735"/>
                      </a:cubicBezTo>
                      <a:lnTo>
                        <a:pt x="130768" y="452735"/>
                      </a:lnTo>
                      <a:cubicBezTo>
                        <a:pt x="141574" y="452735"/>
                        <a:pt x="146707" y="445846"/>
                        <a:pt x="148193" y="437336"/>
                      </a:cubicBezTo>
                      <a:lnTo>
                        <a:pt x="220186" y="2537"/>
                      </a:lnTo>
                      <a:cubicBezTo>
                        <a:pt x="220457" y="781"/>
                        <a:pt x="218565" y="-569"/>
                        <a:pt x="217080" y="241"/>
                      </a:cubicBezTo>
                      <a:lnTo>
                        <a:pt x="62286" y="8047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07" name="Google Shape;1607;p34"/>
                <p:cNvSpPr/>
                <p:nvPr/>
              </p:nvSpPr>
              <p:spPr>
                <a:xfrm>
                  <a:off x="4435146" y="1037130"/>
                  <a:ext cx="168128" cy="1354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128" h="135477" extrusionOk="0">
                      <a:moveTo>
                        <a:pt x="155469" y="0"/>
                      </a:moveTo>
                      <a:lnTo>
                        <a:pt x="36605" y="0"/>
                      </a:lnTo>
                      <a:cubicBezTo>
                        <a:pt x="28635" y="0"/>
                        <a:pt x="21342" y="6213"/>
                        <a:pt x="19991" y="14588"/>
                      </a:cubicBezTo>
                      <a:lnTo>
                        <a:pt x="0" y="135478"/>
                      </a:lnTo>
                      <a:lnTo>
                        <a:pt x="150876" y="60378"/>
                      </a:lnTo>
                      <a:cubicBezTo>
                        <a:pt x="157360" y="57136"/>
                        <a:pt x="161952" y="51057"/>
                        <a:pt x="163033" y="43899"/>
                      </a:cubicBezTo>
                      <a:lnTo>
                        <a:pt x="167895" y="14588"/>
                      </a:lnTo>
                      <a:cubicBezTo>
                        <a:pt x="169381" y="4592"/>
                        <a:pt x="163573" y="0"/>
                        <a:pt x="155604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608" name="Google Shape;1608;p34"/>
            <p:cNvGrpSpPr/>
            <p:nvPr/>
          </p:nvGrpSpPr>
          <p:grpSpPr>
            <a:xfrm>
              <a:off x="5392584" y="582202"/>
              <a:ext cx="1518709" cy="416095"/>
              <a:chOff x="4851034" y="1029566"/>
              <a:chExt cx="2145053" cy="587701"/>
            </a:xfrm>
          </p:grpSpPr>
          <p:grpSp>
            <p:nvGrpSpPr>
              <p:cNvPr id="1609" name="Google Shape;1609;p34"/>
              <p:cNvGrpSpPr/>
              <p:nvPr/>
            </p:nvGrpSpPr>
            <p:grpSpPr>
              <a:xfrm>
                <a:off x="4851034" y="1029566"/>
                <a:ext cx="1845228" cy="587701"/>
                <a:chOff x="4851034" y="1029566"/>
                <a:chExt cx="1845228" cy="587701"/>
              </a:xfrm>
            </p:grpSpPr>
            <p:sp>
              <p:nvSpPr>
                <p:cNvPr id="1610" name="Google Shape;1610;p34"/>
                <p:cNvSpPr/>
                <p:nvPr/>
              </p:nvSpPr>
              <p:spPr>
                <a:xfrm>
                  <a:off x="4851034" y="1029836"/>
                  <a:ext cx="436690" cy="587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6690" h="587431" extrusionOk="0">
                      <a:moveTo>
                        <a:pt x="436420" y="33498"/>
                      </a:moveTo>
                      <a:lnTo>
                        <a:pt x="420481" y="129940"/>
                      </a:lnTo>
                      <a:cubicBezTo>
                        <a:pt x="418996" y="138450"/>
                        <a:pt x="413187" y="144528"/>
                        <a:pt x="405218" y="144528"/>
                      </a:cubicBezTo>
                      <a:lnTo>
                        <a:pt x="403732" y="144528"/>
                      </a:lnTo>
                      <a:cubicBezTo>
                        <a:pt x="374692" y="142232"/>
                        <a:pt x="292838" y="134532"/>
                        <a:pt x="240564" y="134532"/>
                      </a:cubicBezTo>
                      <a:cubicBezTo>
                        <a:pt x="220304" y="134532"/>
                        <a:pt x="199232" y="141421"/>
                        <a:pt x="199232" y="166950"/>
                      </a:cubicBezTo>
                      <a:cubicBezTo>
                        <a:pt x="199232" y="177756"/>
                        <a:pt x="206526" y="184644"/>
                        <a:pt x="231109" y="200178"/>
                      </a:cubicBezTo>
                      <a:lnTo>
                        <a:pt x="319582" y="255693"/>
                      </a:lnTo>
                      <a:cubicBezTo>
                        <a:pt x="371720" y="288110"/>
                        <a:pt x="392116" y="330523"/>
                        <a:pt x="392116" y="384552"/>
                      </a:cubicBezTo>
                      <a:cubicBezTo>
                        <a:pt x="392116" y="528810"/>
                        <a:pt x="278250" y="587431"/>
                        <a:pt x="155063" y="587431"/>
                      </a:cubicBezTo>
                      <a:cubicBezTo>
                        <a:pt x="95632" y="587431"/>
                        <a:pt x="49166" y="578922"/>
                        <a:pt x="12292" y="567440"/>
                      </a:cubicBezTo>
                      <a:cubicBezTo>
                        <a:pt x="5808" y="565144"/>
                        <a:pt x="0" y="561227"/>
                        <a:pt x="0" y="554338"/>
                      </a:cubicBezTo>
                      <a:lnTo>
                        <a:pt x="0" y="552042"/>
                      </a:lnTo>
                      <a:lnTo>
                        <a:pt x="15263" y="457221"/>
                      </a:lnTo>
                      <a:cubicBezTo>
                        <a:pt x="16749" y="448712"/>
                        <a:pt x="23233" y="441823"/>
                        <a:pt x="31877" y="441823"/>
                      </a:cubicBezTo>
                      <a:lnTo>
                        <a:pt x="33363" y="441823"/>
                      </a:lnTo>
                      <a:cubicBezTo>
                        <a:pt x="63079" y="444930"/>
                        <a:pt x="139935" y="453439"/>
                        <a:pt x="178431" y="453439"/>
                      </a:cubicBezTo>
                      <a:cubicBezTo>
                        <a:pt x="207472" y="453439"/>
                        <a:pt x="231380" y="442633"/>
                        <a:pt x="231380" y="407920"/>
                      </a:cubicBezTo>
                      <a:cubicBezTo>
                        <a:pt x="231380" y="396303"/>
                        <a:pt x="224086" y="387929"/>
                        <a:pt x="203149" y="373206"/>
                      </a:cubicBezTo>
                      <a:lnTo>
                        <a:pt x="109679" y="307696"/>
                      </a:lnTo>
                      <a:cubicBezTo>
                        <a:pt x="67671" y="278385"/>
                        <a:pt x="47275" y="228273"/>
                        <a:pt x="47275" y="180457"/>
                      </a:cubicBezTo>
                      <a:cubicBezTo>
                        <a:pt x="47275" y="41602"/>
                        <a:pt x="149525" y="0"/>
                        <a:pt x="264742" y="0"/>
                      </a:cubicBezTo>
                      <a:cubicBezTo>
                        <a:pt x="322013" y="0"/>
                        <a:pt x="397384" y="9995"/>
                        <a:pt x="425749" y="19315"/>
                      </a:cubicBezTo>
                      <a:cubicBezTo>
                        <a:pt x="431557" y="21612"/>
                        <a:pt x="436690" y="24718"/>
                        <a:pt x="436690" y="31607"/>
                      </a:cubicBezTo>
                      <a:lnTo>
                        <a:pt x="436690" y="3390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1" name="Google Shape;1611;p34"/>
                <p:cNvSpPr/>
                <p:nvPr/>
              </p:nvSpPr>
              <p:spPr>
                <a:xfrm>
                  <a:off x="5306905" y="1029566"/>
                  <a:ext cx="411296" cy="587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296" h="587701" extrusionOk="0">
                      <a:moveTo>
                        <a:pt x="411296" y="24583"/>
                      </a:moveTo>
                      <a:lnTo>
                        <a:pt x="396033" y="118729"/>
                      </a:lnTo>
                      <a:cubicBezTo>
                        <a:pt x="394547" y="127238"/>
                        <a:pt x="386578" y="134127"/>
                        <a:pt x="378609" y="134127"/>
                      </a:cubicBezTo>
                      <a:lnTo>
                        <a:pt x="232190" y="134127"/>
                      </a:lnTo>
                      <a:cubicBezTo>
                        <a:pt x="206121" y="134127"/>
                        <a:pt x="195990" y="143447"/>
                        <a:pt x="190858" y="172758"/>
                      </a:cubicBezTo>
                      <a:lnTo>
                        <a:pt x="181403" y="229083"/>
                      </a:lnTo>
                      <a:lnTo>
                        <a:pt x="359699" y="229083"/>
                      </a:lnTo>
                      <a:cubicBezTo>
                        <a:pt x="366993" y="229083"/>
                        <a:pt x="371990" y="234486"/>
                        <a:pt x="371990" y="242185"/>
                      </a:cubicBezTo>
                      <a:lnTo>
                        <a:pt x="371990" y="244482"/>
                      </a:lnTo>
                      <a:lnTo>
                        <a:pt x="356727" y="335521"/>
                      </a:lnTo>
                      <a:cubicBezTo>
                        <a:pt x="355241" y="344030"/>
                        <a:pt x="348082" y="350919"/>
                        <a:pt x="340113" y="350919"/>
                      </a:cubicBezTo>
                      <a:lnTo>
                        <a:pt x="161817" y="350919"/>
                      </a:lnTo>
                      <a:lnTo>
                        <a:pt x="150876" y="414943"/>
                      </a:lnTo>
                      <a:cubicBezTo>
                        <a:pt x="150201" y="421157"/>
                        <a:pt x="149390" y="425749"/>
                        <a:pt x="149390" y="430342"/>
                      </a:cubicBezTo>
                      <a:cubicBezTo>
                        <a:pt x="149390" y="448036"/>
                        <a:pt x="158035" y="453439"/>
                        <a:pt x="179106" y="453439"/>
                      </a:cubicBezTo>
                      <a:lnTo>
                        <a:pt x="325525" y="453439"/>
                      </a:lnTo>
                      <a:cubicBezTo>
                        <a:pt x="332819" y="453439"/>
                        <a:pt x="337817" y="458842"/>
                        <a:pt x="337817" y="466541"/>
                      </a:cubicBezTo>
                      <a:lnTo>
                        <a:pt x="337817" y="468837"/>
                      </a:lnTo>
                      <a:lnTo>
                        <a:pt x="321878" y="562983"/>
                      </a:lnTo>
                      <a:cubicBezTo>
                        <a:pt x="320392" y="572303"/>
                        <a:pt x="314584" y="576896"/>
                        <a:pt x="305129" y="578381"/>
                      </a:cubicBezTo>
                      <a:cubicBezTo>
                        <a:pt x="276899" y="582298"/>
                        <a:pt x="232595" y="587701"/>
                        <a:pt x="162357" y="587701"/>
                      </a:cubicBezTo>
                      <a:cubicBezTo>
                        <a:pt x="77532" y="587701"/>
                        <a:pt x="0" y="555284"/>
                        <a:pt x="0" y="454250"/>
                      </a:cubicBezTo>
                      <a:cubicBezTo>
                        <a:pt x="0" y="441958"/>
                        <a:pt x="1486" y="428856"/>
                        <a:pt x="3647" y="414943"/>
                      </a:cubicBezTo>
                      <a:lnTo>
                        <a:pt x="43493" y="172758"/>
                      </a:lnTo>
                      <a:cubicBezTo>
                        <a:pt x="68887" y="16884"/>
                        <a:pt x="155874" y="0"/>
                        <a:pt x="258124" y="0"/>
                      </a:cubicBezTo>
                      <a:cubicBezTo>
                        <a:pt x="328497" y="0"/>
                        <a:pt x="372666" y="5403"/>
                        <a:pt x="399545" y="9185"/>
                      </a:cubicBezTo>
                      <a:cubicBezTo>
                        <a:pt x="407514" y="9995"/>
                        <a:pt x="411161" y="13777"/>
                        <a:pt x="411161" y="21477"/>
                      </a:cubicBezTo>
                      <a:lnTo>
                        <a:pt x="411161" y="24583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2" name="Google Shape;1612;p34"/>
                <p:cNvSpPr/>
                <p:nvPr/>
              </p:nvSpPr>
              <p:spPr>
                <a:xfrm>
                  <a:off x="5715365" y="1036995"/>
                  <a:ext cx="535968" cy="573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35968" h="573248" extrusionOk="0">
                      <a:moveTo>
                        <a:pt x="535698" y="15533"/>
                      </a:moveTo>
                      <a:lnTo>
                        <a:pt x="448711" y="544748"/>
                      </a:lnTo>
                      <a:cubicBezTo>
                        <a:pt x="445875" y="560147"/>
                        <a:pt x="431287" y="573249"/>
                        <a:pt x="416834" y="573249"/>
                      </a:cubicBezTo>
                      <a:lnTo>
                        <a:pt x="326876" y="573249"/>
                      </a:lnTo>
                      <a:cubicBezTo>
                        <a:pt x="313774" y="573249"/>
                        <a:pt x="305805" y="567035"/>
                        <a:pt x="299996" y="552447"/>
                      </a:cubicBezTo>
                      <a:lnTo>
                        <a:pt x="192749" y="294053"/>
                      </a:lnTo>
                      <a:cubicBezTo>
                        <a:pt x="190587" y="288650"/>
                        <a:pt x="188426" y="287840"/>
                        <a:pt x="186265" y="287840"/>
                      </a:cubicBezTo>
                      <a:cubicBezTo>
                        <a:pt x="184104" y="287840"/>
                        <a:pt x="182618" y="289326"/>
                        <a:pt x="181943" y="294729"/>
                      </a:cubicBezTo>
                      <a:lnTo>
                        <a:pt x="138450" y="557715"/>
                      </a:lnTo>
                      <a:cubicBezTo>
                        <a:pt x="136964" y="566225"/>
                        <a:pt x="128994" y="573114"/>
                        <a:pt x="121025" y="573114"/>
                      </a:cubicBezTo>
                      <a:lnTo>
                        <a:pt x="12291" y="573114"/>
                      </a:lnTo>
                      <a:cubicBezTo>
                        <a:pt x="4998" y="573114"/>
                        <a:pt x="0" y="567711"/>
                        <a:pt x="0" y="560011"/>
                      </a:cubicBezTo>
                      <a:lnTo>
                        <a:pt x="0" y="557715"/>
                      </a:lnTo>
                      <a:lnTo>
                        <a:pt x="86987" y="28500"/>
                      </a:lnTo>
                      <a:cubicBezTo>
                        <a:pt x="89823" y="13102"/>
                        <a:pt x="104411" y="0"/>
                        <a:pt x="118864" y="0"/>
                      </a:cubicBezTo>
                      <a:lnTo>
                        <a:pt x="207336" y="0"/>
                      </a:lnTo>
                      <a:cubicBezTo>
                        <a:pt x="221114" y="0"/>
                        <a:pt x="226922" y="9320"/>
                        <a:pt x="232730" y="22422"/>
                      </a:cubicBezTo>
                      <a:lnTo>
                        <a:pt x="342950" y="288515"/>
                      </a:lnTo>
                      <a:cubicBezTo>
                        <a:pt x="345111" y="293918"/>
                        <a:pt x="345786" y="295404"/>
                        <a:pt x="348082" y="295404"/>
                      </a:cubicBezTo>
                      <a:cubicBezTo>
                        <a:pt x="350378" y="295404"/>
                        <a:pt x="352405" y="294594"/>
                        <a:pt x="353215" y="288515"/>
                      </a:cubicBezTo>
                      <a:lnTo>
                        <a:pt x="398194" y="15398"/>
                      </a:lnTo>
                      <a:cubicBezTo>
                        <a:pt x="399680" y="6889"/>
                        <a:pt x="407649" y="0"/>
                        <a:pt x="415619" y="0"/>
                      </a:cubicBezTo>
                      <a:lnTo>
                        <a:pt x="524352" y="0"/>
                      </a:lnTo>
                      <a:cubicBezTo>
                        <a:pt x="531646" y="0"/>
                        <a:pt x="535968" y="5403"/>
                        <a:pt x="535968" y="12292"/>
                      </a:cubicBezTo>
                      <a:lnTo>
                        <a:pt x="535968" y="15398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13" name="Google Shape;1613;p34"/>
                <p:cNvSpPr/>
                <p:nvPr/>
              </p:nvSpPr>
              <p:spPr>
                <a:xfrm>
                  <a:off x="6222022" y="1030107"/>
                  <a:ext cx="474240" cy="5801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4240" h="580137" extrusionOk="0">
                      <a:moveTo>
                        <a:pt x="460463" y="580137"/>
                      </a:moveTo>
                      <a:lnTo>
                        <a:pt x="337142" y="580137"/>
                      </a:lnTo>
                      <a:cubicBezTo>
                        <a:pt x="329848" y="580137"/>
                        <a:pt x="324850" y="573249"/>
                        <a:pt x="324850" y="565549"/>
                      </a:cubicBezTo>
                      <a:lnTo>
                        <a:pt x="322689" y="458302"/>
                      </a:lnTo>
                      <a:lnTo>
                        <a:pt x="193559" y="458302"/>
                      </a:lnTo>
                      <a:lnTo>
                        <a:pt x="155199" y="565549"/>
                      </a:lnTo>
                      <a:cubicBezTo>
                        <a:pt x="152362" y="573249"/>
                        <a:pt x="145743" y="580137"/>
                        <a:pt x="138450" y="580137"/>
                      </a:cubicBezTo>
                      <a:lnTo>
                        <a:pt x="10130" y="580137"/>
                      </a:lnTo>
                      <a:cubicBezTo>
                        <a:pt x="3647" y="580137"/>
                        <a:pt x="0" y="576220"/>
                        <a:pt x="0" y="570142"/>
                      </a:cubicBezTo>
                      <a:cubicBezTo>
                        <a:pt x="0" y="568656"/>
                        <a:pt x="675" y="566225"/>
                        <a:pt x="1486" y="563929"/>
                      </a:cubicBezTo>
                      <a:lnTo>
                        <a:pt x="176945" y="91849"/>
                      </a:lnTo>
                      <a:cubicBezTo>
                        <a:pt x="205175" y="15533"/>
                        <a:pt x="262446" y="0"/>
                        <a:pt x="331333" y="0"/>
                      </a:cubicBezTo>
                      <a:cubicBezTo>
                        <a:pt x="400220" y="0"/>
                        <a:pt x="452359" y="15398"/>
                        <a:pt x="455330" y="91849"/>
                      </a:cubicBezTo>
                      <a:lnTo>
                        <a:pt x="474240" y="563929"/>
                      </a:lnTo>
                      <a:lnTo>
                        <a:pt x="474240" y="564739"/>
                      </a:lnTo>
                      <a:cubicBezTo>
                        <a:pt x="474240" y="573249"/>
                        <a:pt x="468432" y="580137"/>
                        <a:pt x="460463" y="580137"/>
                      </a:cubicBezTo>
                      <a:close/>
                      <a:moveTo>
                        <a:pt x="319177" y="138990"/>
                      </a:moveTo>
                      <a:cubicBezTo>
                        <a:pt x="319177" y="132101"/>
                        <a:pt x="319177" y="128184"/>
                        <a:pt x="312693" y="128184"/>
                      </a:cubicBezTo>
                      <a:cubicBezTo>
                        <a:pt x="306210" y="128184"/>
                        <a:pt x="305399" y="132101"/>
                        <a:pt x="303238" y="138990"/>
                      </a:cubicBezTo>
                      <a:lnTo>
                        <a:pt x="235026" y="334980"/>
                      </a:lnTo>
                      <a:lnTo>
                        <a:pt x="322013" y="334980"/>
                      </a:lnTo>
                      <a:lnTo>
                        <a:pt x="319177" y="13899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14" name="Google Shape;1614;p34"/>
              <p:cNvSpPr/>
              <p:nvPr/>
            </p:nvSpPr>
            <p:spPr>
              <a:xfrm>
                <a:off x="6757703" y="1157509"/>
                <a:ext cx="220212" cy="452734"/>
              </a:xfrm>
              <a:custGeom>
                <a:avLst/>
                <a:gdLst/>
                <a:ahLst/>
                <a:cxnLst/>
                <a:rect l="l" t="t" r="r" b="b"/>
                <a:pathLst>
                  <a:path w="220212" h="452734" extrusionOk="0">
                    <a:moveTo>
                      <a:pt x="62151" y="80474"/>
                    </a:moveTo>
                    <a:cubicBezTo>
                      <a:pt x="60260" y="81420"/>
                      <a:pt x="58910" y="83311"/>
                      <a:pt x="58504" y="85472"/>
                    </a:cubicBezTo>
                    <a:lnTo>
                      <a:pt x="288" y="437336"/>
                    </a:lnTo>
                    <a:cubicBezTo>
                      <a:pt x="-1198" y="445036"/>
                      <a:pt x="3124" y="452735"/>
                      <a:pt x="11904" y="452735"/>
                    </a:cubicBezTo>
                    <a:lnTo>
                      <a:pt x="130768" y="452735"/>
                    </a:lnTo>
                    <a:cubicBezTo>
                      <a:pt x="141574" y="452735"/>
                      <a:pt x="146707" y="445846"/>
                      <a:pt x="148192" y="437336"/>
                    </a:cubicBezTo>
                    <a:lnTo>
                      <a:pt x="220186" y="2537"/>
                    </a:lnTo>
                    <a:cubicBezTo>
                      <a:pt x="220456" y="781"/>
                      <a:pt x="218566" y="-569"/>
                      <a:pt x="217080" y="241"/>
                    </a:cubicBezTo>
                    <a:lnTo>
                      <a:pt x="62286" y="80474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5" name="Google Shape;1615;p34"/>
              <p:cNvSpPr/>
              <p:nvPr/>
            </p:nvSpPr>
            <p:spPr>
              <a:xfrm>
                <a:off x="6827959" y="1037130"/>
                <a:ext cx="168128" cy="135477"/>
              </a:xfrm>
              <a:custGeom>
                <a:avLst/>
                <a:gdLst/>
                <a:ahLst/>
                <a:cxnLst/>
                <a:rect l="l" t="t" r="r" b="b"/>
                <a:pathLst>
                  <a:path w="168128" h="135477" extrusionOk="0">
                    <a:moveTo>
                      <a:pt x="155469" y="0"/>
                    </a:moveTo>
                    <a:lnTo>
                      <a:pt x="36605" y="0"/>
                    </a:lnTo>
                    <a:cubicBezTo>
                      <a:pt x="28635" y="0"/>
                      <a:pt x="21341" y="6213"/>
                      <a:pt x="19991" y="14588"/>
                    </a:cubicBezTo>
                    <a:lnTo>
                      <a:pt x="0" y="135478"/>
                    </a:lnTo>
                    <a:lnTo>
                      <a:pt x="150876" y="60378"/>
                    </a:lnTo>
                    <a:cubicBezTo>
                      <a:pt x="157360" y="57136"/>
                      <a:pt x="161952" y="51057"/>
                      <a:pt x="163033" y="43899"/>
                    </a:cubicBezTo>
                    <a:lnTo>
                      <a:pt x="167895" y="14588"/>
                    </a:lnTo>
                    <a:cubicBezTo>
                      <a:pt x="169381" y="4592"/>
                      <a:pt x="163573" y="0"/>
                      <a:pt x="15560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616" name="Google Shape;1616;p34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617" name="Google Shape;1617;p34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34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34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34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5" name="Google Shape;1625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6" name="Google Shape;1626;p3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43039" y="1937258"/>
            <a:ext cx="4505923" cy="298348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627" name="Google Shape;1627;p35"/>
          <p:cNvGrpSpPr/>
          <p:nvPr/>
        </p:nvGrpSpPr>
        <p:grpSpPr>
          <a:xfrm>
            <a:off x="2210679" y="6691087"/>
            <a:ext cx="7713851" cy="166914"/>
            <a:chOff x="2210679" y="6691087"/>
            <a:chExt cx="7713851" cy="166914"/>
          </a:xfrm>
        </p:grpSpPr>
        <p:sp>
          <p:nvSpPr>
            <p:cNvPr id="1628" name="Google Shape;1628;p35"/>
            <p:cNvSpPr/>
            <p:nvPr/>
          </p:nvSpPr>
          <p:spPr>
            <a:xfrm>
              <a:off x="8173488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5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60C5BA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5"/>
            <p:cNvSpPr/>
            <p:nvPr/>
          </p:nvSpPr>
          <p:spPr>
            <a:xfrm>
              <a:off x="2210679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008BD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5"/>
            <p:cNvSpPr/>
            <p:nvPr/>
          </p:nvSpPr>
          <p:spPr>
            <a:xfrm>
              <a:off x="4198282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52AE32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5"/>
            <p:cNvSpPr/>
            <p:nvPr/>
          </p:nvSpPr>
          <p:spPr>
            <a:xfrm>
              <a:off x="6185885" y="6691087"/>
              <a:ext cx="1751042" cy="166914"/>
            </a:xfrm>
            <a:custGeom>
              <a:avLst/>
              <a:gdLst/>
              <a:ahLst/>
              <a:cxnLst/>
              <a:rect l="l" t="t" r="r" b="b"/>
              <a:pathLst>
                <a:path w="1072514" h="102234" extrusionOk="0">
                  <a:moveTo>
                    <a:pt x="970203" y="0"/>
                  </a:moveTo>
                  <a:lnTo>
                    <a:pt x="101993" y="0"/>
                  </a:lnTo>
                  <a:lnTo>
                    <a:pt x="62289" y="8015"/>
                  </a:lnTo>
                  <a:lnTo>
                    <a:pt x="29870" y="29875"/>
                  </a:lnTo>
                  <a:lnTo>
                    <a:pt x="8014" y="62295"/>
                  </a:lnTo>
                  <a:lnTo>
                    <a:pt x="0" y="101998"/>
                  </a:lnTo>
                  <a:lnTo>
                    <a:pt x="1072210" y="101998"/>
                  </a:lnTo>
                  <a:lnTo>
                    <a:pt x="1064194" y="62295"/>
                  </a:lnTo>
                  <a:lnTo>
                    <a:pt x="1042333" y="29875"/>
                  </a:lnTo>
                  <a:lnTo>
                    <a:pt x="1009909" y="8015"/>
                  </a:lnTo>
                  <a:lnTo>
                    <a:pt x="970203" y="0"/>
                  </a:lnTo>
                  <a:close/>
                </a:path>
              </a:pathLst>
            </a:custGeom>
            <a:solidFill>
              <a:srgbClr val="EF4910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Tema do Office">
  <a:themeElements>
    <a:clrScheme name="ID VISUAL DET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672C4"/>
      </a:accent1>
      <a:accent2>
        <a:srgbClr val="C57A96"/>
      </a:accent2>
      <a:accent3>
        <a:srgbClr val="ED7D3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728</Words>
  <Application>Microsoft Office PowerPoint</Application>
  <PresentationFormat>Widescreen</PresentationFormat>
  <Paragraphs>117</Paragraphs>
  <Slides>19</Slides>
  <Notes>19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4" baseType="lpstr">
      <vt:lpstr>Arial</vt:lpstr>
      <vt:lpstr>Calibri</vt:lpstr>
      <vt:lpstr>Montserrat</vt:lpstr>
      <vt:lpstr>Montserrat Black</vt:lpstr>
      <vt:lpstr>1_Tema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WILLGNNER FERREIRA SANTOS</dc:creator>
  <cp:lastModifiedBy>Willgnner Ferreira Santos</cp:lastModifiedBy>
  <cp:revision>2</cp:revision>
  <dcterms:modified xsi:type="dcterms:W3CDTF">2026-03-03T21:06:50Z</dcterms:modified>
</cp:coreProperties>
</file>
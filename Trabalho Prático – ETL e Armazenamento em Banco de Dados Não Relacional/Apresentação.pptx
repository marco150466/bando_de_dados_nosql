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0" r:id="rId6"/>
    <p:sldId id="261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39BE8-E2FE-302F-C501-986E077EE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2C7F2D-FBC6-5377-9295-E40AABD02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D89AFD-9DAE-8BD2-7B77-D49E5334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E92DE3-F4E9-BD3B-57B4-AF7D93B8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DB937A-109C-C680-1690-E826C02F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31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1D9B2-1BD4-D447-461E-AF85A978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31DA6-32BE-E562-AAF8-B3BDED089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62DFB4-6E32-70CE-4E24-A26A53B15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61EF6E-CF2C-394F-C08C-1004B9E7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B157FF-88EF-9026-501E-CBDE2E7A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14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81C97-551B-6E81-75BB-77743AFF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2FBA56-ED77-C91A-849F-8B3825A8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190A1A-E8C4-A40F-34DC-8CDF6EE6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1F3012-69B2-1541-E880-E1F0C0E1C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807A32-ABF1-8921-8464-55E42E04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83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42946-0206-EA66-2E0B-2EBFA0BF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E41A31-58A5-6307-FA3D-BE093D68F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B0A7D-BB2D-7EDD-20A8-EB82F2085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CBDEC-515B-EDE6-A076-D546483D4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ECE460-E66E-4C5F-15E9-FC3B9539A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B825D9-98D8-BE41-107E-912D86052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71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25DEC-EC73-5472-F558-27F44F71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2D118C-3B70-673C-4BAC-31F686BAF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79BF5E-71AB-8594-E1B6-AAA9B881C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55FC04-78C7-A8FE-0A9C-17B379E87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B936F7-576F-9A6D-16F2-76818C20D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A4D3A16-A565-DE7E-A4D2-86EAB0FF4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2E92D7-569A-3991-DA22-6A5E22E9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E06846-F24F-1F3D-1359-95BC8F03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66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CD03C-50F3-33FF-07AE-2AB73D53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17F42B-54BC-DB0E-E075-EF97BDBD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09130C-4F85-01BC-0CF6-CCD3985C2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C2D6B9-1738-DAFE-8D90-241AD826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449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4C0726-5F27-303A-9970-29A29FC5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22BD26-C4D0-B85A-E1AC-B0FE4D42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B25A36-1A49-2F3E-53B9-33231341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07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5A60C-566A-7A4F-2134-44634B4F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23D02-6B97-CA1F-AEE8-338236E9A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EE8C7E-9F29-455C-AE7A-2009B0249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37A9DA-7DB3-972B-5397-E9AE8EBD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56FB9C-49E1-EA54-46ED-D2657AE1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A4ABC9-2D60-9E68-DE5D-A1171B93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77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1FB4A-27C4-1A6A-CA91-863D3708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8DDC4A3-8116-57D5-093F-02DFB465A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767182-A3AB-C21A-34F2-E89D555F7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FD2027-C590-15F5-E621-CC1F21DFC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15D212-84EE-69A3-45A4-B72C41B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EABA01-5F62-C036-E70F-CF4E93A3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50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9A812-8D7A-B97F-E471-C2F9ECD9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365EA6-354F-B697-C2D6-AEB49C039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C8E384-6833-3250-75D1-7888FED8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957748-EE78-E26B-22E2-E8C405A3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215C6E-CB07-A436-E103-422B2284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77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BE4616-7AA7-468A-433C-668180A71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A8A820-EF94-61C6-BA76-5153D6EB7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7F0E60-5961-73BC-B74F-35C32998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DFCFED-B593-2B5C-D4F2-FEE60795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62DA7A-8156-3AED-71F8-BD63BE5B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654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0935863-FD8A-D8D9-AFEE-227BCE93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6CA56D-B84E-47A5-A824-DB8BE286C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C36EAD-B011-7D14-831B-A57837851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4A72F-624C-4093-899A-B1AECB0F6834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662030-1F58-2624-BF63-0CABBBD97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7921BB-42B9-7363-3CE6-BAD258CF5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DBF26-F82A-4C74-AEFB-79C1FB2ACD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95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1B25C-57BD-5F79-5F05-3DB567A82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6D9F7C-77B9-8004-3389-B181F513E2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1DE129-08DD-E400-E799-535860389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F368F-4C44-DC63-524E-EC9E25B1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E35243-2FDC-9117-97F9-660601AD8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B013CA1-F462-DA15-CEE9-CD7BEF7DA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0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C20118C-B82F-6E86-8261-BE8EC3F02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703" y="0"/>
            <a:ext cx="6951407" cy="134273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9FC0400-E5F7-C4ED-3DD7-5C57780B9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2734"/>
            <a:ext cx="12192000" cy="551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1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3CF7B-1C9A-C038-9066-EC068682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51F936-4D1E-EE4B-0844-9A6BBC0A1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BAAEBF-53B0-5821-0E8E-471716AC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5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A2D69-DC83-8E69-F921-64C0283E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1E1099-1357-3C08-0E78-978B3837E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E2D2638-0BA0-AE43-1FEF-862059104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C649B-5507-EB70-DA6E-077755CD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38EA1-3412-9FAD-3361-4BDDC39A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03BABD9-C3EC-A8CE-4CE2-FE167C83F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2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747FB-49E8-4BC1-AF34-1BF8331C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9C3F80D1-D45D-3A40-FB9A-8E7A51649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505424"/>
            <a:ext cx="12191999" cy="43525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B891DC4-4D81-E661-1EE3-90F46989B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9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B7A69-7671-721A-E639-BA80F081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88B276-AB85-A214-E78E-AD066D0F3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A2FE943-C428-48ED-5838-80F3E8C0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27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63B53-65C8-F35E-A4AB-321455A3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54FB11-6F2F-8A5A-515B-6BF21AC54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09627A-ED5B-74E0-CA8F-49DD04EDB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161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5827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Brito</dc:creator>
  <cp:lastModifiedBy>Marco Brito</cp:lastModifiedBy>
  <cp:revision>3</cp:revision>
  <dcterms:created xsi:type="dcterms:W3CDTF">2026-04-09T21:03:34Z</dcterms:created>
  <dcterms:modified xsi:type="dcterms:W3CDTF">2026-04-13T23:11:15Z</dcterms:modified>
</cp:coreProperties>
</file>
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8" r:id="rId9"/>
    <p:sldId id="269" r:id="rId10"/>
    <p:sldId id="270" r:id="rId11"/>
    <p:sldId id="271" r:id="rId12"/>
    <p:sldId id="263" r:id="rId13"/>
    <p:sldId id="264" r:id="rId14"/>
    <p:sldId id="265" r:id="rId15"/>
    <p:sldId id="266" r:id="rId16"/>
    <p:sldId id="267" r:id="rId17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EE5D4E-E3EE-A3CD-D9ED-439DA5D8CA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DF8CF91A-A0D5-D38C-4694-7E47E69F13E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9307B28-2A96-2734-560D-A41A47FB8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8FD31F1-D887-1AA3-03B8-83F56F9C4A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9810DA0-AF15-401C-02CD-1E1A22E2BF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78256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8A9A12-ABD7-CC05-F1C3-ABB7011F1D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D8D8CFF-DACF-FC20-7ACF-146B750B21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3807AC1-B0A3-CE8A-266D-CDFD9E0F1C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4DA375-8D38-C12E-CA2B-43694E12F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01E5226-AD8A-779F-1168-25FD265EA0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402547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96DA641-9FC4-27F5-BFBB-7DECFACD9C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BEB8793-030B-2D81-0577-FA4762EAA17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1D06BBB-599C-2A8D-EA7D-3F3D8CE16E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8F5CB8F-D50A-EF92-EF84-01F07EC7B2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DCA0486-64CB-57EB-3907-D13D6C6E5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0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F8F8A7-1998-7E18-E82D-7964A35083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A5AE976-C2C9-A463-6FE5-B8A10B6CE6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52A4F993-84A1-3836-81D4-D70E441FFB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3C6DCFBB-BC45-B76D-9E5B-E2693767E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56BDDABB-0064-0F28-C7C3-D38E9207F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D4D1CB8A-A823-2114-8B8A-3F23E760D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5164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AB3301-E7BF-D809-77B4-928BC50207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CA378A5-B896-B296-1802-4E643B7115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EFFE7B4-87A0-9EA8-E150-1C05F00064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E69315B-E999-0DAD-F2D0-A386701839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94DAFF0-373D-88AE-4812-EDA1BC5BFE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3414F3F-4645-2E89-7CC8-3D659F203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D103592D-6D16-5256-6E32-A343501A9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CEECD04-CE44-0F95-4C44-66063337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54634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BED70BA-390C-1FAC-6098-33D73DC803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AD9931C7-90C7-1043-C4F2-4E5418A371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7C203D-D96C-F3FD-05EC-19DFA32848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F4351F0-5D30-3FF8-F7F9-29D7A18669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843619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AA1F0FE9-AD2F-2C8C-8C5D-CE78C3A7E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958159DD-F0DC-BEBD-03D6-0A6165F26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6AEC12B9-FAA4-1934-D3C6-F0D934AD1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704472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080884D-FAEA-4A3A-01D2-806F5527D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34BA22D-4B6E-E8BE-8F3D-3C913916DA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7E23C5-9BE2-8110-CD60-12194458439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B06F6B94-ECFA-4CE5-5041-2613EA6AD2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7B3AEFC-B97D-7BFC-600B-C4ADE3801A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0430AF-40F5-95D5-03D5-B2BACD0590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299528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F25574-C2C7-1A86-BC1F-75C7B3B1A6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5B2BE48-64E3-24B5-C421-D24CF97DCF1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A793773-4873-C465-0863-6E7606CBA7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E879E08B-EA70-435A-4F9D-132566BBC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4A9CBDA-353E-4072-C2B0-ED287667D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812DE30-364D-980A-3C88-95348F81C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63115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43D06A4-9059-5322-AAA4-ED31C6019D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B676E0D2-58DF-4B2E-54B0-2341EC2D36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4522EE-C847-A770-53A9-E1C1B0A73B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6972C4E5-A4EB-DDE7-5FBB-2AA49CAF54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D77F366-F11C-1EBC-BBDA-53041C261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926409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548CE44-8114-A715-228A-048041356DA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83F055D6-1AD3-36E5-335D-36C0881614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D797A61-7F42-3A8B-B841-54C4A83C54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32DAA08-AD51-51EF-C62B-583630AD0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6CF954C-DF8F-85CF-4EBD-79322B2CF9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12675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98DE461-0062-459C-8469-F53DBE4382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8417116-7606-11D6-7985-B12C924C68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7E336B7-C8C2-5664-C5F5-C8E165FC3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5478DC-E2D1-4C9B-AB85-78DD8245D66D}" type="datetimeFigureOut">
              <a:rPr lang="pt-BR" smtClean="0"/>
              <a:t>16/04/2026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EDB8640A-4962-2BD0-BBD7-E43DFA4759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8B9BC04-D9B4-B983-ECD4-385511BA409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D16976-791A-4DA6-9E09-23E61052DFE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82860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F49E44A0-AC9C-98BC-993D-175A952A3AB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51816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D006A0E9-59CD-2BFF-C523-9473705A34D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74725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A97464F-22DE-9E9A-1ADC-3E6F7C1D25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7252"/>
            <a:ext cx="12191999" cy="895475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8DB8D75B-125A-4695-4BEB-6F26D19A23D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642727"/>
            <a:ext cx="12191999" cy="5215273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FFDD1665-AB7F-104F-27FA-8E98354ED3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8554" y="1766004"/>
            <a:ext cx="4067743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45785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3FB2F4-D538-B86B-2107-2DBF92226B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55BB8B2C-4D3C-65AC-162B-D7352A7A03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74725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C60D580-22B6-3294-D11D-6DF0E9DCC3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7252"/>
            <a:ext cx="12191999" cy="89547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23C682A-C8BC-BA09-B37F-DF7C0CAB730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2" y="1642726"/>
            <a:ext cx="12191999" cy="521527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03192A44-F187-0FF1-6DAF-AF4F73FC0C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9610" y="1642725"/>
            <a:ext cx="4143953" cy="1247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319374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0E576C-1621-9BF8-E0BE-4199469E72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3F1BED4F-D7F3-4B08-28FB-25D2BF439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74725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076E7004-3F90-F22E-40D5-8A155C4788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7252"/>
            <a:ext cx="12191999" cy="895475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18073B8-E4F8-2332-DFC1-B05B8FFF31F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642726"/>
            <a:ext cx="12191999" cy="5215273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C2B507B-E877-38D9-715C-872AFFB47AA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7598" y="1642725"/>
            <a:ext cx="4143953" cy="14670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6761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5CBA007-4F75-62F6-38A8-EC51472C66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AD561DD-4990-A9BD-0784-D70B2FD419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74725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D3FF6AB7-D08C-36CA-416F-145BF9836B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747252"/>
            <a:ext cx="12191999" cy="895475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531495AD-1DD0-9816-386B-7F98457E4DE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1" y="1642727"/>
            <a:ext cx="12191999" cy="5215273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6FCD1029-600A-DF8B-766B-28186CCC045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15131" y="1737425"/>
            <a:ext cx="4220164" cy="13051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41540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E117D4C-3659-D1AB-E455-C763429F83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4145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EA362F3-71C7-79C9-4648-2864EFFE27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47902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266EFFCA-57C0-16AC-6315-8D919FA37B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83149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320460F0-0198-7B20-E9CA-3D8016E86C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3347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F121137-5C43-3A23-EA22-CC5F4342A4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94989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EA38CD89-E7CA-9EC8-A48C-C2E8F6BB8E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8572161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E1B3C8-679B-07B9-14AA-3DB723749E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186812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412E0C7F-F33A-914E-1329-4B272BFD13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126658"/>
            <a:ext cx="12192000" cy="3731342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76E6349C-2ABC-7788-4362-E2EBEDE076C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868129"/>
            <a:ext cx="12192000" cy="133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582463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58D8489F-8266-A363-B8C0-3EF24EEA7F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60482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6444036A-4558-4C53-9857-1A8A55C40A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32607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B83A0DE2-A2AA-5B05-6531-9F6E384602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63997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7AAF2C83-9A08-136E-0445-0E9B924E02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66940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</TotalTime>
  <Words>0</Words>
  <Application>Microsoft Office PowerPoint</Application>
  <PresentationFormat>Widescreen</PresentationFormat>
  <Paragraphs>0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20" baseType="lpstr">
      <vt:lpstr>Arial</vt:lpstr>
      <vt:lpstr>Calibri</vt:lpstr>
      <vt:lpstr>Calibri Light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Brito</dc:creator>
  <cp:lastModifiedBy>Marco Brito</cp:lastModifiedBy>
  <cp:revision>3</cp:revision>
  <dcterms:created xsi:type="dcterms:W3CDTF">2026-04-16T22:44:48Z</dcterms:created>
  <dcterms:modified xsi:type="dcterms:W3CDTF">2026-04-16T23:23:59Z</dcterms:modified>
</cp:coreProperties>
</file>
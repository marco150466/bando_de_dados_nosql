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EE5D4E-E3EE-A3CD-D9ED-439DA5D8CA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F8CF91A-A0D5-D38C-4694-7E47E69F1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9307B28-2A96-2734-560D-A41A47FB83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478DC-E2D1-4C9B-AB85-78DD8245D66D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8FD31F1-D887-1AA3-03B8-83F56F9C4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9810DA0-AF15-401C-02CD-1E1A22E2B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16976-791A-4DA6-9E09-23E61052DFE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78256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8A9A12-ABD7-CC05-F1C3-ABB7011F1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D8D8CFF-DACF-FC20-7ACF-146B750B21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3807AC1-B0A3-CE8A-266D-CDFD9E0F1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478DC-E2D1-4C9B-AB85-78DD8245D66D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A4DA375-8D38-C12E-CA2B-43694E12F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01E5226-AD8A-779F-1168-25FD265EA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16976-791A-4DA6-9E09-23E61052DFE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02547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6DA641-9FC4-27F5-BFBB-7DECFACD9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BEB8793-030B-2D81-0577-FA4762EAA1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1D06BBB-599C-2A8D-EA7D-3F3D8CE16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478DC-E2D1-4C9B-AB85-78DD8245D66D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8F5CB8F-D50A-EF92-EF84-01F07EC7B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DCA0486-64CB-57EB-3907-D13D6C6E5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16976-791A-4DA6-9E09-23E61052DFE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4104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F8F8A7-1998-7E18-E82D-7964A3508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A5AE976-C2C9-A463-6FE5-B8A10B6CE6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2A4F993-84A1-3836-81D4-D70E441FFB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C6DCFBB-BC45-B76D-9E5B-E2693767E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478DC-E2D1-4C9B-AB85-78DD8245D66D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6BDDABB-0064-0F28-C7C3-D38E9207F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4D1CB8A-A823-2114-8B8A-3F23E760D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16976-791A-4DA6-9E09-23E61052DFE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3516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AB3301-E7BF-D809-77B4-928BC5020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CA378A5-B896-B296-1802-4E643B7115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EFFE7B4-87A0-9EA8-E150-1C05F00064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3E69315B-E999-0DAD-F2D0-A386701839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94DAFF0-373D-88AE-4812-EDA1BC5BFE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3414F3F-4645-2E89-7CC8-3D659F20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478DC-E2D1-4C9B-AB85-78DD8245D66D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D103592D-6D16-5256-6E32-A343501A9A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3CEECD04-CE44-0F95-4C44-660633376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16976-791A-4DA6-9E09-23E61052DFE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4634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ED70BA-390C-1FAC-6098-33D73DC80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AD9931C7-90C7-1043-C4F2-4E5418A37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478DC-E2D1-4C9B-AB85-78DD8245D66D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B57C203D-D96C-F3FD-05EC-19DFA3284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F4351F0-5D30-3FF8-F7F9-29D7A1866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16976-791A-4DA6-9E09-23E61052DFE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43619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AA1F0FE9-AD2F-2C8C-8C5D-CE78C3A7E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478DC-E2D1-4C9B-AB85-78DD8245D66D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58159DD-F0DC-BEBD-03D6-0A6165F26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AEC12B9-FAA4-1934-D3C6-F0D934AD1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16976-791A-4DA6-9E09-23E61052DFE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704472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80884D-FAEA-4A3A-01D2-806F5527D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34BA22D-4B6E-E8BE-8F3D-3C913916DA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C7E23C5-9BE2-8110-CD60-121944584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06F6B94-ECFA-4CE5-5041-2613EA6AD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478DC-E2D1-4C9B-AB85-78DD8245D66D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7B3AEFC-B97D-7BFC-600B-C4ADE3801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0430AF-40F5-95D5-03D5-B2BACD0590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16976-791A-4DA6-9E09-23E61052DFE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9952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F25574-C2C7-1A86-BC1F-75C7B3B1A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5B2BE48-64E3-24B5-C421-D24CF97DCF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A793773-4873-C465-0863-6E7606CBA7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879E08B-EA70-435A-4F9D-132566BBC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478DC-E2D1-4C9B-AB85-78DD8245D66D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4A9CBDA-353E-4072-C2B0-ED287667D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812DE30-364D-980A-3C88-95348F81C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16976-791A-4DA6-9E09-23E61052DFE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63115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3D06A4-9059-5322-AAA4-ED31C6019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676E0D2-58DF-4B2E-54B0-2341EC2D36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74522EE-C847-A770-53A9-E1C1B0A73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478DC-E2D1-4C9B-AB85-78DD8245D66D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972C4E5-A4EB-DDE7-5FBB-2AA49CAF5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D77F366-F11C-1EBC-BBDA-53041C261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16976-791A-4DA6-9E09-23E61052DFE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2640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548CE44-8114-A715-228A-048041356D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3F055D6-1AD3-36E5-335D-36C0881614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D797A61-7F42-3A8B-B841-54C4A83C54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478DC-E2D1-4C9B-AB85-78DD8245D66D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32DAA08-AD51-51EF-C62B-583630AD02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6CF954C-DF8F-85CF-4EBD-79322B2CF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16976-791A-4DA6-9E09-23E61052DFE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1267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98DE461-0062-459C-8469-F53DBE438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8417116-7606-11D6-7985-B12C924C68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7E336B7-C8C2-5664-C5F5-C8E165FC37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5478DC-E2D1-4C9B-AB85-78DD8245D66D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DB8640A-4962-2BD0-BBD7-E43DFA4759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8B9BC04-D9B4-B983-ECD4-385511BA40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D16976-791A-4DA6-9E09-23E61052DFE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8286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49E44A0-AC9C-98BC-993D-175A952A3A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181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D006A0E9-59CD-2BFF-C523-9473705A34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12192000" cy="747252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CA97464F-22DE-9E9A-1ADC-3E6F7C1D25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47252"/>
            <a:ext cx="12191999" cy="895475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8DB8D75B-125A-4695-4BEB-6F26D19A23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42727"/>
            <a:ext cx="12191999" cy="5215273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FFDD1665-AB7F-104F-27FA-8E98354ED3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554" y="1766004"/>
            <a:ext cx="4067743" cy="124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578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FB2F4-D538-B86B-2107-2DBF92226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55BB8B2C-4D3C-65AC-162B-D7352A7A0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12192000" cy="747252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3C60D580-22B6-3294-D11D-6DF0E9DCC3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47252"/>
            <a:ext cx="12191999" cy="895475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023C682A-C8BC-BA09-B37F-DF7C0CAB73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" y="1642726"/>
            <a:ext cx="12191999" cy="5215274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3192A44-F187-0FF1-6DAF-AF4F73FC0C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610" y="1642725"/>
            <a:ext cx="4143953" cy="124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1937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E576C-1621-9BF8-E0BE-4199469E7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3F1BED4F-D7F3-4B08-28FB-25D2BF4399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12192000" cy="747252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076E7004-3F90-F22E-40D5-8A155C4788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47252"/>
            <a:ext cx="12191999" cy="895475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A18073B8-E4F8-2332-DFC1-B05B8FFF31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1642726"/>
            <a:ext cx="12191999" cy="5215273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1C2B507B-E877-38D9-715C-872AFFB47A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598" y="1642725"/>
            <a:ext cx="4143953" cy="146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87676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BA007-4F75-62F6-38A8-EC51472C6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4AD561DD-4990-A9BD-0784-D70B2FD41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12192000" cy="747252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D3FF6AB7-D08C-36CA-416F-145BF9836B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47252"/>
            <a:ext cx="12191999" cy="895475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531495AD-1DD0-9816-386B-7F98457E4D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1642727"/>
            <a:ext cx="12191999" cy="5215273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6FCD1029-600A-DF8B-766B-28186CCC04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131" y="1737425"/>
            <a:ext cx="4220164" cy="1305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4154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6E117D4C-3659-D1AB-E455-C763429F83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41452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3EA362F3-71C7-79C9-4648-2864EFFE27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7902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FDE1B3C8-679B-07B9-14AA-3DB723749E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868129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412E0C7F-F33A-914E-1329-4B272BFD13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26658"/>
            <a:ext cx="12192000" cy="3731342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76E6349C-2ABC-7788-4362-E2EBEDE076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868129"/>
            <a:ext cx="12192000" cy="1337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8246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58D8489F-8266-A363-B8C0-3EF24EEA7F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60482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Marco Brito</dc:creator>
  <cp:lastModifiedBy>Marco Brito</cp:lastModifiedBy>
  <cp:revision>1</cp:revision>
  <dcterms:created xsi:type="dcterms:W3CDTF">2026-04-16T22:44:48Z</dcterms:created>
  <dcterms:modified xsi:type="dcterms:W3CDTF">2026-04-16T22:57:49Z</dcterms:modified>
</cp:coreProperties>
</file>